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slides/slide284.xml" ContentType="application/vnd.openxmlformats-officedocument.presentationml.slide+xml"/>
  <Override PartName="/ppt/slides/slide285.xml" ContentType="application/vnd.openxmlformats-officedocument.presentationml.slide+xml"/>
  <Override PartName="/ppt/slides/slide286.xml" ContentType="application/vnd.openxmlformats-officedocument.presentationml.slide+xml"/>
  <Override PartName="/ppt/slides/slide287.xml" ContentType="application/vnd.openxmlformats-officedocument.presentationml.slide+xml"/>
  <Override PartName="/ppt/slides/slide288.xml" ContentType="application/vnd.openxmlformats-officedocument.presentationml.slide+xml"/>
  <Override PartName="/ppt/slides/slide289.xml" ContentType="application/vnd.openxmlformats-officedocument.presentationml.slide+xml"/>
  <Override PartName="/ppt/slides/slide290.xml" ContentType="application/vnd.openxmlformats-officedocument.presentationml.slide+xml"/>
  <Override PartName="/ppt/slides/slide291.xml" ContentType="application/vnd.openxmlformats-officedocument.presentationml.slide+xml"/>
  <Override PartName="/ppt/slides/slide292.xml" ContentType="application/vnd.openxmlformats-officedocument.presentationml.slide+xml"/>
  <Override PartName="/ppt/slides/slide293.xml" ContentType="application/vnd.openxmlformats-officedocument.presentationml.slide+xml"/>
  <Override PartName="/ppt/slides/slide294.xml" ContentType="application/vnd.openxmlformats-officedocument.presentationml.slide+xml"/>
  <Override PartName="/ppt/slides/slide295.xml" ContentType="application/vnd.openxmlformats-officedocument.presentationml.slide+xml"/>
  <Override PartName="/ppt/slides/slide296.xml" ContentType="application/vnd.openxmlformats-officedocument.presentationml.slide+xml"/>
  <Override PartName="/ppt/slides/slide297.xml" ContentType="application/vnd.openxmlformats-officedocument.presentationml.slide+xml"/>
  <Override PartName="/ppt/slides/slide298.xml" ContentType="application/vnd.openxmlformats-officedocument.presentationml.slide+xml"/>
  <Override PartName="/ppt/slides/slide299.xml" ContentType="application/vnd.openxmlformats-officedocument.presentationml.slide+xml"/>
  <Override PartName="/ppt/slides/slide300.xml" ContentType="application/vnd.openxmlformats-officedocument.presentationml.slide+xml"/>
  <Override PartName="/ppt/slides/slide301.xml" ContentType="application/vnd.openxmlformats-officedocument.presentationml.slide+xml"/>
  <Override PartName="/ppt/slides/slide302.xml" ContentType="application/vnd.openxmlformats-officedocument.presentationml.slide+xml"/>
  <Override PartName="/ppt/slides/slide303.xml" ContentType="application/vnd.openxmlformats-officedocument.presentationml.slide+xml"/>
  <Override PartName="/ppt/slides/slide304.xml" ContentType="application/vnd.openxmlformats-officedocument.presentationml.slide+xml"/>
  <Override PartName="/ppt/slides/slide305.xml" ContentType="application/vnd.openxmlformats-officedocument.presentationml.slide+xml"/>
  <Override PartName="/ppt/slides/slide306.xml" ContentType="application/vnd.openxmlformats-officedocument.presentationml.slide+xml"/>
  <Override PartName="/ppt/slides/slide307.xml" ContentType="application/vnd.openxmlformats-officedocument.presentationml.slide+xml"/>
  <Override PartName="/ppt/slides/slide308.xml" ContentType="application/vnd.openxmlformats-officedocument.presentationml.slide+xml"/>
  <Override PartName="/ppt/slides/slide309.xml" ContentType="application/vnd.openxmlformats-officedocument.presentationml.slide+xml"/>
  <Override PartName="/ppt/slides/slide310.xml" ContentType="application/vnd.openxmlformats-officedocument.presentationml.slide+xml"/>
  <Override PartName="/ppt/slides/slide311.xml" ContentType="application/vnd.openxmlformats-officedocument.presentationml.slide+xml"/>
  <Override PartName="/ppt/slides/slide312.xml" ContentType="application/vnd.openxmlformats-officedocument.presentationml.slide+xml"/>
  <Override PartName="/ppt/slides/slide313.xml" ContentType="application/vnd.openxmlformats-officedocument.presentationml.slide+xml"/>
  <Override PartName="/ppt/slides/slide314.xml" ContentType="application/vnd.openxmlformats-officedocument.presentationml.slide+xml"/>
  <Override PartName="/ppt/slides/slide315.xml" ContentType="application/vnd.openxmlformats-officedocument.presentationml.slide+xml"/>
  <Override PartName="/ppt/slides/slide316.xml" ContentType="application/vnd.openxmlformats-officedocument.presentationml.slide+xml"/>
  <Override PartName="/ppt/slides/slide317.xml" ContentType="application/vnd.openxmlformats-officedocument.presentationml.slide+xml"/>
  <Override PartName="/ppt/slides/slide318.xml" ContentType="application/vnd.openxmlformats-officedocument.presentationml.slide+xml"/>
  <Override PartName="/ppt/slides/slide319.xml" ContentType="application/vnd.openxmlformats-officedocument.presentationml.slide+xml"/>
  <Override PartName="/ppt/slides/slide320.xml" ContentType="application/vnd.openxmlformats-officedocument.presentationml.slide+xml"/>
  <Override PartName="/ppt/slides/slide321.xml" ContentType="application/vnd.openxmlformats-officedocument.presentationml.slide+xml"/>
  <Override PartName="/ppt/slides/slide322.xml" ContentType="application/vnd.openxmlformats-officedocument.presentationml.slide+xml"/>
  <Override PartName="/ppt/slides/slide323.xml" ContentType="application/vnd.openxmlformats-officedocument.presentationml.slide+xml"/>
  <Override PartName="/ppt/slides/slide324.xml" ContentType="application/vnd.openxmlformats-officedocument.presentationml.slide+xml"/>
  <Override PartName="/ppt/slides/slide325.xml" ContentType="application/vnd.openxmlformats-officedocument.presentationml.slide+xml"/>
  <Override PartName="/ppt/slides/slide326.xml" ContentType="application/vnd.openxmlformats-officedocument.presentationml.slide+xml"/>
  <Override PartName="/ppt/slides/slide327.xml" ContentType="application/vnd.openxmlformats-officedocument.presentationml.slide+xml"/>
  <Override PartName="/ppt/slides/slide328.xml" ContentType="application/vnd.openxmlformats-officedocument.presentationml.slide+xml"/>
  <Override PartName="/ppt/slides/slide329.xml" ContentType="application/vnd.openxmlformats-officedocument.presentationml.slide+xml"/>
  <Override PartName="/ppt/slides/slide330.xml" ContentType="application/vnd.openxmlformats-officedocument.presentationml.slide+xml"/>
  <Override PartName="/ppt/slides/slide331.xml" ContentType="application/vnd.openxmlformats-officedocument.presentationml.slide+xml"/>
  <Override PartName="/ppt/slides/slide332.xml" ContentType="application/vnd.openxmlformats-officedocument.presentationml.slide+xml"/>
  <Override PartName="/ppt/slides/slide333.xml" ContentType="application/vnd.openxmlformats-officedocument.presentationml.slide+xml"/>
  <Override PartName="/ppt/slides/slide334.xml" ContentType="application/vnd.openxmlformats-officedocument.presentationml.slide+xml"/>
  <Override PartName="/ppt/slides/slide335.xml" ContentType="application/vnd.openxmlformats-officedocument.presentationml.slide+xml"/>
  <Override PartName="/ppt/slides/slide336.xml" ContentType="application/vnd.openxmlformats-officedocument.presentationml.slide+xml"/>
  <Override PartName="/ppt/slides/slide337.xml" ContentType="application/vnd.openxmlformats-officedocument.presentationml.slide+xml"/>
  <Override PartName="/ppt/slides/slide338.xml" ContentType="application/vnd.openxmlformats-officedocument.presentationml.slide+xml"/>
  <Override PartName="/ppt/slides/slide339.xml" ContentType="application/vnd.openxmlformats-officedocument.presentationml.slide+xml"/>
  <Override PartName="/ppt/slides/slide340.xml" ContentType="application/vnd.openxmlformats-officedocument.presentationml.slide+xml"/>
  <Override PartName="/ppt/slides/slide341.xml" ContentType="application/vnd.openxmlformats-officedocument.presentationml.slide+xml"/>
  <Override PartName="/ppt/slides/slide342.xml" ContentType="application/vnd.openxmlformats-officedocument.presentationml.slide+xml"/>
  <Override PartName="/ppt/slides/slide343.xml" ContentType="application/vnd.openxmlformats-officedocument.presentationml.slide+xml"/>
  <Override PartName="/ppt/slides/slide344.xml" ContentType="application/vnd.openxmlformats-officedocument.presentationml.slide+xml"/>
  <Override PartName="/ppt/slides/slide345.xml" ContentType="application/vnd.openxmlformats-officedocument.presentationml.slide+xml"/>
  <Override PartName="/ppt/slides/slide346.xml" ContentType="application/vnd.openxmlformats-officedocument.presentationml.slide+xml"/>
  <Override PartName="/ppt/slides/slide347.xml" ContentType="application/vnd.openxmlformats-officedocument.presentationml.slide+xml"/>
  <Override PartName="/ppt/slides/slide348.xml" ContentType="application/vnd.openxmlformats-officedocument.presentationml.slide+xml"/>
  <Override PartName="/ppt/slides/slide349.xml" ContentType="application/vnd.openxmlformats-officedocument.presentationml.slide+xml"/>
  <Override PartName="/ppt/slides/slide350.xml" ContentType="application/vnd.openxmlformats-officedocument.presentationml.slide+xml"/>
  <Override PartName="/ppt/slides/slide351.xml" ContentType="application/vnd.openxmlformats-officedocument.presentationml.slide+xml"/>
  <Override PartName="/ppt/slides/slide352.xml" ContentType="application/vnd.openxmlformats-officedocument.presentationml.slide+xml"/>
  <Override PartName="/ppt/slides/slide353.xml" ContentType="application/vnd.openxmlformats-officedocument.presentationml.slide+xml"/>
  <Override PartName="/ppt/slides/slide354.xml" ContentType="application/vnd.openxmlformats-officedocument.presentationml.slide+xml"/>
  <Override PartName="/ppt/slides/slide355.xml" ContentType="application/vnd.openxmlformats-officedocument.presentationml.slide+xml"/>
  <Override PartName="/ppt/slides/slide356.xml" ContentType="application/vnd.openxmlformats-officedocument.presentationml.slide+xml"/>
  <Override PartName="/ppt/slides/slide357.xml" ContentType="application/vnd.openxmlformats-officedocument.presentationml.slide+xml"/>
  <Override PartName="/ppt/slides/slide358.xml" ContentType="application/vnd.openxmlformats-officedocument.presentationml.slide+xml"/>
  <Override PartName="/ppt/slides/slide359.xml" ContentType="application/vnd.openxmlformats-officedocument.presentationml.slide+xml"/>
  <Override PartName="/ppt/slides/slide360.xml" ContentType="application/vnd.openxmlformats-officedocument.presentationml.slide+xml"/>
  <Override PartName="/ppt/slides/slide361.xml" ContentType="application/vnd.openxmlformats-officedocument.presentationml.slide+xml"/>
  <Override PartName="/ppt/slides/slide362.xml" ContentType="application/vnd.openxmlformats-officedocument.presentationml.slide+xml"/>
  <Override PartName="/ppt/slides/slide363.xml" ContentType="application/vnd.openxmlformats-officedocument.presentationml.slide+xml"/>
  <Override PartName="/ppt/slides/slide364.xml" ContentType="application/vnd.openxmlformats-officedocument.presentationml.slide+xml"/>
  <Override PartName="/ppt/slides/slide365.xml" ContentType="application/vnd.openxmlformats-officedocument.presentationml.slide+xml"/>
  <Override PartName="/ppt/slides/slide366.xml" ContentType="application/vnd.openxmlformats-officedocument.presentationml.slide+xml"/>
  <Override PartName="/ppt/slides/slide367.xml" ContentType="application/vnd.openxmlformats-officedocument.presentationml.slide+xml"/>
  <Override PartName="/ppt/slides/slide368.xml" ContentType="application/vnd.openxmlformats-officedocument.presentationml.slide+xml"/>
  <Override PartName="/ppt/slides/slide369.xml" ContentType="application/vnd.openxmlformats-officedocument.presentationml.slide+xml"/>
  <Override PartName="/ppt/slides/slide370.xml" ContentType="application/vnd.openxmlformats-officedocument.presentationml.slide+xml"/>
  <Override PartName="/ppt/slides/slide371.xml" ContentType="application/vnd.openxmlformats-officedocument.presentationml.slide+xml"/>
  <Override PartName="/ppt/slides/slide372.xml" ContentType="application/vnd.openxmlformats-officedocument.presentationml.slide+xml"/>
  <Override PartName="/ppt/slides/slide373.xml" ContentType="application/vnd.openxmlformats-officedocument.presentationml.slide+xml"/>
  <Override PartName="/ppt/slides/slide374.xml" ContentType="application/vnd.openxmlformats-officedocument.presentationml.slide+xml"/>
  <Override PartName="/ppt/slides/slide375.xml" ContentType="application/vnd.openxmlformats-officedocument.presentationml.slide+xml"/>
  <Override PartName="/ppt/slides/slide376.xml" ContentType="application/vnd.openxmlformats-officedocument.presentationml.slide+xml"/>
  <Override PartName="/ppt/slides/slide377.xml" ContentType="application/vnd.openxmlformats-officedocument.presentationml.slide+xml"/>
  <Override PartName="/ppt/slides/slide378.xml" ContentType="application/vnd.openxmlformats-officedocument.presentationml.slide+xml"/>
  <Override PartName="/ppt/slides/slide379.xml" ContentType="application/vnd.openxmlformats-officedocument.presentationml.slide+xml"/>
  <Override PartName="/ppt/slides/slide380.xml" ContentType="application/vnd.openxmlformats-officedocument.presentationml.slide+xml"/>
  <Override PartName="/ppt/slides/slide381.xml" ContentType="application/vnd.openxmlformats-officedocument.presentationml.slide+xml"/>
  <Override PartName="/ppt/slides/slide382.xml" ContentType="application/vnd.openxmlformats-officedocument.presentationml.slide+xml"/>
  <Override PartName="/ppt/slides/slide383.xml" ContentType="application/vnd.openxmlformats-officedocument.presentationml.slide+xml"/>
  <Override PartName="/ppt/slides/slide384.xml" ContentType="application/vnd.openxmlformats-officedocument.presentationml.slide+xml"/>
  <Override PartName="/ppt/slides/slide385.xml" ContentType="application/vnd.openxmlformats-officedocument.presentationml.slide+xml"/>
  <Override PartName="/ppt/slides/slide386.xml" ContentType="application/vnd.openxmlformats-officedocument.presentationml.slide+xml"/>
  <Override PartName="/ppt/slides/slide387.xml" ContentType="application/vnd.openxmlformats-officedocument.presentationml.slide+xml"/>
  <Override PartName="/ppt/slides/slide388.xml" ContentType="application/vnd.openxmlformats-officedocument.presentationml.slide+xml"/>
  <Override PartName="/ppt/slides/slide38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ink/ink5.xml" ContentType="application/inkml+xml"/>
  <Override PartName="/ppt/ink/ink6.xml" ContentType="application/inkml+xml"/>
  <Override PartName="/ppt/ink/ink7.xml" ContentType="application/inkml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394"/>
  </p:notesMasterIdLst>
  <p:handoutMasterIdLst>
    <p:handoutMasterId r:id="rId395"/>
  </p:handoutMasterIdLst>
  <p:sldIdLst>
    <p:sldId id="316" r:id="rId5"/>
    <p:sldId id="365" r:id="rId6"/>
    <p:sldId id="366" r:id="rId7"/>
    <p:sldId id="367" r:id="rId8"/>
    <p:sldId id="386" r:id="rId9"/>
    <p:sldId id="377" r:id="rId10"/>
    <p:sldId id="387" r:id="rId11"/>
    <p:sldId id="376" r:id="rId12"/>
    <p:sldId id="368" r:id="rId13"/>
    <p:sldId id="369" r:id="rId14"/>
    <p:sldId id="370" r:id="rId15"/>
    <p:sldId id="371" r:id="rId16"/>
    <p:sldId id="372" r:id="rId17"/>
    <p:sldId id="373" r:id="rId18"/>
    <p:sldId id="374" r:id="rId19"/>
    <p:sldId id="375" r:id="rId20"/>
    <p:sldId id="378" r:id="rId21"/>
    <p:sldId id="385" r:id="rId22"/>
    <p:sldId id="388" r:id="rId23"/>
    <p:sldId id="399" r:id="rId24"/>
    <p:sldId id="407" r:id="rId25"/>
    <p:sldId id="526" r:id="rId26"/>
    <p:sldId id="527" r:id="rId27"/>
    <p:sldId id="528" r:id="rId28"/>
    <p:sldId id="529" r:id="rId29"/>
    <p:sldId id="530" r:id="rId30"/>
    <p:sldId id="531" r:id="rId31"/>
    <p:sldId id="532" r:id="rId32"/>
    <p:sldId id="400" r:id="rId33"/>
    <p:sldId id="401" r:id="rId34"/>
    <p:sldId id="403" r:id="rId35"/>
    <p:sldId id="404" r:id="rId36"/>
    <p:sldId id="405" r:id="rId37"/>
    <p:sldId id="406" r:id="rId38"/>
    <p:sldId id="410" r:id="rId39"/>
    <p:sldId id="408" r:id="rId40"/>
    <p:sldId id="513" r:id="rId41"/>
    <p:sldId id="515" r:id="rId42"/>
    <p:sldId id="516" r:id="rId43"/>
    <p:sldId id="517" r:id="rId44"/>
    <p:sldId id="518" r:id="rId45"/>
    <p:sldId id="514" r:id="rId46"/>
    <p:sldId id="519" r:id="rId47"/>
    <p:sldId id="520" r:id="rId48"/>
    <p:sldId id="521" r:id="rId49"/>
    <p:sldId id="409" r:id="rId50"/>
    <p:sldId id="522" r:id="rId51"/>
    <p:sldId id="523" r:id="rId52"/>
    <p:sldId id="524" r:id="rId53"/>
    <p:sldId id="525" r:id="rId54"/>
    <p:sldId id="389" r:id="rId55"/>
    <p:sldId id="390" r:id="rId56"/>
    <p:sldId id="391" r:id="rId57"/>
    <p:sldId id="392" r:id="rId58"/>
    <p:sldId id="393" r:id="rId59"/>
    <p:sldId id="394" r:id="rId60"/>
    <p:sldId id="395" r:id="rId61"/>
    <p:sldId id="396" r:id="rId62"/>
    <p:sldId id="397" r:id="rId63"/>
    <p:sldId id="398" r:id="rId64"/>
    <p:sldId id="402" r:id="rId65"/>
    <p:sldId id="411" r:id="rId66"/>
    <p:sldId id="412" r:id="rId67"/>
    <p:sldId id="413" r:id="rId68"/>
    <p:sldId id="414" r:id="rId69"/>
    <p:sldId id="415" r:id="rId70"/>
    <p:sldId id="416" r:id="rId71"/>
    <p:sldId id="417" r:id="rId72"/>
    <p:sldId id="533" r:id="rId73"/>
    <p:sldId id="534" r:id="rId74"/>
    <p:sldId id="379" r:id="rId75"/>
    <p:sldId id="380" r:id="rId76"/>
    <p:sldId id="381" r:id="rId77"/>
    <p:sldId id="382" r:id="rId78"/>
    <p:sldId id="542" r:id="rId79"/>
    <p:sldId id="383" r:id="rId80"/>
    <p:sldId id="384" r:id="rId81"/>
    <p:sldId id="419" r:id="rId82"/>
    <p:sldId id="504" r:id="rId83"/>
    <p:sldId id="496" r:id="rId84"/>
    <p:sldId id="420" r:id="rId85"/>
    <p:sldId id="505" r:id="rId86"/>
    <p:sldId id="506" r:id="rId87"/>
    <p:sldId id="507" r:id="rId88"/>
    <p:sldId id="508" r:id="rId89"/>
    <p:sldId id="509" r:id="rId90"/>
    <p:sldId id="510" r:id="rId91"/>
    <p:sldId id="511" r:id="rId92"/>
    <p:sldId id="512" r:id="rId93"/>
    <p:sldId id="502" r:id="rId94"/>
    <p:sldId id="503" r:id="rId95"/>
    <p:sldId id="421" r:id="rId96"/>
    <p:sldId id="422" r:id="rId97"/>
    <p:sldId id="497" r:id="rId98"/>
    <p:sldId id="498" r:id="rId99"/>
    <p:sldId id="436" r:id="rId100"/>
    <p:sldId id="437" r:id="rId101"/>
    <p:sldId id="438" r:id="rId102"/>
    <p:sldId id="439" r:id="rId103"/>
    <p:sldId id="440" r:id="rId104"/>
    <p:sldId id="499" r:id="rId105"/>
    <p:sldId id="500" r:id="rId106"/>
    <p:sldId id="423" r:id="rId107"/>
    <p:sldId id="424" r:id="rId108"/>
    <p:sldId id="425" r:id="rId109"/>
    <p:sldId id="428" r:id="rId110"/>
    <p:sldId id="429" r:id="rId111"/>
    <p:sldId id="430" r:id="rId112"/>
    <p:sldId id="431" r:id="rId113"/>
    <p:sldId id="433" r:id="rId114"/>
    <p:sldId id="434" r:id="rId115"/>
    <p:sldId id="435" r:id="rId116"/>
    <p:sldId id="443" r:id="rId117"/>
    <p:sldId id="441" r:id="rId118"/>
    <p:sldId id="442" r:id="rId119"/>
    <p:sldId id="444" r:id="rId120"/>
    <p:sldId id="445" r:id="rId121"/>
    <p:sldId id="446" r:id="rId122"/>
    <p:sldId id="447" r:id="rId123"/>
    <p:sldId id="448" r:id="rId124"/>
    <p:sldId id="449" r:id="rId125"/>
    <p:sldId id="450" r:id="rId126"/>
    <p:sldId id="451" r:id="rId127"/>
    <p:sldId id="452" r:id="rId128"/>
    <p:sldId id="453" r:id="rId129"/>
    <p:sldId id="454" r:id="rId130"/>
    <p:sldId id="455" r:id="rId131"/>
    <p:sldId id="456" r:id="rId132"/>
    <p:sldId id="457" r:id="rId133"/>
    <p:sldId id="458" r:id="rId134"/>
    <p:sldId id="459" r:id="rId135"/>
    <p:sldId id="460" r:id="rId136"/>
    <p:sldId id="461" r:id="rId137"/>
    <p:sldId id="462" r:id="rId138"/>
    <p:sldId id="463" r:id="rId139"/>
    <p:sldId id="464" r:id="rId140"/>
    <p:sldId id="465" r:id="rId141"/>
    <p:sldId id="466" r:id="rId142"/>
    <p:sldId id="467" r:id="rId143"/>
    <p:sldId id="468" r:id="rId144"/>
    <p:sldId id="469" r:id="rId145"/>
    <p:sldId id="470" r:id="rId146"/>
    <p:sldId id="471" r:id="rId147"/>
    <p:sldId id="472" r:id="rId148"/>
    <p:sldId id="473" r:id="rId149"/>
    <p:sldId id="474" r:id="rId150"/>
    <p:sldId id="475" r:id="rId151"/>
    <p:sldId id="476" r:id="rId152"/>
    <p:sldId id="477" r:id="rId153"/>
    <p:sldId id="478" r:id="rId154"/>
    <p:sldId id="479" r:id="rId155"/>
    <p:sldId id="480" r:id="rId156"/>
    <p:sldId id="481" r:id="rId157"/>
    <p:sldId id="482" r:id="rId158"/>
    <p:sldId id="483" r:id="rId159"/>
    <p:sldId id="484" r:id="rId160"/>
    <p:sldId id="485" r:id="rId161"/>
    <p:sldId id="486" r:id="rId162"/>
    <p:sldId id="487" r:id="rId163"/>
    <p:sldId id="488" r:id="rId164"/>
    <p:sldId id="489" r:id="rId165"/>
    <p:sldId id="490" r:id="rId166"/>
    <p:sldId id="491" r:id="rId167"/>
    <p:sldId id="492" r:id="rId168"/>
    <p:sldId id="493" r:id="rId169"/>
    <p:sldId id="494" r:id="rId170"/>
    <p:sldId id="495" r:id="rId171"/>
    <p:sldId id="535" r:id="rId172"/>
    <p:sldId id="536" r:id="rId173"/>
    <p:sldId id="537" r:id="rId174"/>
    <p:sldId id="538" r:id="rId175"/>
    <p:sldId id="539" r:id="rId176"/>
    <p:sldId id="540" r:id="rId177"/>
    <p:sldId id="541" r:id="rId178"/>
    <p:sldId id="543" r:id="rId179"/>
    <p:sldId id="549" r:id="rId180"/>
    <p:sldId id="550" r:id="rId181"/>
    <p:sldId id="551" r:id="rId182"/>
    <p:sldId id="552" r:id="rId183"/>
    <p:sldId id="553" r:id="rId184"/>
    <p:sldId id="544" r:id="rId185"/>
    <p:sldId id="546" r:id="rId186"/>
    <p:sldId id="545" r:id="rId187"/>
    <p:sldId id="547" r:id="rId188"/>
    <p:sldId id="548" r:id="rId189"/>
    <p:sldId id="556" r:id="rId190"/>
    <p:sldId id="555" r:id="rId191"/>
    <p:sldId id="557" r:id="rId192"/>
    <p:sldId id="558" r:id="rId193"/>
    <p:sldId id="559" r:id="rId194"/>
    <p:sldId id="560" r:id="rId195"/>
    <p:sldId id="561" r:id="rId196"/>
    <p:sldId id="562" r:id="rId197"/>
    <p:sldId id="563" r:id="rId198"/>
    <p:sldId id="564" r:id="rId199"/>
    <p:sldId id="565" r:id="rId200"/>
    <p:sldId id="566" r:id="rId201"/>
    <p:sldId id="567" r:id="rId202"/>
    <p:sldId id="568" r:id="rId203"/>
    <p:sldId id="569" r:id="rId204"/>
    <p:sldId id="570" r:id="rId205"/>
    <p:sldId id="571" r:id="rId206"/>
    <p:sldId id="572" r:id="rId207"/>
    <p:sldId id="573" r:id="rId208"/>
    <p:sldId id="574" r:id="rId209"/>
    <p:sldId id="575" r:id="rId210"/>
    <p:sldId id="576" r:id="rId211"/>
    <p:sldId id="577" r:id="rId212"/>
    <p:sldId id="578" r:id="rId213"/>
    <p:sldId id="579" r:id="rId214"/>
    <p:sldId id="580" r:id="rId215"/>
    <p:sldId id="584" r:id="rId216"/>
    <p:sldId id="585" r:id="rId217"/>
    <p:sldId id="581" r:id="rId218"/>
    <p:sldId id="582" r:id="rId219"/>
    <p:sldId id="583" r:id="rId220"/>
    <p:sldId id="586" r:id="rId221"/>
    <p:sldId id="587" r:id="rId222"/>
    <p:sldId id="588" r:id="rId223"/>
    <p:sldId id="589" r:id="rId224"/>
    <p:sldId id="590" r:id="rId225"/>
    <p:sldId id="591" r:id="rId226"/>
    <p:sldId id="595" r:id="rId227"/>
    <p:sldId id="594" r:id="rId228"/>
    <p:sldId id="593" r:id="rId229"/>
    <p:sldId id="596" r:id="rId230"/>
    <p:sldId id="597" r:id="rId231"/>
    <p:sldId id="598" r:id="rId232"/>
    <p:sldId id="599" r:id="rId233"/>
    <p:sldId id="600" r:id="rId234"/>
    <p:sldId id="601" r:id="rId235"/>
    <p:sldId id="602" r:id="rId236"/>
    <p:sldId id="603" r:id="rId237"/>
    <p:sldId id="604" r:id="rId238"/>
    <p:sldId id="605" r:id="rId239"/>
    <p:sldId id="606" r:id="rId240"/>
    <p:sldId id="607" r:id="rId241"/>
    <p:sldId id="608" r:id="rId242"/>
    <p:sldId id="609" r:id="rId243"/>
    <p:sldId id="610" r:id="rId244"/>
    <p:sldId id="611" r:id="rId245"/>
    <p:sldId id="612" r:id="rId246"/>
    <p:sldId id="613" r:id="rId247"/>
    <p:sldId id="614" r:id="rId248"/>
    <p:sldId id="615" r:id="rId249"/>
    <p:sldId id="616" r:id="rId250"/>
    <p:sldId id="617" r:id="rId251"/>
    <p:sldId id="618" r:id="rId252"/>
    <p:sldId id="619" r:id="rId253"/>
    <p:sldId id="620" r:id="rId254"/>
    <p:sldId id="621" r:id="rId255"/>
    <p:sldId id="622" r:id="rId256"/>
    <p:sldId id="623" r:id="rId257"/>
    <p:sldId id="624" r:id="rId258"/>
    <p:sldId id="625" r:id="rId259"/>
    <p:sldId id="626" r:id="rId260"/>
    <p:sldId id="627" r:id="rId261"/>
    <p:sldId id="628" r:id="rId262"/>
    <p:sldId id="629" r:id="rId263"/>
    <p:sldId id="630" r:id="rId264"/>
    <p:sldId id="631" r:id="rId265"/>
    <p:sldId id="632" r:id="rId266"/>
    <p:sldId id="633" r:id="rId267"/>
    <p:sldId id="634" r:id="rId268"/>
    <p:sldId id="635" r:id="rId269"/>
    <p:sldId id="636" r:id="rId270"/>
    <p:sldId id="637" r:id="rId271"/>
    <p:sldId id="638" r:id="rId272"/>
    <p:sldId id="639" r:id="rId273"/>
    <p:sldId id="640" r:id="rId274"/>
    <p:sldId id="641" r:id="rId275"/>
    <p:sldId id="642" r:id="rId276"/>
    <p:sldId id="643" r:id="rId277"/>
    <p:sldId id="645" r:id="rId278"/>
    <p:sldId id="644" r:id="rId279"/>
    <p:sldId id="646" r:id="rId280"/>
    <p:sldId id="647" r:id="rId281"/>
    <p:sldId id="648" r:id="rId282"/>
    <p:sldId id="649" r:id="rId283"/>
    <p:sldId id="682" r:id="rId284"/>
    <p:sldId id="650" r:id="rId285"/>
    <p:sldId id="653" r:id="rId286"/>
    <p:sldId id="654" r:id="rId287"/>
    <p:sldId id="655" r:id="rId288"/>
    <p:sldId id="659" r:id="rId289"/>
    <p:sldId id="660" r:id="rId290"/>
    <p:sldId id="661" r:id="rId291"/>
    <p:sldId id="651" r:id="rId292"/>
    <p:sldId id="652" r:id="rId293"/>
    <p:sldId id="656" r:id="rId294"/>
    <p:sldId id="657" r:id="rId295"/>
    <p:sldId id="658" r:id="rId296"/>
    <p:sldId id="662" r:id="rId297"/>
    <p:sldId id="663" r:id="rId298"/>
    <p:sldId id="664" r:id="rId299"/>
    <p:sldId id="665" r:id="rId300"/>
    <p:sldId id="666" r:id="rId301"/>
    <p:sldId id="667" r:id="rId302"/>
    <p:sldId id="669" r:id="rId303"/>
    <p:sldId id="681" r:id="rId304"/>
    <p:sldId id="670" r:id="rId305"/>
    <p:sldId id="671" r:id="rId306"/>
    <p:sldId id="672" r:id="rId307"/>
    <p:sldId id="673" r:id="rId308"/>
    <p:sldId id="674" r:id="rId309"/>
    <p:sldId id="675" r:id="rId310"/>
    <p:sldId id="676" r:id="rId311"/>
    <p:sldId id="677" r:id="rId312"/>
    <p:sldId id="678" r:id="rId313"/>
    <p:sldId id="679" r:id="rId314"/>
    <p:sldId id="680" r:id="rId315"/>
    <p:sldId id="692" r:id="rId316"/>
    <p:sldId id="693" r:id="rId317"/>
    <p:sldId id="694" r:id="rId318"/>
    <p:sldId id="695" r:id="rId319"/>
    <p:sldId id="696" r:id="rId320"/>
    <p:sldId id="697" r:id="rId321"/>
    <p:sldId id="698" r:id="rId322"/>
    <p:sldId id="699" r:id="rId323"/>
    <p:sldId id="700" r:id="rId324"/>
    <p:sldId id="701" r:id="rId325"/>
    <p:sldId id="702" r:id="rId326"/>
    <p:sldId id="703" r:id="rId327"/>
    <p:sldId id="704" r:id="rId328"/>
    <p:sldId id="705" r:id="rId329"/>
    <p:sldId id="712" r:id="rId330"/>
    <p:sldId id="713" r:id="rId331"/>
    <p:sldId id="706" r:id="rId332"/>
    <p:sldId id="707" r:id="rId333"/>
    <p:sldId id="709" r:id="rId334"/>
    <p:sldId id="710" r:id="rId335"/>
    <p:sldId id="711" r:id="rId336"/>
    <p:sldId id="714" r:id="rId337"/>
    <p:sldId id="715" r:id="rId338"/>
    <p:sldId id="716" r:id="rId339"/>
    <p:sldId id="717" r:id="rId340"/>
    <p:sldId id="718" r:id="rId341"/>
    <p:sldId id="719" r:id="rId342"/>
    <p:sldId id="720" r:id="rId343"/>
    <p:sldId id="690" r:id="rId344"/>
    <p:sldId id="724" r:id="rId345"/>
    <p:sldId id="723" r:id="rId346"/>
    <p:sldId id="722" r:id="rId347"/>
    <p:sldId id="721" r:id="rId348"/>
    <p:sldId id="691" r:id="rId349"/>
    <p:sldId id="725" r:id="rId350"/>
    <p:sldId id="726" r:id="rId351"/>
    <p:sldId id="727" r:id="rId352"/>
    <p:sldId id="708" r:id="rId353"/>
    <p:sldId id="683" r:id="rId354"/>
    <p:sldId id="684" r:id="rId355"/>
    <p:sldId id="685" r:id="rId356"/>
    <p:sldId id="686" r:id="rId357"/>
    <p:sldId id="687" r:id="rId358"/>
    <p:sldId id="728" r:id="rId359"/>
    <p:sldId id="688" r:id="rId360"/>
    <p:sldId id="689" r:id="rId361"/>
    <p:sldId id="729" r:id="rId362"/>
    <p:sldId id="730" r:id="rId363"/>
    <p:sldId id="731" r:id="rId364"/>
    <p:sldId id="732" r:id="rId365"/>
    <p:sldId id="733" r:id="rId366"/>
    <p:sldId id="734" r:id="rId367"/>
    <p:sldId id="735" r:id="rId368"/>
    <p:sldId id="736" r:id="rId369"/>
    <p:sldId id="737" r:id="rId370"/>
    <p:sldId id="738" r:id="rId371"/>
    <p:sldId id="739" r:id="rId372"/>
    <p:sldId id="740" r:id="rId373"/>
    <p:sldId id="741" r:id="rId374"/>
    <p:sldId id="742" r:id="rId375"/>
    <p:sldId id="743" r:id="rId376"/>
    <p:sldId id="744" r:id="rId377"/>
    <p:sldId id="745" r:id="rId378"/>
    <p:sldId id="746" r:id="rId379"/>
    <p:sldId id="747" r:id="rId380"/>
    <p:sldId id="748" r:id="rId381"/>
    <p:sldId id="753" r:id="rId382"/>
    <p:sldId id="749" r:id="rId383"/>
    <p:sldId id="754" r:id="rId384"/>
    <p:sldId id="757" r:id="rId385"/>
    <p:sldId id="755" r:id="rId386"/>
    <p:sldId id="758" r:id="rId387"/>
    <p:sldId id="750" r:id="rId388"/>
    <p:sldId id="751" r:id="rId389"/>
    <p:sldId id="752" r:id="rId390"/>
    <p:sldId id="756" r:id="rId391"/>
    <p:sldId id="339" r:id="rId392"/>
    <p:sldId id="364" r:id="rId393"/>
  </p:sldIdLst>
  <p:sldSz cx="9144000" cy="6858000" type="screen4x3"/>
  <p:notesSz cx="6858000" cy="9144000"/>
  <p:custDataLst>
    <p:tags r:id="rId39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">
          <p15:clr>
            <a:srgbClr val="A4A3A4"/>
          </p15:clr>
        </p15:guide>
        <p15:guide id="2" orient="horz" pos="4043">
          <p15:clr>
            <a:srgbClr val="A4A3A4"/>
          </p15:clr>
        </p15:guide>
        <p15:guide id="3" orient="horz" pos="2387">
          <p15:clr>
            <a:srgbClr val="A4A3A4"/>
          </p15:clr>
        </p15:guide>
        <p15:guide id="4" orient="horz" pos="4233">
          <p15:clr>
            <a:srgbClr val="A4A3A4"/>
          </p15:clr>
        </p15:guide>
        <p15:guide id="5" orient="horz" pos="924">
          <p15:clr>
            <a:srgbClr val="A4A3A4"/>
          </p15:clr>
        </p15:guide>
        <p15:guide id="6" orient="horz" pos="736">
          <p15:clr>
            <a:srgbClr val="A4A3A4"/>
          </p15:clr>
        </p15:guide>
        <p15:guide id="7" orient="horz" pos="2882">
          <p15:clr>
            <a:srgbClr val="A4A3A4"/>
          </p15:clr>
        </p15:guide>
        <p15:guide id="8" orient="horz" pos="560">
          <p15:clr>
            <a:srgbClr val="A4A3A4"/>
          </p15:clr>
        </p15:guide>
        <p15:guide id="9" pos="2880">
          <p15:clr>
            <a:srgbClr val="A4A3A4"/>
          </p15:clr>
        </p15:guide>
        <p15:guide id="10" pos="280">
          <p15:clr>
            <a:srgbClr val="A4A3A4"/>
          </p15:clr>
        </p15:guide>
        <p15:guide id="11" pos="5501">
          <p15:clr>
            <a:srgbClr val="A4A3A4"/>
          </p15:clr>
        </p15:guide>
        <p15:guide id="12" pos="2824">
          <p15:clr>
            <a:srgbClr val="A4A3A4"/>
          </p15:clr>
        </p15:guide>
        <p15:guide id="13" pos="2936">
          <p15:clr>
            <a:srgbClr val="A4A3A4"/>
          </p15:clr>
        </p15:guide>
        <p15:guide id="14" pos="4172">
          <p15:clr>
            <a:srgbClr val="A4A3A4"/>
          </p15:clr>
        </p15:guide>
        <p15:guide id="15" pos="1585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ndyJ" initials="JB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CAED"/>
    <a:srgbClr val="000000"/>
    <a:srgbClr val="992222"/>
    <a:srgbClr val="00BBEE"/>
    <a:srgbClr val="7F7F7F"/>
    <a:srgbClr val="666666"/>
    <a:srgbClr val="FF0000"/>
    <a:srgbClr val="C85FC8"/>
    <a:srgbClr val="722772"/>
    <a:srgbClr val="869E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301B821-A1FF-4177-AEE7-76D212191A0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78333" autoAdjust="0"/>
  </p:normalViewPr>
  <p:slideViewPr>
    <p:cSldViewPr snapToObjects="1" showGuides="1">
      <p:cViewPr varScale="1">
        <p:scale>
          <a:sx n="66" d="100"/>
          <a:sy n="66" d="100"/>
        </p:scale>
        <p:origin x="1304" y="272"/>
      </p:cViewPr>
      <p:guideLst>
        <p:guide orient="horz" pos="5"/>
        <p:guide orient="horz" pos="4043"/>
        <p:guide orient="horz" pos="2387"/>
        <p:guide orient="horz" pos="4233"/>
        <p:guide orient="horz" pos="924"/>
        <p:guide orient="horz" pos="736"/>
        <p:guide orient="horz" pos="2882"/>
        <p:guide orient="horz" pos="560"/>
        <p:guide pos="2880"/>
        <p:guide pos="280"/>
        <p:guide pos="5501"/>
        <p:guide pos="2824"/>
        <p:guide pos="2936"/>
        <p:guide pos="4172"/>
        <p:guide pos="1585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7763"/>
    </p:cViewPr>
  </p:sorterViewPr>
  <p:notesViewPr>
    <p:cSldViewPr snapToObjects="1" showGuides="1">
      <p:cViewPr varScale="1">
        <p:scale>
          <a:sx n="67" d="100"/>
          <a:sy n="67" d="100"/>
        </p:scale>
        <p:origin x="-2796" y="-9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3.xml"/><Relationship Id="rId299" Type="http://schemas.openxmlformats.org/officeDocument/2006/relationships/slide" Target="slides/slide295.xml"/><Relationship Id="rId21" Type="http://schemas.openxmlformats.org/officeDocument/2006/relationships/slide" Target="slides/slide17.xml"/><Relationship Id="rId63" Type="http://schemas.openxmlformats.org/officeDocument/2006/relationships/slide" Target="slides/slide59.xml"/><Relationship Id="rId159" Type="http://schemas.openxmlformats.org/officeDocument/2006/relationships/slide" Target="slides/slide155.xml"/><Relationship Id="rId324" Type="http://schemas.openxmlformats.org/officeDocument/2006/relationships/slide" Target="slides/slide320.xml"/><Relationship Id="rId366" Type="http://schemas.openxmlformats.org/officeDocument/2006/relationships/slide" Target="slides/slide362.xml"/><Relationship Id="rId170" Type="http://schemas.openxmlformats.org/officeDocument/2006/relationships/slide" Target="slides/slide166.xml"/><Relationship Id="rId226" Type="http://schemas.openxmlformats.org/officeDocument/2006/relationships/slide" Target="slides/slide222.xml"/><Relationship Id="rId268" Type="http://schemas.openxmlformats.org/officeDocument/2006/relationships/slide" Target="slides/slide264.xml"/><Relationship Id="rId32" Type="http://schemas.openxmlformats.org/officeDocument/2006/relationships/slide" Target="slides/slide28.xml"/><Relationship Id="rId74" Type="http://schemas.openxmlformats.org/officeDocument/2006/relationships/slide" Target="slides/slide70.xml"/><Relationship Id="rId128" Type="http://schemas.openxmlformats.org/officeDocument/2006/relationships/slide" Target="slides/slide124.xml"/><Relationship Id="rId335" Type="http://schemas.openxmlformats.org/officeDocument/2006/relationships/slide" Target="slides/slide331.xml"/><Relationship Id="rId377" Type="http://schemas.openxmlformats.org/officeDocument/2006/relationships/slide" Target="slides/slide373.xml"/><Relationship Id="rId5" Type="http://schemas.openxmlformats.org/officeDocument/2006/relationships/slide" Target="slides/slide1.xml"/><Relationship Id="rId181" Type="http://schemas.openxmlformats.org/officeDocument/2006/relationships/slide" Target="slides/slide177.xml"/><Relationship Id="rId237" Type="http://schemas.openxmlformats.org/officeDocument/2006/relationships/slide" Target="slides/slide233.xml"/><Relationship Id="rId279" Type="http://schemas.openxmlformats.org/officeDocument/2006/relationships/slide" Target="slides/slide275.xml"/><Relationship Id="rId43" Type="http://schemas.openxmlformats.org/officeDocument/2006/relationships/slide" Target="slides/slide39.xml"/><Relationship Id="rId139" Type="http://schemas.openxmlformats.org/officeDocument/2006/relationships/slide" Target="slides/slide135.xml"/><Relationship Id="rId290" Type="http://schemas.openxmlformats.org/officeDocument/2006/relationships/slide" Target="slides/slide286.xml"/><Relationship Id="rId304" Type="http://schemas.openxmlformats.org/officeDocument/2006/relationships/slide" Target="slides/slide300.xml"/><Relationship Id="rId346" Type="http://schemas.openxmlformats.org/officeDocument/2006/relationships/slide" Target="slides/slide342.xml"/><Relationship Id="rId388" Type="http://schemas.openxmlformats.org/officeDocument/2006/relationships/slide" Target="slides/slide384.xml"/><Relationship Id="rId85" Type="http://schemas.openxmlformats.org/officeDocument/2006/relationships/slide" Target="slides/slide81.xml"/><Relationship Id="rId150" Type="http://schemas.openxmlformats.org/officeDocument/2006/relationships/slide" Target="slides/slide146.xml"/><Relationship Id="rId192" Type="http://schemas.openxmlformats.org/officeDocument/2006/relationships/slide" Target="slides/slide188.xml"/><Relationship Id="rId206" Type="http://schemas.openxmlformats.org/officeDocument/2006/relationships/slide" Target="slides/slide202.xml"/><Relationship Id="rId248" Type="http://schemas.openxmlformats.org/officeDocument/2006/relationships/slide" Target="slides/slide244.xml"/><Relationship Id="rId12" Type="http://schemas.openxmlformats.org/officeDocument/2006/relationships/slide" Target="slides/slide8.xml"/><Relationship Id="rId108" Type="http://schemas.openxmlformats.org/officeDocument/2006/relationships/slide" Target="slides/slide104.xml"/><Relationship Id="rId315" Type="http://schemas.openxmlformats.org/officeDocument/2006/relationships/slide" Target="slides/slide311.xml"/><Relationship Id="rId357" Type="http://schemas.openxmlformats.org/officeDocument/2006/relationships/slide" Target="slides/slide353.xml"/><Relationship Id="rId54" Type="http://schemas.openxmlformats.org/officeDocument/2006/relationships/slide" Target="slides/slide50.xml"/><Relationship Id="rId96" Type="http://schemas.openxmlformats.org/officeDocument/2006/relationships/slide" Target="slides/slide92.xml"/><Relationship Id="rId161" Type="http://schemas.openxmlformats.org/officeDocument/2006/relationships/slide" Target="slides/slide157.xml"/><Relationship Id="rId217" Type="http://schemas.openxmlformats.org/officeDocument/2006/relationships/slide" Target="slides/slide213.xml"/><Relationship Id="rId399" Type="http://schemas.openxmlformats.org/officeDocument/2006/relationships/viewProps" Target="viewProps.xml"/><Relationship Id="rId259" Type="http://schemas.openxmlformats.org/officeDocument/2006/relationships/slide" Target="slides/slide255.xml"/><Relationship Id="rId23" Type="http://schemas.openxmlformats.org/officeDocument/2006/relationships/slide" Target="slides/slide19.xml"/><Relationship Id="rId119" Type="http://schemas.openxmlformats.org/officeDocument/2006/relationships/slide" Target="slides/slide115.xml"/><Relationship Id="rId270" Type="http://schemas.openxmlformats.org/officeDocument/2006/relationships/slide" Target="slides/slide266.xml"/><Relationship Id="rId326" Type="http://schemas.openxmlformats.org/officeDocument/2006/relationships/slide" Target="slides/slide322.xml"/><Relationship Id="rId65" Type="http://schemas.openxmlformats.org/officeDocument/2006/relationships/slide" Target="slides/slide61.xml"/><Relationship Id="rId130" Type="http://schemas.openxmlformats.org/officeDocument/2006/relationships/slide" Target="slides/slide126.xml"/><Relationship Id="rId368" Type="http://schemas.openxmlformats.org/officeDocument/2006/relationships/slide" Target="slides/slide364.xml"/><Relationship Id="rId172" Type="http://schemas.openxmlformats.org/officeDocument/2006/relationships/slide" Target="slides/slide168.xml"/><Relationship Id="rId228" Type="http://schemas.openxmlformats.org/officeDocument/2006/relationships/slide" Target="slides/slide224.xml"/><Relationship Id="rId281" Type="http://schemas.openxmlformats.org/officeDocument/2006/relationships/slide" Target="slides/slide277.xml"/><Relationship Id="rId337" Type="http://schemas.openxmlformats.org/officeDocument/2006/relationships/slide" Target="slides/slide333.xml"/><Relationship Id="rId34" Type="http://schemas.openxmlformats.org/officeDocument/2006/relationships/slide" Target="slides/slide30.xml"/><Relationship Id="rId76" Type="http://schemas.openxmlformats.org/officeDocument/2006/relationships/slide" Target="slides/slide72.xml"/><Relationship Id="rId141" Type="http://schemas.openxmlformats.org/officeDocument/2006/relationships/slide" Target="slides/slide137.xml"/><Relationship Id="rId379" Type="http://schemas.openxmlformats.org/officeDocument/2006/relationships/slide" Target="slides/slide375.xml"/><Relationship Id="rId7" Type="http://schemas.openxmlformats.org/officeDocument/2006/relationships/slide" Target="slides/slide3.xml"/><Relationship Id="rId183" Type="http://schemas.openxmlformats.org/officeDocument/2006/relationships/slide" Target="slides/slide179.xml"/><Relationship Id="rId239" Type="http://schemas.openxmlformats.org/officeDocument/2006/relationships/slide" Target="slides/slide235.xml"/><Relationship Id="rId390" Type="http://schemas.openxmlformats.org/officeDocument/2006/relationships/slide" Target="slides/slide386.xml"/><Relationship Id="rId250" Type="http://schemas.openxmlformats.org/officeDocument/2006/relationships/slide" Target="slides/slide246.xml"/><Relationship Id="rId292" Type="http://schemas.openxmlformats.org/officeDocument/2006/relationships/slide" Target="slides/slide288.xml"/><Relationship Id="rId306" Type="http://schemas.openxmlformats.org/officeDocument/2006/relationships/slide" Target="slides/slide302.xml"/><Relationship Id="rId45" Type="http://schemas.openxmlformats.org/officeDocument/2006/relationships/slide" Target="slides/slide41.xml"/><Relationship Id="rId87" Type="http://schemas.openxmlformats.org/officeDocument/2006/relationships/slide" Target="slides/slide83.xml"/><Relationship Id="rId110" Type="http://schemas.openxmlformats.org/officeDocument/2006/relationships/slide" Target="slides/slide106.xml"/><Relationship Id="rId348" Type="http://schemas.openxmlformats.org/officeDocument/2006/relationships/slide" Target="slides/slide344.xml"/><Relationship Id="rId152" Type="http://schemas.openxmlformats.org/officeDocument/2006/relationships/slide" Target="slides/slide148.xml"/><Relationship Id="rId194" Type="http://schemas.openxmlformats.org/officeDocument/2006/relationships/slide" Target="slides/slide190.xml"/><Relationship Id="rId208" Type="http://schemas.openxmlformats.org/officeDocument/2006/relationships/slide" Target="slides/slide204.xml"/><Relationship Id="rId261" Type="http://schemas.openxmlformats.org/officeDocument/2006/relationships/slide" Target="slides/slide257.xml"/><Relationship Id="rId14" Type="http://schemas.openxmlformats.org/officeDocument/2006/relationships/slide" Target="slides/slide10.xml"/><Relationship Id="rId56" Type="http://schemas.openxmlformats.org/officeDocument/2006/relationships/slide" Target="slides/slide52.xml"/><Relationship Id="rId317" Type="http://schemas.openxmlformats.org/officeDocument/2006/relationships/slide" Target="slides/slide313.xml"/><Relationship Id="rId359" Type="http://schemas.openxmlformats.org/officeDocument/2006/relationships/slide" Target="slides/slide355.xml"/><Relationship Id="rId98" Type="http://schemas.openxmlformats.org/officeDocument/2006/relationships/slide" Target="slides/slide94.xml"/><Relationship Id="rId121" Type="http://schemas.openxmlformats.org/officeDocument/2006/relationships/slide" Target="slides/slide117.xml"/><Relationship Id="rId163" Type="http://schemas.openxmlformats.org/officeDocument/2006/relationships/slide" Target="slides/slide159.xml"/><Relationship Id="rId219" Type="http://schemas.openxmlformats.org/officeDocument/2006/relationships/slide" Target="slides/slide215.xml"/><Relationship Id="rId370" Type="http://schemas.openxmlformats.org/officeDocument/2006/relationships/slide" Target="slides/slide366.xml"/><Relationship Id="rId230" Type="http://schemas.openxmlformats.org/officeDocument/2006/relationships/slide" Target="slides/slide226.xml"/><Relationship Id="rId25" Type="http://schemas.openxmlformats.org/officeDocument/2006/relationships/slide" Target="slides/slide21.xml"/><Relationship Id="rId67" Type="http://schemas.openxmlformats.org/officeDocument/2006/relationships/slide" Target="slides/slide63.xml"/><Relationship Id="rId272" Type="http://schemas.openxmlformats.org/officeDocument/2006/relationships/slide" Target="slides/slide268.xml"/><Relationship Id="rId328" Type="http://schemas.openxmlformats.org/officeDocument/2006/relationships/slide" Target="slides/slide324.xml"/><Relationship Id="rId132" Type="http://schemas.openxmlformats.org/officeDocument/2006/relationships/slide" Target="slides/slide128.xml"/><Relationship Id="rId174" Type="http://schemas.openxmlformats.org/officeDocument/2006/relationships/slide" Target="slides/slide170.xml"/><Relationship Id="rId381" Type="http://schemas.openxmlformats.org/officeDocument/2006/relationships/slide" Target="slides/slide377.xml"/><Relationship Id="rId241" Type="http://schemas.openxmlformats.org/officeDocument/2006/relationships/slide" Target="slides/slide237.xml"/><Relationship Id="rId36" Type="http://schemas.openxmlformats.org/officeDocument/2006/relationships/slide" Target="slides/slide32.xml"/><Relationship Id="rId283" Type="http://schemas.openxmlformats.org/officeDocument/2006/relationships/slide" Target="slides/slide279.xml"/><Relationship Id="rId339" Type="http://schemas.openxmlformats.org/officeDocument/2006/relationships/slide" Target="slides/slide335.xml"/><Relationship Id="rId78" Type="http://schemas.openxmlformats.org/officeDocument/2006/relationships/slide" Target="slides/slide74.xml"/><Relationship Id="rId101" Type="http://schemas.openxmlformats.org/officeDocument/2006/relationships/slide" Target="slides/slide97.xml"/><Relationship Id="rId143" Type="http://schemas.openxmlformats.org/officeDocument/2006/relationships/slide" Target="slides/slide139.xml"/><Relationship Id="rId185" Type="http://schemas.openxmlformats.org/officeDocument/2006/relationships/slide" Target="slides/slide181.xml"/><Relationship Id="rId350" Type="http://schemas.openxmlformats.org/officeDocument/2006/relationships/slide" Target="slides/slide346.xml"/><Relationship Id="rId9" Type="http://schemas.openxmlformats.org/officeDocument/2006/relationships/slide" Target="slides/slide5.xml"/><Relationship Id="rId210" Type="http://schemas.openxmlformats.org/officeDocument/2006/relationships/slide" Target="slides/slide206.xml"/><Relationship Id="rId392" Type="http://schemas.openxmlformats.org/officeDocument/2006/relationships/slide" Target="slides/slide388.xml"/><Relationship Id="rId252" Type="http://schemas.openxmlformats.org/officeDocument/2006/relationships/slide" Target="slides/slide248.xml"/><Relationship Id="rId294" Type="http://schemas.openxmlformats.org/officeDocument/2006/relationships/slide" Target="slides/slide290.xml"/><Relationship Id="rId308" Type="http://schemas.openxmlformats.org/officeDocument/2006/relationships/slide" Target="slides/slide304.xml"/><Relationship Id="rId47" Type="http://schemas.openxmlformats.org/officeDocument/2006/relationships/slide" Target="slides/slide43.xml"/><Relationship Id="rId89" Type="http://schemas.openxmlformats.org/officeDocument/2006/relationships/slide" Target="slides/slide85.xml"/><Relationship Id="rId112" Type="http://schemas.openxmlformats.org/officeDocument/2006/relationships/slide" Target="slides/slide108.xml"/><Relationship Id="rId154" Type="http://schemas.openxmlformats.org/officeDocument/2006/relationships/slide" Target="slides/slide150.xml"/><Relationship Id="rId361" Type="http://schemas.openxmlformats.org/officeDocument/2006/relationships/slide" Target="slides/slide357.xml"/><Relationship Id="rId196" Type="http://schemas.openxmlformats.org/officeDocument/2006/relationships/slide" Target="slides/slide192.xml"/><Relationship Id="rId16" Type="http://schemas.openxmlformats.org/officeDocument/2006/relationships/slide" Target="slides/slide12.xml"/><Relationship Id="rId221" Type="http://schemas.openxmlformats.org/officeDocument/2006/relationships/slide" Target="slides/slide217.xml"/><Relationship Id="rId263" Type="http://schemas.openxmlformats.org/officeDocument/2006/relationships/slide" Target="slides/slide259.xml"/><Relationship Id="rId319" Type="http://schemas.openxmlformats.org/officeDocument/2006/relationships/slide" Target="slides/slide315.xml"/><Relationship Id="rId58" Type="http://schemas.openxmlformats.org/officeDocument/2006/relationships/slide" Target="slides/slide54.xml"/><Relationship Id="rId123" Type="http://schemas.openxmlformats.org/officeDocument/2006/relationships/slide" Target="slides/slide119.xml"/><Relationship Id="rId330" Type="http://schemas.openxmlformats.org/officeDocument/2006/relationships/slide" Target="slides/slide326.xml"/><Relationship Id="rId90" Type="http://schemas.openxmlformats.org/officeDocument/2006/relationships/slide" Target="slides/slide86.xml"/><Relationship Id="rId165" Type="http://schemas.openxmlformats.org/officeDocument/2006/relationships/slide" Target="slides/slide161.xml"/><Relationship Id="rId186" Type="http://schemas.openxmlformats.org/officeDocument/2006/relationships/slide" Target="slides/slide182.xml"/><Relationship Id="rId351" Type="http://schemas.openxmlformats.org/officeDocument/2006/relationships/slide" Target="slides/slide347.xml"/><Relationship Id="rId372" Type="http://schemas.openxmlformats.org/officeDocument/2006/relationships/slide" Target="slides/slide368.xml"/><Relationship Id="rId393" Type="http://schemas.openxmlformats.org/officeDocument/2006/relationships/slide" Target="slides/slide389.xml"/><Relationship Id="rId211" Type="http://schemas.openxmlformats.org/officeDocument/2006/relationships/slide" Target="slides/slide207.xml"/><Relationship Id="rId232" Type="http://schemas.openxmlformats.org/officeDocument/2006/relationships/slide" Target="slides/slide228.xml"/><Relationship Id="rId253" Type="http://schemas.openxmlformats.org/officeDocument/2006/relationships/slide" Target="slides/slide249.xml"/><Relationship Id="rId274" Type="http://schemas.openxmlformats.org/officeDocument/2006/relationships/slide" Target="slides/slide270.xml"/><Relationship Id="rId295" Type="http://schemas.openxmlformats.org/officeDocument/2006/relationships/slide" Target="slides/slide291.xml"/><Relationship Id="rId309" Type="http://schemas.openxmlformats.org/officeDocument/2006/relationships/slide" Target="slides/slide305.xml"/><Relationship Id="rId27" Type="http://schemas.openxmlformats.org/officeDocument/2006/relationships/slide" Target="slides/slide23.xml"/><Relationship Id="rId48" Type="http://schemas.openxmlformats.org/officeDocument/2006/relationships/slide" Target="slides/slide44.xml"/><Relationship Id="rId69" Type="http://schemas.openxmlformats.org/officeDocument/2006/relationships/slide" Target="slides/slide65.xml"/><Relationship Id="rId113" Type="http://schemas.openxmlformats.org/officeDocument/2006/relationships/slide" Target="slides/slide109.xml"/><Relationship Id="rId134" Type="http://schemas.openxmlformats.org/officeDocument/2006/relationships/slide" Target="slides/slide130.xml"/><Relationship Id="rId320" Type="http://schemas.openxmlformats.org/officeDocument/2006/relationships/slide" Target="slides/slide316.xml"/><Relationship Id="rId80" Type="http://schemas.openxmlformats.org/officeDocument/2006/relationships/slide" Target="slides/slide76.xml"/><Relationship Id="rId155" Type="http://schemas.openxmlformats.org/officeDocument/2006/relationships/slide" Target="slides/slide151.xml"/><Relationship Id="rId176" Type="http://schemas.openxmlformats.org/officeDocument/2006/relationships/slide" Target="slides/slide172.xml"/><Relationship Id="rId197" Type="http://schemas.openxmlformats.org/officeDocument/2006/relationships/slide" Target="slides/slide193.xml"/><Relationship Id="rId341" Type="http://schemas.openxmlformats.org/officeDocument/2006/relationships/slide" Target="slides/slide337.xml"/><Relationship Id="rId362" Type="http://schemas.openxmlformats.org/officeDocument/2006/relationships/slide" Target="slides/slide358.xml"/><Relationship Id="rId383" Type="http://schemas.openxmlformats.org/officeDocument/2006/relationships/slide" Target="slides/slide379.xml"/><Relationship Id="rId201" Type="http://schemas.openxmlformats.org/officeDocument/2006/relationships/slide" Target="slides/slide197.xml"/><Relationship Id="rId222" Type="http://schemas.openxmlformats.org/officeDocument/2006/relationships/slide" Target="slides/slide218.xml"/><Relationship Id="rId243" Type="http://schemas.openxmlformats.org/officeDocument/2006/relationships/slide" Target="slides/slide239.xml"/><Relationship Id="rId264" Type="http://schemas.openxmlformats.org/officeDocument/2006/relationships/slide" Target="slides/slide260.xml"/><Relationship Id="rId285" Type="http://schemas.openxmlformats.org/officeDocument/2006/relationships/slide" Target="slides/slide281.xml"/><Relationship Id="rId17" Type="http://schemas.openxmlformats.org/officeDocument/2006/relationships/slide" Target="slides/slide13.xml"/><Relationship Id="rId38" Type="http://schemas.openxmlformats.org/officeDocument/2006/relationships/slide" Target="slides/slide34.xml"/><Relationship Id="rId59" Type="http://schemas.openxmlformats.org/officeDocument/2006/relationships/slide" Target="slides/slide55.xml"/><Relationship Id="rId103" Type="http://schemas.openxmlformats.org/officeDocument/2006/relationships/slide" Target="slides/slide99.xml"/><Relationship Id="rId124" Type="http://schemas.openxmlformats.org/officeDocument/2006/relationships/slide" Target="slides/slide120.xml"/><Relationship Id="rId310" Type="http://schemas.openxmlformats.org/officeDocument/2006/relationships/slide" Target="slides/slide306.xml"/><Relationship Id="rId70" Type="http://schemas.openxmlformats.org/officeDocument/2006/relationships/slide" Target="slides/slide66.xml"/><Relationship Id="rId91" Type="http://schemas.openxmlformats.org/officeDocument/2006/relationships/slide" Target="slides/slide87.xml"/><Relationship Id="rId145" Type="http://schemas.openxmlformats.org/officeDocument/2006/relationships/slide" Target="slides/slide141.xml"/><Relationship Id="rId166" Type="http://schemas.openxmlformats.org/officeDocument/2006/relationships/slide" Target="slides/slide162.xml"/><Relationship Id="rId187" Type="http://schemas.openxmlformats.org/officeDocument/2006/relationships/slide" Target="slides/slide183.xml"/><Relationship Id="rId331" Type="http://schemas.openxmlformats.org/officeDocument/2006/relationships/slide" Target="slides/slide327.xml"/><Relationship Id="rId352" Type="http://schemas.openxmlformats.org/officeDocument/2006/relationships/slide" Target="slides/slide348.xml"/><Relationship Id="rId373" Type="http://schemas.openxmlformats.org/officeDocument/2006/relationships/slide" Target="slides/slide369.xml"/><Relationship Id="rId394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212" Type="http://schemas.openxmlformats.org/officeDocument/2006/relationships/slide" Target="slides/slide208.xml"/><Relationship Id="rId233" Type="http://schemas.openxmlformats.org/officeDocument/2006/relationships/slide" Target="slides/slide229.xml"/><Relationship Id="rId254" Type="http://schemas.openxmlformats.org/officeDocument/2006/relationships/slide" Target="slides/slide250.xml"/><Relationship Id="rId28" Type="http://schemas.openxmlformats.org/officeDocument/2006/relationships/slide" Target="slides/slide24.xml"/><Relationship Id="rId49" Type="http://schemas.openxmlformats.org/officeDocument/2006/relationships/slide" Target="slides/slide45.xml"/><Relationship Id="rId114" Type="http://schemas.openxmlformats.org/officeDocument/2006/relationships/slide" Target="slides/slide110.xml"/><Relationship Id="rId275" Type="http://schemas.openxmlformats.org/officeDocument/2006/relationships/slide" Target="slides/slide271.xml"/><Relationship Id="rId296" Type="http://schemas.openxmlformats.org/officeDocument/2006/relationships/slide" Target="slides/slide292.xml"/><Relationship Id="rId300" Type="http://schemas.openxmlformats.org/officeDocument/2006/relationships/slide" Target="slides/slide296.xml"/><Relationship Id="rId60" Type="http://schemas.openxmlformats.org/officeDocument/2006/relationships/slide" Target="slides/slide56.xml"/><Relationship Id="rId81" Type="http://schemas.openxmlformats.org/officeDocument/2006/relationships/slide" Target="slides/slide77.xml"/><Relationship Id="rId135" Type="http://schemas.openxmlformats.org/officeDocument/2006/relationships/slide" Target="slides/slide131.xml"/><Relationship Id="rId156" Type="http://schemas.openxmlformats.org/officeDocument/2006/relationships/slide" Target="slides/slide152.xml"/><Relationship Id="rId177" Type="http://schemas.openxmlformats.org/officeDocument/2006/relationships/slide" Target="slides/slide173.xml"/><Relationship Id="rId198" Type="http://schemas.openxmlformats.org/officeDocument/2006/relationships/slide" Target="slides/slide194.xml"/><Relationship Id="rId321" Type="http://schemas.openxmlformats.org/officeDocument/2006/relationships/slide" Target="slides/slide317.xml"/><Relationship Id="rId342" Type="http://schemas.openxmlformats.org/officeDocument/2006/relationships/slide" Target="slides/slide338.xml"/><Relationship Id="rId363" Type="http://schemas.openxmlformats.org/officeDocument/2006/relationships/slide" Target="slides/slide359.xml"/><Relationship Id="rId384" Type="http://schemas.openxmlformats.org/officeDocument/2006/relationships/slide" Target="slides/slide380.xml"/><Relationship Id="rId202" Type="http://schemas.openxmlformats.org/officeDocument/2006/relationships/slide" Target="slides/slide198.xml"/><Relationship Id="rId223" Type="http://schemas.openxmlformats.org/officeDocument/2006/relationships/slide" Target="slides/slide219.xml"/><Relationship Id="rId244" Type="http://schemas.openxmlformats.org/officeDocument/2006/relationships/slide" Target="slides/slide240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265" Type="http://schemas.openxmlformats.org/officeDocument/2006/relationships/slide" Target="slides/slide261.xml"/><Relationship Id="rId286" Type="http://schemas.openxmlformats.org/officeDocument/2006/relationships/slide" Target="slides/slide282.xml"/><Relationship Id="rId50" Type="http://schemas.openxmlformats.org/officeDocument/2006/relationships/slide" Target="slides/slide46.xml"/><Relationship Id="rId104" Type="http://schemas.openxmlformats.org/officeDocument/2006/relationships/slide" Target="slides/slide100.xml"/><Relationship Id="rId125" Type="http://schemas.openxmlformats.org/officeDocument/2006/relationships/slide" Target="slides/slide121.xml"/><Relationship Id="rId146" Type="http://schemas.openxmlformats.org/officeDocument/2006/relationships/slide" Target="slides/slide142.xml"/><Relationship Id="rId167" Type="http://schemas.openxmlformats.org/officeDocument/2006/relationships/slide" Target="slides/slide163.xml"/><Relationship Id="rId188" Type="http://schemas.openxmlformats.org/officeDocument/2006/relationships/slide" Target="slides/slide184.xml"/><Relationship Id="rId311" Type="http://schemas.openxmlformats.org/officeDocument/2006/relationships/slide" Target="slides/slide307.xml"/><Relationship Id="rId332" Type="http://schemas.openxmlformats.org/officeDocument/2006/relationships/slide" Target="slides/slide328.xml"/><Relationship Id="rId353" Type="http://schemas.openxmlformats.org/officeDocument/2006/relationships/slide" Target="slides/slide349.xml"/><Relationship Id="rId374" Type="http://schemas.openxmlformats.org/officeDocument/2006/relationships/slide" Target="slides/slide370.xml"/><Relationship Id="rId395" Type="http://schemas.openxmlformats.org/officeDocument/2006/relationships/handoutMaster" Target="handoutMasters/handoutMaster1.xml"/><Relationship Id="rId71" Type="http://schemas.openxmlformats.org/officeDocument/2006/relationships/slide" Target="slides/slide67.xml"/><Relationship Id="rId92" Type="http://schemas.openxmlformats.org/officeDocument/2006/relationships/slide" Target="slides/slide88.xml"/><Relationship Id="rId213" Type="http://schemas.openxmlformats.org/officeDocument/2006/relationships/slide" Target="slides/slide209.xml"/><Relationship Id="rId234" Type="http://schemas.openxmlformats.org/officeDocument/2006/relationships/slide" Target="slides/slide230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55" Type="http://schemas.openxmlformats.org/officeDocument/2006/relationships/slide" Target="slides/slide251.xml"/><Relationship Id="rId276" Type="http://schemas.openxmlformats.org/officeDocument/2006/relationships/slide" Target="slides/slide272.xml"/><Relationship Id="rId297" Type="http://schemas.openxmlformats.org/officeDocument/2006/relationships/slide" Target="slides/slide293.xml"/><Relationship Id="rId40" Type="http://schemas.openxmlformats.org/officeDocument/2006/relationships/slide" Target="slides/slide36.xml"/><Relationship Id="rId115" Type="http://schemas.openxmlformats.org/officeDocument/2006/relationships/slide" Target="slides/slide111.xml"/><Relationship Id="rId136" Type="http://schemas.openxmlformats.org/officeDocument/2006/relationships/slide" Target="slides/slide132.xml"/><Relationship Id="rId157" Type="http://schemas.openxmlformats.org/officeDocument/2006/relationships/slide" Target="slides/slide153.xml"/><Relationship Id="rId178" Type="http://schemas.openxmlformats.org/officeDocument/2006/relationships/slide" Target="slides/slide174.xml"/><Relationship Id="rId301" Type="http://schemas.openxmlformats.org/officeDocument/2006/relationships/slide" Target="slides/slide297.xml"/><Relationship Id="rId322" Type="http://schemas.openxmlformats.org/officeDocument/2006/relationships/slide" Target="slides/slide318.xml"/><Relationship Id="rId343" Type="http://schemas.openxmlformats.org/officeDocument/2006/relationships/slide" Target="slides/slide339.xml"/><Relationship Id="rId364" Type="http://schemas.openxmlformats.org/officeDocument/2006/relationships/slide" Target="slides/slide360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99" Type="http://schemas.openxmlformats.org/officeDocument/2006/relationships/slide" Target="slides/slide195.xml"/><Relationship Id="rId203" Type="http://schemas.openxmlformats.org/officeDocument/2006/relationships/slide" Target="slides/slide199.xml"/><Relationship Id="rId385" Type="http://schemas.openxmlformats.org/officeDocument/2006/relationships/slide" Target="slides/slide381.xml"/><Relationship Id="rId19" Type="http://schemas.openxmlformats.org/officeDocument/2006/relationships/slide" Target="slides/slide15.xml"/><Relationship Id="rId224" Type="http://schemas.openxmlformats.org/officeDocument/2006/relationships/slide" Target="slides/slide220.xml"/><Relationship Id="rId245" Type="http://schemas.openxmlformats.org/officeDocument/2006/relationships/slide" Target="slides/slide241.xml"/><Relationship Id="rId266" Type="http://schemas.openxmlformats.org/officeDocument/2006/relationships/slide" Target="slides/slide262.xml"/><Relationship Id="rId287" Type="http://schemas.openxmlformats.org/officeDocument/2006/relationships/slide" Target="slides/slide283.xml"/><Relationship Id="rId30" Type="http://schemas.openxmlformats.org/officeDocument/2006/relationships/slide" Target="slides/slide26.xml"/><Relationship Id="rId105" Type="http://schemas.openxmlformats.org/officeDocument/2006/relationships/slide" Target="slides/slide101.xml"/><Relationship Id="rId126" Type="http://schemas.openxmlformats.org/officeDocument/2006/relationships/slide" Target="slides/slide122.xml"/><Relationship Id="rId147" Type="http://schemas.openxmlformats.org/officeDocument/2006/relationships/slide" Target="slides/slide143.xml"/><Relationship Id="rId168" Type="http://schemas.openxmlformats.org/officeDocument/2006/relationships/slide" Target="slides/slide164.xml"/><Relationship Id="rId312" Type="http://schemas.openxmlformats.org/officeDocument/2006/relationships/slide" Target="slides/slide308.xml"/><Relationship Id="rId333" Type="http://schemas.openxmlformats.org/officeDocument/2006/relationships/slide" Target="slides/slide329.xml"/><Relationship Id="rId354" Type="http://schemas.openxmlformats.org/officeDocument/2006/relationships/slide" Target="slides/slide350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93" Type="http://schemas.openxmlformats.org/officeDocument/2006/relationships/slide" Target="slides/slide89.xml"/><Relationship Id="rId189" Type="http://schemas.openxmlformats.org/officeDocument/2006/relationships/slide" Target="slides/slide185.xml"/><Relationship Id="rId375" Type="http://schemas.openxmlformats.org/officeDocument/2006/relationships/slide" Target="slides/slide371.xml"/><Relationship Id="rId396" Type="http://schemas.openxmlformats.org/officeDocument/2006/relationships/tags" Target="tags/tag1.xml"/><Relationship Id="rId3" Type="http://schemas.openxmlformats.org/officeDocument/2006/relationships/customXml" Target="../customXml/item3.xml"/><Relationship Id="rId214" Type="http://schemas.openxmlformats.org/officeDocument/2006/relationships/slide" Target="slides/slide210.xml"/><Relationship Id="rId235" Type="http://schemas.openxmlformats.org/officeDocument/2006/relationships/slide" Target="slides/slide231.xml"/><Relationship Id="rId256" Type="http://schemas.openxmlformats.org/officeDocument/2006/relationships/slide" Target="slides/slide252.xml"/><Relationship Id="rId277" Type="http://schemas.openxmlformats.org/officeDocument/2006/relationships/slide" Target="slides/slide273.xml"/><Relationship Id="rId298" Type="http://schemas.openxmlformats.org/officeDocument/2006/relationships/slide" Target="slides/slide294.xml"/><Relationship Id="rId400" Type="http://schemas.openxmlformats.org/officeDocument/2006/relationships/theme" Target="theme/theme1.xml"/><Relationship Id="rId116" Type="http://schemas.openxmlformats.org/officeDocument/2006/relationships/slide" Target="slides/slide112.xml"/><Relationship Id="rId137" Type="http://schemas.openxmlformats.org/officeDocument/2006/relationships/slide" Target="slides/slide133.xml"/><Relationship Id="rId158" Type="http://schemas.openxmlformats.org/officeDocument/2006/relationships/slide" Target="slides/slide154.xml"/><Relationship Id="rId302" Type="http://schemas.openxmlformats.org/officeDocument/2006/relationships/slide" Target="slides/slide298.xml"/><Relationship Id="rId323" Type="http://schemas.openxmlformats.org/officeDocument/2006/relationships/slide" Target="slides/slide319.xml"/><Relationship Id="rId344" Type="http://schemas.openxmlformats.org/officeDocument/2006/relationships/slide" Target="slides/slide340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62" Type="http://schemas.openxmlformats.org/officeDocument/2006/relationships/slide" Target="slides/slide58.xml"/><Relationship Id="rId83" Type="http://schemas.openxmlformats.org/officeDocument/2006/relationships/slide" Target="slides/slide79.xml"/><Relationship Id="rId179" Type="http://schemas.openxmlformats.org/officeDocument/2006/relationships/slide" Target="slides/slide175.xml"/><Relationship Id="rId365" Type="http://schemas.openxmlformats.org/officeDocument/2006/relationships/slide" Target="slides/slide361.xml"/><Relationship Id="rId386" Type="http://schemas.openxmlformats.org/officeDocument/2006/relationships/slide" Target="slides/slide382.xml"/><Relationship Id="rId190" Type="http://schemas.openxmlformats.org/officeDocument/2006/relationships/slide" Target="slides/slide186.xml"/><Relationship Id="rId204" Type="http://schemas.openxmlformats.org/officeDocument/2006/relationships/slide" Target="slides/slide200.xml"/><Relationship Id="rId225" Type="http://schemas.openxmlformats.org/officeDocument/2006/relationships/slide" Target="slides/slide221.xml"/><Relationship Id="rId246" Type="http://schemas.openxmlformats.org/officeDocument/2006/relationships/slide" Target="slides/slide242.xml"/><Relationship Id="rId267" Type="http://schemas.openxmlformats.org/officeDocument/2006/relationships/slide" Target="slides/slide263.xml"/><Relationship Id="rId288" Type="http://schemas.openxmlformats.org/officeDocument/2006/relationships/slide" Target="slides/slide284.xml"/><Relationship Id="rId106" Type="http://schemas.openxmlformats.org/officeDocument/2006/relationships/slide" Target="slides/slide102.xml"/><Relationship Id="rId127" Type="http://schemas.openxmlformats.org/officeDocument/2006/relationships/slide" Target="slides/slide123.xml"/><Relationship Id="rId313" Type="http://schemas.openxmlformats.org/officeDocument/2006/relationships/slide" Target="slides/slide309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52" Type="http://schemas.openxmlformats.org/officeDocument/2006/relationships/slide" Target="slides/slide48.xml"/><Relationship Id="rId73" Type="http://schemas.openxmlformats.org/officeDocument/2006/relationships/slide" Target="slides/slide69.xml"/><Relationship Id="rId94" Type="http://schemas.openxmlformats.org/officeDocument/2006/relationships/slide" Target="slides/slide90.xml"/><Relationship Id="rId148" Type="http://schemas.openxmlformats.org/officeDocument/2006/relationships/slide" Target="slides/slide144.xml"/><Relationship Id="rId169" Type="http://schemas.openxmlformats.org/officeDocument/2006/relationships/slide" Target="slides/slide165.xml"/><Relationship Id="rId334" Type="http://schemas.openxmlformats.org/officeDocument/2006/relationships/slide" Target="slides/slide330.xml"/><Relationship Id="rId355" Type="http://schemas.openxmlformats.org/officeDocument/2006/relationships/slide" Target="slides/slide351.xml"/><Relationship Id="rId376" Type="http://schemas.openxmlformats.org/officeDocument/2006/relationships/slide" Target="slides/slide372.xml"/><Relationship Id="rId397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180" Type="http://schemas.openxmlformats.org/officeDocument/2006/relationships/slide" Target="slides/slide176.xml"/><Relationship Id="rId215" Type="http://schemas.openxmlformats.org/officeDocument/2006/relationships/slide" Target="slides/slide211.xml"/><Relationship Id="rId236" Type="http://schemas.openxmlformats.org/officeDocument/2006/relationships/slide" Target="slides/slide232.xml"/><Relationship Id="rId257" Type="http://schemas.openxmlformats.org/officeDocument/2006/relationships/slide" Target="slides/slide253.xml"/><Relationship Id="rId278" Type="http://schemas.openxmlformats.org/officeDocument/2006/relationships/slide" Target="slides/slide274.xml"/><Relationship Id="rId401" Type="http://schemas.openxmlformats.org/officeDocument/2006/relationships/tableStyles" Target="tableStyles.xml"/><Relationship Id="rId303" Type="http://schemas.openxmlformats.org/officeDocument/2006/relationships/slide" Target="slides/slide299.xml"/><Relationship Id="rId42" Type="http://schemas.openxmlformats.org/officeDocument/2006/relationships/slide" Target="slides/slide38.xml"/><Relationship Id="rId84" Type="http://schemas.openxmlformats.org/officeDocument/2006/relationships/slide" Target="slides/slide80.xml"/><Relationship Id="rId138" Type="http://schemas.openxmlformats.org/officeDocument/2006/relationships/slide" Target="slides/slide134.xml"/><Relationship Id="rId345" Type="http://schemas.openxmlformats.org/officeDocument/2006/relationships/slide" Target="slides/slide341.xml"/><Relationship Id="rId387" Type="http://schemas.openxmlformats.org/officeDocument/2006/relationships/slide" Target="slides/slide383.xml"/><Relationship Id="rId191" Type="http://schemas.openxmlformats.org/officeDocument/2006/relationships/slide" Target="slides/slide187.xml"/><Relationship Id="rId205" Type="http://schemas.openxmlformats.org/officeDocument/2006/relationships/slide" Target="slides/slide201.xml"/><Relationship Id="rId247" Type="http://schemas.openxmlformats.org/officeDocument/2006/relationships/slide" Target="slides/slide243.xml"/><Relationship Id="rId107" Type="http://schemas.openxmlformats.org/officeDocument/2006/relationships/slide" Target="slides/slide103.xml"/><Relationship Id="rId289" Type="http://schemas.openxmlformats.org/officeDocument/2006/relationships/slide" Target="slides/slide285.xml"/><Relationship Id="rId11" Type="http://schemas.openxmlformats.org/officeDocument/2006/relationships/slide" Target="slides/slide7.xml"/><Relationship Id="rId53" Type="http://schemas.openxmlformats.org/officeDocument/2006/relationships/slide" Target="slides/slide49.xml"/><Relationship Id="rId149" Type="http://schemas.openxmlformats.org/officeDocument/2006/relationships/slide" Target="slides/slide145.xml"/><Relationship Id="rId314" Type="http://schemas.openxmlformats.org/officeDocument/2006/relationships/slide" Target="slides/slide310.xml"/><Relationship Id="rId356" Type="http://schemas.openxmlformats.org/officeDocument/2006/relationships/slide" Target="slides/slide352.xml"/><Relationship Id="rId398" Type="http://schemas.openxmlformats.org/officeDocument/2006/relationships/presProps" Target="presProps.xml"/><Relationship Id="rId95" Type="http://schemas.openxmlformats.org/officeDocument/2006/relationships/slide" Target="slides/slide91.xml"/><Relationship Id="rId160" Type="http://schemas.openxmlformats.org/officeDocument/2006/relationships/slide" Target="slides/slide156.xml"/><Relationship Id="rId216" Type="http://schemas.openxmlformats.org/officeDocument/2006/relationships/slide" Target="slides/slide212.xml"/><Relationship Id="rId258" Type="http://schemas.openxmlformats.org/officeDocument/2006/relationships/slide" Target="slides/slide254.xml"/><Relationship Id="rId22" Type="http://schemas.openxmlformats.org/officeDocument/2006/relationships/slide" Target="slides/slide18.xml"/><Relationship Id="rId64" Type="http://schemas.openxmlformats.org/officeDocument/2006/relationships/slide" Target="slides/slide60.xml"/><Relationship Id="rId118" Type="http://schemas.openxmlformats.org/officeDocument/2006/relationships/slide" Target="slides/slide114.xml"/><Relationship Id="rId325" Type="http://schemas.openxmlformats.org/officeDocument/2006/relationships/slide" Target="slides/slide321.xml"/><Relationship Id="rId367" Type="http://schemas.openxmlformats.org/officeDocument/2006/relationships/slide" Target="slides/slide363.xml"/><Relationship Id="rId171" Type="http://schemas.openxmlformats.org/officeDocument/2006/relationships/slide" Target="slides/slide167.xml"/><Relationship Id="rId227" Type="http://schemas.openxmlformats.org/officeDocument/2006/relationships/slide" Target="slides/slide223.xml"/><Relationship Id="rId269" Type="http://schemas.openxmlformats.org/officeDocument/2006/relationships/slide" Target="slides/slide265.xml"/><Relationship Id="rId33" Type="http://schemas.openxmlformats.org/officeDocument/2006/relationships/slide" Target="slides/slide29.xml"/><Relationship Id="rId129" Type="http://schemas.openxmlformats.org/officeDocument/2006/relationships/slide" Target="slides/slide125.xml"/><Relationship Id="rId280" Type="http://schemas.openxmlformats.org/officeDocument/2006/relationships/slide" Target="slides/slide276.xml"/><Relationship Id="rId336" Type="http://schemas.openxmlformats.org/officeDocument/2006/relationships/slide" Target="slides/slide332.xml"/><Relationship Id="rId75" Type="http://schemas.openxmlformats.org/officeDocument/2006/relationships/slide" Target="slides/slide71.xml"/><Relationship Id="rId140" Type="http://schemas.openxmlformats.org/officeDocument/2006/relationships/slide" Target="slides/slide136.xml"/><Relationship Id="rId182" Type="http://schemas.openxmlformats.org/officeDocument/2006/relationships/slide" Target="slides/slide178.xml"/><Relationship Id="rId378" Type="http://schemas.openxmlformats.org/officeDocument/2006/relationships/slide" Target="slides/slide374.xml"/><Relationship Id="rId6" Type="http://schemas.openxmlformats.org/officeDocument/2006/relationships/slide" Target="slides/slide2.xml"/><Relationship Id="rId238" Type="http://schemas.openxmlformats.org/officeDocument/2006/relationships/slide" Target="slides/slide234.xml"/><Relationship Id="rId291" Type="http://schemas.openxmlformats.org/officeDocument/2006/relationships/slide" Target="slides/slide287.xml"/><Relationship Id="rId305" Type="http://schemas.openxmlformats.org/officeDocument/2006/relationships/slide" Target="slides/slide301.xml"/><Relationship Id="rId347" Type="http://schemas.openxmlformats.org/officeDocument/2006/relationships/slide" Target="slides/slide343.xml"/><Relationship Id="rId44" Type="http://schemas.openxmlformats.org/officeDocument/2006/relationships/slide" Target="slides/slide40.xml"/><Relationship Id="rId86" Type="http://schemas.openxmlformats.org/officeDocument/2006/relationships/slide" Target="slides/slide82.xml"/><Relationship Id="rId151" Type="http://schemas.openxmlformats.org/officeDocument/2006/relationships/slide" Target="slides/slide147.xml"/><Relationship Id="rId389" Type="http://schemas.openxmlformats.org/officeDocument/2006/relationships/slide" Target="slides/slide385.xml"/><Relationship Id="rId193" Type="http://schemas.openxmlformats.org/officeDocument/2006/relationships/slide" Target="slides/slide189.xml"/><Relationship Id="rId207" Type="http://schemas.openxmlformats.org/officeDocument/2006/relationships/slide" Target="slides/slide203.xml"/><Relationship Id="rId249" Type="http://schemas.openxmlformats.org/officeDocument/2006/relationships/slide" Target="slides/slide245.xml"/><Relationship Id="rId13" Type="http://schemas.openxmlformats.org/officeDocument/2006/relationships/slide" Target="slides/slide9.xml"/><Relationship Id="rId109" Type="http://schemas.openxmlformats.org/officeDocument/2006/relationships/slide" Target="slides/slide105.xml"/><Relationship Id="rId260" Type="http://schemas.openxmlformats.org/officeDocument/2006/relationships/slide" Target="slides/slide256.xml"/><Relationship Id="rId316" Type="http://schemas.openxmlformats.org/officeDocument/2006/relationships/slide" Target="slides/slide312.xml"/><Relationship Id="rId55" Type="http://schemas.openxmlformats.org/officeDocument/2006/relationships/slide" Target="slides/slide51.xml"/><Relationship Id="rId97" Type="http://schemas.openxmlformats.org/officeDocument/2006/relationships/slide" Target="slides/slide93.xml"/><Relationship Id="rId120" Type="http://schemas.openxmlformats.org/officeDocument/2006/relationships/slide" Target="slides/slide116.xml"/><Relationship Id="rId358" Type="http://schemas.openxmlformats.org/officeDocument/2006/relationships/slide" Target="slides/slide354.xml"/><Relationship Id="rId162" Type="http://schemas.openxmlformats.org/officeDocument/2006/relationships/slide" Target="slides/slide158.xml"/><Relationship Id="rId218" Type="http://schemas.openxmlformats.org/officeDocument/2006/relationships/slide" Target="slides/slide214.xml"/><Relationship Id="rId271" Type="http://schemas.openxmlformats.org/officeDocument/2006/relationships/slide" Target="slides/slide267.xml"/><Relationship Id="rId24" Type="http://schemas.openxmlformats.org/officeDocument/2006/relationships/slide" Target="slides/slide20.xml"/><Relationship Id="rId66" Type="http://schemas.openxmlformats.org/officeDocument/2006/relationships/slide" Target="slides/slide62.xml"/><Relationship Id="rId131" Type="http://schemas.openxmlformats.org/officeDocument/2006/relationships/slide" Target="slides/slide127.xml"/><Relationship Id="rId327" Type="http://schemas.openxmlformats.org/officeDocument/2006/relationships/slide" Target="slides/slide323.xml"/><Relationship Id="rId369" Type="http://schemas.openxmlformats.org/officeDocument/2006/relationships/slide" Target="slides/slide365.xml"/><Relationship Id="rId173" Type="http://schemas.openxmlformats.org/officeDocument/2006/relationships/slide" Target="slides/slide169.xml"/><Relationship Id="rId229" Type="http://schemas.openxmlformats.org/officeDocument/2006/relationships/slide" Target="slides/slide225.xml"/><Relationship Id="rId380" Type="http://schemas.openxmlformats.org/officeDocument/2006/relationships/slide" Target="slides/slide376.xml"/><Relationship Id="rId240" Type="http://schemas.openxmlformats.org/officeDocument/2006/relationships/slide" Target="slides/slide236.xml"/><Relationship Id="rId35" Type="http://schemas.openxmlformats.org/officeDocument/2006/relationships/slide" Target="slides/slide31.xml"/><Relationship Id="rId77" Type="http://schemas.openxmlformats.org/officeDocument/2006/relationships/slide" Target="slides/slide73.xml"/><Relationship Id="rId100" Type="http://schemas.openxmlformats.org/officeDocument/2006/relationships/slide" Target="slides/slide96.xml"/><Relationship Id="rId282" Type="http://schemas.openxmlformats.org/officeDocument/2006/relationships/slide" Target="slides/slide278.xml"/><Relationship Id="rId338" Type="http://schemas.openxmlformats.org/officeDocument/2006/relationships/slide" Target="slides/slide334.xml"/><Relationship Id="rId8" Type="http://schemas.openxmlformats.org/officeDocument/2006/relationships/slide" Target="slides/slide4.xml"/><Relationship Id="rId142" Type="http://schemas.openxmlformats.org/officeDocument/2006/relationships/slide" Target="slides/slide138.xml"/><Relationship Id="rId184" Type="http://schemas.openxmlformats.org/officeDocument/2006/relationships/slide" Target="slides/slide180.xml"/><Relationship Id="rId391" Type="http://schemas.openxmlformats.org/officeDocument/2006/relationships/slide" Target="slides/slide387.xml"/><Relationship Id="rId251" Type="http://schemas.openxmlformats.org/officeDocument/2006/relationships/slide" Target="slides/slide247.xml"/><Relationship Id="rId46" Type="http://schemas.openxmlformats.org/officeDocument/2006/relationships/slide" Target="slides/slide42.xml"/><Relationship Id="rId293" Type="http://schemas.openxmlformats.org/officeDocument/2006/relationships/slide" Target="slides/slide289.xml"/><Relationship Id="rId307" Type="http://schemas.openxmlformats.org/officeDocument/2006/relationships/slide" Target="slides/slide303.xml"/><Relationship Id="rId349" Type="http://schemas.openxmlformats.org/officeDocument/2006/relationships/slide" Target="slides/slide345.xml"/><Relationship Id="rId88" Type="http://schemas.openxmlformats.org/officeDocument/2006/relationships/slide" Target="slides/slide84.xml"/><Relationship Id="rId111" Type="http://schemas.openxmlformats.org/officeDocument/2006/relationships/slide" Target="slides/slide107.xml"/><Relationship Id="rId153" Type="http://schemas.openxmlformats.org/officeDocument/2006/relationships/slide" Target="slides/slide149.xml"/><Relationship Id="rId195" Type="http://schemas.openxmlformats.org/officeDocument/2006/relationships/slide" Target="slides/slide191.xml"/><Relationship Id="rId209" Type="http://schemas.openxmlformats.org/officeDocument/2006/relationships/slide" Target="slides/slide205.xml"/><Relationship Id="rId360" Type="http://schemas.openxmlformats.org/officeDocument/2006/relationships/slide" Target="slides/slide356.xml"/><Relationship Id="rId220" Type="http://schemas.openxmlformats.org/officeDocument/2006/relationships/slide" Target="slides/slide216.xml"/><Relationship Id="rId15" Type="http://schemas.openxmlformats.org/officeDocument/2006/relationships/slide" Target="slides/slide11.xml"/><Relationship Id="rId57" Type="http://schemas.openxmlformats.org/officeDocument/2006/relationships/slide" Target="slides/slide53.xml"/><Relationship Id="rId262" Type="http://schemas.openxmlformats.org/officeDocument/2006/relationships/slide" Target="slides/slide258.xml"/><Relationship Id="rId318" Type="http://schemas.openxmlformats.org/officeDocument/2006/relationships/slide" Target="slides/slide314.xml"/><Relationship Id="rId99" Type="http://schemas.openxmlformats.org/officeDocument/2006/relationships/slide" Target="slides/slide95.xml"/><Relationship Id="rId122" Type="http://schemas.openxmlformats.org/officeDocument/2006/relationships/slide" Target="slides/slide118.xml"/><Relationship Id="rId164" Type="http://schemas.openxmlformats.org/officeDocument/2006/relationships/slide" Target="slides/slide160.xml"/><Relationship Id="rId371" Type="http://schemas.openxmlformats.org/officeDocument/2006/relationships/slide" Target="slides/slide367.xml"/><Relationship Id="rId26" Type="http://schemas.openxmlformats.org/officeDocument/2006/relationships/slide" Target="slides/slide22.xml"/><Relationship Id="rId231" Type="http://schemas.openxmlformats.org/officeDocument/2006/relationships/slide" Target="slides/slide227.xml"/><Relationship Id="rId273" Type="http://schemas.openxmlformats.org/officeDocument/2006/relationships/slide" Target="slides/slide269.xml"/><Relationship Id="rId329" Type="http://schemas.openxmlformats.org/officeDocument/2006/relationships/slide" Target="slides/slide325.xml"/><Relationship Id="rId68" Type="http://schemas.openxmlformats.org/officeDocument/2006/relationships/slide" Target="slides/slide64.xml"/><Relationship Id="rId133" Type="http://schemas.openxmlformats.org/officeDocument/2006/relationships/slide" Target="slides/slide129.xml"/><Relationship Id="rId175" Type="http://schemas.openxmlformats.org/officeDocument/2006/relationships/slide" Target="slides/slide171.xml"/><Relationship Id="rId340" Type="http://schemas.openxmlformats.org/officeDocument/2006/relationships/slide" Target="slides/slide336.xml"/><Relationship Id="rId200" Type="http://schemas.openxmlformats.org/officeDocument/2006/relationships/slide" Target="slides/slide196.xml"/><Relationship Id="rId382" Type="http://schemas.openxmlformats.org/officeDocument/2006/relationships/slide" Target="slides/slide378.xml"/><Relationship Id="rId242" Type="http://schemas.openxmlformats.org/officeDocument/2006/relationships/slide" Target="slides/slide238.xml"/><Relationship Id="rId284" Type="http://schemas.openxmlformats.org/officeDocument/2006/relationships/slide" Target="slides/slide280.xml"/><Relationship Id="rId37" Type="http://schemas.openxmlformats.org/officeDocument/2006/relationships/slide" Target="slides/slide33.xml"/><Relationship Id="rId79" Type="http://schemas.openxmlformats.org/officeDocument/2006/relationships/slide" Target="slides/slide75.xml"/><Relationship Id="rId102" Type="http://schemas.openxmlformats.org/officeDocument/2006/relationships/slide" Target="slides/slide98.xml"/><Relationship Id="rId144" Type="http://schemas.openxmlformats.org/officeDocument/2006/relationships/slide" Target="slides/slide140.xml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svg"/><Relationship Id="rId1" Type="http://schemas.openxmlformats.org/officeDocument/2006/relationships/image" Target="../media/image28.png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4" Type="http://schemas.openxmlformats.org/officeDocument/2006/relationships/image" Target="../media/image31.svg"/></Relationships>
</file>

<file path=ppt/diagrams/_rels/data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sv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12" Type="http://schemas.openxmlformats.org/officeDocument/2006/relationships/image" Target="../media/image45.svg"/><Relationship Id="rId2" Type="http://schemas.openxmlformats.org/officeDocument/2006/relationships/image" Target="../media/image35.svg"/><Relationship Id="rId1" Type="http://schemas.openxmlformats.org/officeDocument/2006/relationships/image" Target="../media/image34.png"/><Relationship Id="rId6" Type="http://schemas.openxmlformats.org/officeDocument/2006/relationships/image" Target="../media/image39.svg"/><Relationship Id="rId11" Type="http://schemas.openxmlformats.org/officeDocument/2006/relationships/image" Target="../media/image44.png"/><Relationship Id="rId5" Type="http://schemas.openxmlformats.org/officeDocument/2006/relationships/image" Target="../media/image38.png"/><Relationship Id="rId10" Type="http://schemas.openxmlformats.org/officeDocument/2006/relationships/image" Target="../media/image43.svg"/><Relationship Id="rId4" Type="http://schemas.openxmlformats.org/officeDocument/2006/relationships/image" Target="../media/image37.svg"/><Relationship Id="rId9" Type="http://schemas.openxmlformats.org/officeDocument/2006/relationships/image" Target="../media/image42.png"/></Relationships>
</file>

<file path=ppt/diagrams/_rels/data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svg"/><Relationship Id="rId3" Type="http://schemas.openxmlformats.org/officeDocument/2006/relationships/image" Target="../media/image58.png"/><Relationship Id="rId7" Type="http://schemas.openxmlformats.org/officeDocument/2006/relationships/image" Target="../media/image62.png"/><Relationship Id="rId2" Type="http://schemas.openxmlformats.org/officeDocument/2006/relationships/image" Target="../media/image57.svg"/><Relationship Id="rId1" Type="http://schemas.openxmlformats.org/officeDocument/2006/relationships/image" Target="../media/image56.png"/><Relationship Id="rId6" Type="http://schemas.openxmlformats.org/officeDocument/2006/relationships/image" Target="../media/image61.svg"/><Relationship Id="rId5" Type="http://schemas.openxmlformats.org/officeDocument/2006/relationships/image" Target="../media/image60.png"/><Relationship Id="rId4" Type="http://schemas.openxmlformats.org/officeDocument/2006/relationships/image" Target="../media/image59.svg"/></Relationships>
</file>

<file path=ppt/diagrams/_rels/data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svg"/><Relationship Id="rId3" Type="http://schemas.openxmlformats.org/officeDocument/2006/relationships/image" Target="../media/image73.png"/><Relationship Id="rId7" Type="http://schemas.openxmlformats.org/officeDocument/2006/relationships/image" Target="../media/image77.png"/><Relationship Id="rId12" Type="http://schemas.openxmlformats.org/officeDocument/2006/relationships/image" Target="../media/image82.svg"/><Relationship Id="rId2" Type="http://schemas.openxmlformats.org/officeDocument/2006/relationships/image" Target="../media/image72.svg"/><Relationship Id="rId1" Type="http://schemas.openxmlformats.org/officeDocument/2006/relationships/image" Target="../media/image71.png"/><Relationship Id="rId6" Type="http://schemas.openxmlformats.org/officeDocument/2006/relationships/image" Target="../media/image76.svg"/><Relationship Id="rId11" Type="http://schemas.openxmlformats.org/officeDocument/2006/relationships/image" Target="../media/image81.png"/><Relationship Id="rId5" Type="http://schemas.openxmlformats.org/officeDocument/2006/relationships/image" Target="../media/image75.png"/><Relationship Id="rId10" Type="http://schemas.openxmlformats.org/officeDocument/2006/relationships/image" Target="../media/image80.svg"/><Relationship Id="rId4" Type="http://schemas.openxmlformats.org/officeDocument/2006/relationships/image" Target="../media/image74.svg"/><Relationship Id="rId9" Type="http://schemas.openxmlformats.org/officeDocument/2006/relationships/image" Target="../media/image79.png"/></Relationships>
</file>

<file path=ppt/diagrams/_rels/data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svg"/><Relationship Id="rId3" Type="http://schemas.openxmlformats.org/officeDocument/2006/relationships/image" Target="../media/image85.png"/><Relationship Id="rId7" Type="http://schemas.openxmlformats.org/officeDocument/2006/relationships/image" Target="../media/image89.png"/><Relationship Id="rId2" Type="http://schemas.openxmlformats.org/officeDocument/2006/relationships/image" Target="../media/image84.svg"/><Relationship Id="rId1" Type="http://schemas.openxmlformats.org/officeDocument/2006/relationships/image" Target="../media/image83.png"/><Relationship Id="rId6" Type="http://schemas.openxmlformats.org/officeDocument/2006/relationships/image" Target="../media/image88.svg"/><Relationship Id="rId5" Type="http://schemas.openxmlformats.org/officeDocument/2006/relationships/image" Target="../media/image87.png"/><Relationship Id="rId4" Type="http://schemas.openxmlformats.org/officeDocument/2006/relationships/image" Target="../media/image86.svg"/></Relationships>
</file>

<file path=ppt/diagrams/_rels/data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image" Target="../media/image95.svg"/><Relationship Id="rId1" Type="http://schemas.openxmlformats.org/officeDocument/2006/relationships/image" Target="../media/image94.png"/><Relationship Id="rId6" Type="http://schemas.openxmlformats.org/officeDocument/2006/relationships/image" Target="../media/image99.svg"/><Relationship Id="rId5" Type="http://schemas.openxmlformats.org/officeDocument/2006/relationships/image" Target="../media/image98.png"/><Relationship Id="rId4" Type="http://schemas.openxmlformats.org/officeDocument/2006/relationships/image" Target="../media/image97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svg"/><Relationship Id="rId1" Type="http://schemas.openxmlformats.org/officeDocument/2006/relationships/image" Target="../media/image28.png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4" Type="http://schemas.openxmlformats.org/officeDocument/2006/relationships/image" Target="../media/image31.svg"/></Relationships>
</file>

<file path=ppt/diagrams/_rels/drawing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sv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12" Type="http://schemas.openxmlformats.org/officeDocument/2006/relationships/image" Target="../media/image45.svg"/><Relationship Id="rId2" Type="http://schemas.openxmlformats.org/officeDocument/2006/relationships/image" Target="../media/image35.svg"/><Relationship Id="rId1" Type="http://schemas.openxmlformats.org/officeDocument/2006/relationships/image" Target="../media/image34.png"/><Relationship Id="rId6" Type="http://schemas.openxmlformats.org/officeDocument/2006/relationships/image" Target="../media/image39.svg"/><Relationship Id="rId11" Type="http://schemas.openxmlformats.org/officeDocument/2006/relationships/image" Target="../media/image44.png"/><Relationship Id="rId5" Type="http://schemas.openxmlformats.org/officeDocument/2006/relationships/image" Target="../media/image38.png"/><Relationship Id="rId10" Type="http://schemas.openxmlformats.org/officeDocument/2006/relationships/image" Target="../media/image43.svg"/><Relationship Id="rId4" Type="http://schemas.openxmlformats.org/officeDocument/2006/relationships/image" Target="../media/image37.svg"/><Relationship Id="rId9" Type="http://schemas.openxmlformats.org/officeDocument/2006/relationships/image" Target="../media/image42.png"/></Relationships>
</file>

<file path=ppt/diagrams/_rels/drawing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svg"/><Relationship Id="rId3" Type="http://schemas.openxmlformats.org/officeDocument/2006/relationships/image" Target="../media/image58.png"/><Relationship Id="rId7" Type="http://schemas.openxmlformats.org/officeDocument/2006/relationships/image" Target="../media/image62.png"/><Relationship Id="rId2" Type="http://schemas.openxmlformats.org/officeDocument/2006/relationships/image" Target="../media/image57.svg"/><Relationship Id="rId1" Type="http://schemas.openxmlformats.org/officeDocument/2006/relationships/image" Target="../media/image56.png"/><Relationship Id="rId6" Type="http://schemas.openxmlformats.org/officeDocument/2006/relationships/image" Target="../media/image61.svg"/><Relationship Id="rId5" Type="http://schemas.openxmlformats.org/officeDocument/2006/relationships/image" Target="../media/image60.png"/><Relationship Id="rId4" Type="http://schemas.openxmlformats.org/officeDocument/2006/relationships/image" Target="../media/image59.svg"/></Relationships>
</file>

<file path=ppt/diagrams/_rels/drawing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svg"/><Relationship Id="rId3" Type="http://schemas.openxmlformats.org/officeDocument/2006/relationships/image" Target="../media/image73.png"/><Relationship Id="rId7" Type="http://schemas.openxmlformats.org/officeDocument/2006/relationships/image" Target="../media/image77.png"/><Relationship Id="rId12" Type="http://schemas.openxmlformats.org/officeDocument/2006/relationships/image" Target="../media/image82.svg"/><Relationship Id="rId2" Type="http://schemas.openxmlformats.org/officeDocument/2006/relationships/image" Target="../media/image72.svg"/><Relationship Id="rId1" Type="http://schemas.openxmlformats.org/officeDocument/2006/relationships/image" Target="../media/image71.png"/><Relationship Id="rId6" Type="http://schemas.openxmlformats.org/officeDocument/2006/relationships/image" Target="../media/image76.svg"/><Relationship Id="rId11" Type="http://schemas.openxmlformats.org/officeDocument/2006/relationships/image" Target="../media/image81.png"/><Relationship Id="rId5" Type="http://schemas.openxmlformats.org/officeDocument/2006/relationships/image" Target="../media/image75.png"/><Relationship Id="rId10" Type="http://schemas.openxmlformats.org/officeDocument/2006/relationships/image" Target="../media/image80.svg"/><Relationship Id="rId4" Type="http://schemas.openxmlformats.org/officeDocument/2006/relationships/image" Target="../media/image74.svg"/><Relationship Id="rId9" Type="http://schemas.openxmlformats.org/officeDocument/2006/relationships/image" Target="../media/image79.png"/></Relationships>
</file>

<file path=ppt/diagrams/_rels/drawing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svg"/><Relationship Id="rId3" Type="http://schemas.openxmlformats.org/officeDocument/2006/relationships/image" Target="../media/image85.png"/><Relationship Id="rId7" Type="http://schemas.openxmlformats.org/officeDocument/2006/relationships/image" Target="../media/image89.png"/><Relationship Id="rId2" Type="http://schemas.openxmlformats.org/officeDocument/2006/relationships/image" Target="../media/image84.svg"/><Relationship Id="rId1" Type="http://schemas.openxmlformats.org/officeDocument/2006/relationships/image" Target="../media/image83.png"/><Relationship Id="rId6" Type="http://schemas.openxmlformats.org/officeDocument/2006/relationships/image" Target="../media/image88.svg"/><Relationship Id="rId5" Type="http://schemas.openxmlformats.org/officeDocument/2006/relationships/image" Target="../media/image87.png"/><Relationship Id="rId4" Type="http://schemas.openxmlformats.org/officeDocument/2006/relationships/image" Target="../media/image86.svg"/></Relationships>
</file>

<file path=ppt/diagrams/_rels/drawing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image" Target="../media/image95.svg"/><Relationship Id="rId1" Type="http://schemas.openxmlformats.org/officeDocument/2006/relationships/image" Target="../media/image94.png"/><Relationship Id="rId6" Type="http://schemas.openxmlformats.org/officeDocument/2006/relationships/image" Target="../media/image99.svg"/><Relationship Id="rId5" Type="http://schemas.openxmlformats.org/officeDocument/2006/relationships/image" Target="../media/image98.png"/><Relationship Id="rId4" Type="http://schemas.openxmlformats.org/officeDocument/2006/relationships/image" Target="../media/image9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9FA9822-AD5A-4C4B-9968-CE7D654A0CD2}" type="doc">
      <dgm:prSet loTypeId="urn:microsoft.com/office/officeart/2011/layout/HexagonRadial" loCatId="cycle" qsTypeId="urn:microsoft.com/office/officeart/2005/8/quickstyle/simple5" qsCatId="simple" csTypeId="urn:microsoft.com/office/officeart/2005/8/colors/colorful3" csCatId="colorful" phldr="1"/>
      <dgm:spPr/>
      <dgm:t>
        <a:bodyPr/>
        <a:lstStyle/>
        <a:p>
          <a:endParaRPr lang="en-IN"/>
        </a:p>
      </dgm:t>
    </dgm:pt>
    <dgm:pt modelId="{DBD8696C-F161-4288-B728-0E58091FBF55}">
      <dgm:prSet phldrT="[Text]"/>
      <dgm:spPr/>
      <dgm:t>
        <a:bodyPr/>
        <a:lstStyle/>
        <a:p>
          <a:r>
            <a:rPr lang="en-IN" dirty="0"/>
            <a:t>Lua Core</a:t>
          </a:r>
        </a:p>
      </dgm:t>
    </dgm:pt>
    <dgm:pt modelId="{A0E8A4FB-6A47-4F40-8E67-439151D4B2D0}" type="parTrans" cxnId="{3E4BDB36-DC2B-4DD3-8A81-8BA2FF76C4D9}">
      <dgm:prSet/>
      <dgm:spPr/>
      <dgm:t>
        <a:bodyPr/>
        <a:lstStyle/>
        <a:p>
          <a:endParaRPr lang="en-IN"/>
        </a:p>
      </dgm:t>
    </dgm:pt>
    <dgm:pt modelId="{7B7AB96D-F5A1-4AD2-B34D-C828C0A5E3FE}" type="sibTrans" cxnId="{3E4BDB36-DC2B-4DD3-8A81-8BA2FF76C4D9}">
      <dgm:prSet/>
      <dgm:spPr/>
      <dgm:t>
        <a:bodyPr/>
        <a:lstStyle/>
        <a:p>
          <a:endParaRPr lang="en-IN"/>
        </a:p>
      </dgm:t>
    </dgm:pt>
    <dgm:pt modelId="{80A11BA2-C02F-4A78-B4DA-EF278F32AFB7}">
      <dgm:prSet phldrT="[Text]"/>
      <dgm:spPr/>
      <dgm:t>
        <a:bodyPr/>
        <a:lstStyle/>
        <a:p>
          <a:r>
            <a:rPr lang="en-IN" dirty="0"/>
            <a:t>Lua VM</a:t>
          </a:r>
        </a:p>
      </dgm:t>
    </dgm:pt>
    <dgm:pt modelId="{E10F5495-CE4A-44B6-98A5-99CBC8ED855F}" type="parTrans" cxnId="{5EF798C6-502C-407B-8798-B67ACC5BBC07}">
      <dgm:prSet/>
      <dgm:spPr/>
      <dgm:t>
        <a:bodyPr/>
        <a:lstStyle/>
        <a:p>
          <a:endParaRPr lang="en-IN"/>
        </a:p>
      </dgm:t>
    </dgm:pt>
    <dgm:pt modelId="{FB1FA355-828E-42D7-B1BB-3DDF10FF110C}" type="sibTrans" cxnId="{5EF798C6-502C-407B-8798-B67ACC5BBC07}">
      <dgm:prSet/>
      <dgm:spPr/>
      <dgm:t>
        <a:bodyPr/>
        <a:lstStyle/>
        <a:p>
          <a:endParaRPr lang="en-IN"/>
        </a:p>
      </dgm:t>
    </dgm:pt>
    <dgm:pt modelId="{29377E28-512C-4292-A5A9-D23AE0D9D1C9}">
      <dgm:prSet phldrT="[Text]"/>
      <dgm:spPr/>
      <dgm:t>
        <a:bodyPr/>
        <a:lstStyle/>
        <a:p>
          <a:r>
            <a:rPr lang="en-IN" dirty="0"/>
            <a:t>Lua Garbage Collector</a:t>
          </a:r>
        </a:p>
      </dgm:t>
    </dgm:pt>
    <dgm:pt modelId="{18A4A953-89E2-453F-B071-F1FA0CC221D7}" type="parTrans" cxnId="{37A31B69-4CE4-4DCC-A884-0E9713269C98}">
      <dgm:prSet/>
      <dgm:spPr/>
      <dgm:t>
        <a:bodyPr/>
        <a:lstStyle/>
        <a:p>
          <a:endParaRPr lang="en-IN"/>
        </a:p>
      </dgm:t>
    </dgm:pt>
    <dgm:pt modelId="{ADE1EB89-0881-4BF9-927B-7BD98C38F3B7}" type="sibTrans" cxnId="{37A31B69-4CE4-4DCC-A884-0E9713269C98}">
      <dgm:prSet/>
      <dgm:spPr/>
      <dgm:t>
        <a:bodyPr/>
        <a:lstStyle/>
        <a:p>
          <a:endParaRPr lang="en-IN"/>
        </a:p>
      </dgm:t>
    </dgm:pt>
    <dgm:pt modelId="{2DB2DF12-EFFB-48BB-9708-A00FC49D760A}">
      <dgm:prSet phldrT="[Text]"/>
      <dgm:spPr/>
      <dgm:t>
        <a:bodyPr/>
        <a:lstStyle/>
        <a:p>
          <a:r>
            <a:rPr lang="en-IN" dirty="0"/>
            <a:t>Lua Standard Libraries</a:t>
          </a:r>
        </a:p>
      </dgm:t>
    </dgm:pt>
    <dgm:pt modelId="{760A2977-4CCE-4C11-BC2F-8AD382C45305}" type="parTrans" cxnId="{99881BBF-9E47-4AE2-B70B-51CEDA52D647}">
      <dgm:prSet/>
      <dgm:spPr/>
      <dgm:t>
        <a:bodyPr/>
        <a:lstStyle/>
        <a:p>
          <a:endParaRPr lang="en-IN"/>
        </a:p>
      </dgm:t>
    </dgm:pt>
    <dgm:pt modelId="{8CFD44D4-735D-46FF-A647-21D965C3C737}" type="sibTrans" cxnId="{99881BBF-9E47-4AE2-B70B-51CEDA52D647}">
      <dgm:prSet/>
      <dgm:spPr/>
      <dgm:t>
        <a:bodyPr/>
        <a:lstStyle/>
        <a:p>
          <a:endParaRPr lang="en-IN"/>
        </a:p>
      </dgm:t>
    </dgm:pt>
    <dgm:pt modelId="{071AB01F-EF34-4853-90AD-35F29C1CA6C5}">
      <dgm:prSet phldrT="[Text]"/>
      <dgm:spPr/>
      <dgm:t>
        <a:bodyPr/>
        <a:lstStyle/>
        <a:p>
          <a:r>
            <a:rPr lang="en-IN" dirty="0"/>
            <a:t>Lua API</a:t>
          </a:r>
        </a:p>
      </dgm:t>
    </dgm:pt>
    <dgm:pt modelId="{D08ABB9A-3714-4B1D-BDEB-C15FD72C4079}" type="sibTrans" cxnId="{B359436F-45C3-4A41-8CFD-EADCA904D733}">
      <dgm:prSet/>
      <dgm:spPr/>
      <dgm:t>
        <a:bodyPr/>
        <a:lstStyle/>
        <a:p>
          <a:endParaRPr lang="en-IN"/>
        </a:p>
      </dgm:t>
    </dgm:pt>
    <dgm:pt modelId="{DCE0C8E5-0A07-437E-BEB5-361DBAFE4B4D}" type="parTrans" cxnId="{B359436F-45C3-4A41-8CFD-EADCA904D733}">
      <dgm:prSet/>
      <dgm:spPr/>
      <dgm:t>
        <a:bodyPr/>
        <a:lstStyle/>
        <a:p>
          <a:endParaRPr lang="en-IN"/>
        </a:p>
      </dgm:t>
    </dgm:pt>
    <dgm:pt modelId="{B0A752F5-C4AA-4966-B489-436F2ED5BECE}" type="pres">
      <dgm:prSet presAssocID="{F9FA9822-AD5A-4C4B-9968-CE7D654A0CD2}" presName="Name0" presStyleCnt="0">
        <dgm:presLayoutVars>
          <dgm:chMax val="1"/>
          <dgm:chPref val="1"/>
          <dgm:dir/>
          <dgm:animOne val="branch"/>
          <dgm:animLvl val="lvl"/>
        </dgm:presLayoutVars>
      </dgm:prSet>
      <dgm:spPr/>
    </dgm:pt>
    <dgm:pt modelId="{ACB5A478-59FA-4FCF-8839-2A7621D4B038}" type="pres">
      <dgm:prSet presAssocID="{DBD8696C-F161-4288-B728-0E58091FBF55}" presName="Parent" presStyleLbl="node0" presStyleIdx="0" presStyleCnt="1">
        <dgm:presLayoutVars>
          <dgm:chMax val="6"/>
          <dgm:chPref val="6"/>
        </dgm:presLayoutVars>
      </dgm:prSet>
      <dgm:spPr/>
    </dgm:pt>
    <dgm:pt modelId="{B59F647E-6E97-483C-BE61-EF10DAF944DF}" type="pres">
      <dgm:prSet presAssocID="{80A11BA2-C02F-4A78-B4DA-EF278F32AFB7}" presName="Accent1" presStyleCnt="0"/>
      <dgm:spPr/>
    </dgm:pt>
    <dgm:pt modelId="{B74F6DB1-E881-4F53-AC88-5A7ADC683D23}" type="pres">
      <dgm:prSet presAssocID="{80A11BA2-C02F-4A78-B4DA-EF278F32AFB7}" presName="Accent" presStyleLbl="bgShp" presStyleIdx="0" presStyleCnt="4"/>
      <dgm:spPr/>
    </dgm:pt>
    <dgm:pt modelId="{0ED7DE46-B659-49A3-8027-1ED20B656D70}" type="pres">
      <dgm:prSet presAssocID="{80A11BA2-C02F-4A78-B4DA-EF278F32AFB7}" presName="Chil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9A1F2E1F-8EAB-4BE1-B10F-15422FA2EDF6}" type="pres">
      <dgm:prSet presAssocID="{071AB01F-EF34-4853-90AD-35F29C1CA6C5}" presName="Accent2" presStyleCnt="0"/>
      <dgm:spPr/>
    </dgm:pt>
    <dgm:pt modelId="{7B61D05A-A160-4569-9959-D5A54809C420}" type="pres">
      <dgm:prSet presAssocID="{071AB01F-EF34-4853-90AD-35F29C1CA6C5}" presName="Accent" presStyleLbl="bgShp" presStyleIdx="1" presStyleCnt="4"/>
      <dgm:spPr/>
    </dgm:pt>
    <dgm:pt modelId="{6A0C8FF0-E576-4D57-B3C8-B85C2EC95B7F}" type="pres">
      <dgm:prSet presAssocID="{071AB01F-EF34-4853-90AD-35F29C1CA6C5}" presName="Chil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38A75FBA-3D5E-4C2B-AA6F-87BDAA85355C}" type="pres">
      <dgm:prSet presAssocID="{29377E28-512C-4292-A5A9-D23AE0D9D1C9}" presName="Accent3" presStyleCnt="0"/>
      <dgm:spPr/>
    </dgm:pt>
    <dgm:pt modelId="{87AB0B9D-655A-4E11-80C4-552C7D95B25F}" type="pres">
      <dgm:prSet presAssocID="{29377E28-512C-4292-A5A9-D23AE0D9D1C9}" presName="Accent" presStyleLbl="bgShp" presStyleIdx="2" presStyleCnt="4"/>
      <dgm:spPr/>
    </dgm:pt>
    <dgm:pt modelId="{3726D672-D3F4-4DD5-B299-109F01B20EFE}" type="pres">
      <dgm:prSet presAssocID="{29377E28-512C-4292-A5A9-D23AE0D9D1C9}" presName="Chil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D595C747-0313-4D95-9F64-0158A999D1BA}" type="pres">
      <dgm:prSet presAssocID="{2DB2DF12-EFFB-48BB-9708-A00FC49D760A}" presName="Accent4" presStyleCnt="0"/>
      <dgm:spPr/>
    </dgm:pt>
    <dgm:pt modelId="{0AA38313-FE0B-4EFB-BCFE-8D1EF843340F}" type="pres">
      <dgm:prSet presAssocID="{2DB2DF12-EFFB-48BB-9708-A00FC49D760A}" presName="Accent" presStyleLbl="bgShp" presStyleIdx="3" presStyleCnt="4"/>
      <dgm:spPr/>
    </dgm:pt>
    <dgm:pt modelId="{6404F8CE-72BC-473D-8D84-2BD45B44A448}" type="pres">
      <dgm:prSet presAssocID="{2DB2DF12-EFFB-48BB-9708-A00FC49D760A}" presName="Chil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A9B7110F-D690-4019-B61D-5C7E78955DAA}" type="presOf" srcId="{2DB2DF12-EFFB-48BB-9708-A00FC49D760A}" destId="{6404F8CE-72BC-473D-8D84-2BD45B44A448}" srcOrd="0" destOrd="0" presId="urn:microsoft.com/office/officeart/2011/layout/HexagonRadial"/>
    <dgm:cxn modelId="{E5DF4D22-47C6-45D5-861E-347F8668B74C}" type="presOf" srcId="{29377E28-512C-4292-A5A9-D23AE0D9D1C9}" destId="{3726D672-D3F4-4DD5-B299-109F01B20EFE}" srcOrd="0" destOrd="0" presId="urn:microsoft.com/office/officeart/2011/layout/HexagonRadial"/>
    <dgm:cxn modelId="{17512F31-F94F-492D-8615-51E0D5BCDD48}" type="presOf" srcId="{80A11BA2-C02F-4A78-B4DA-EF278F32AFB7}" destId="{0ED7DE46-B659-49A3-8027-1ED20B656D70}" srcOrd="0" destOrd="0" presId="urn:microsoft.com/office/officeart/2011/layout/HexagonRadial"/>
    <dgm:cxn modelId="{3E4BDB36-DC2B-4DD3-8A81-8BA2FF76C4D9}" srcId="{F9FA9822-AD5A-4C4B-9968-CE7D654A0CD2}" destId="{DBD8696C-F161-4288-B728-0E58091FBF55}" srcOrd="0" destOrd="0" parTransId="{A0E8A4FB-6A47-4F40-8E67-439151D4B2D0}" sibTransId="{7B7AB96D-F5A1-4AD2-B34D-C828C0A5E3FE}"/>
    <dgm:cxn modelId="{37A31B69-4CE4-4DCC-A884-0E9713269C98}" srcId="{DBD8696C-F161-4288-B728-0E58091FBF55}" destId="{29377E28-512C-4292-A5A9-D23AE0D9D1C9}" srcOrd="2" destOrd="0" parTransId="{18A4A953-89E2-453F-B071-F1FA0CC221D7}" sibTransId="{ADE1EB89-0881-4BF9-927B-7BD98C38F3B7}"/>
    <dgm:cxn modelId="{B359436F-45C3-4A41-8CFD-EADCA904D733}" srcId="{DBD8696C-F161-4288-B728-0E58091FBF55}" destId="{071AB01F-EF34-4853-90AD-35F29C1CA6C5}" srcOrd="1" destOrd="0" parTransId="{DCE0C8E5-0A07-437E-BEB5-361DBAFE4B4D}" sibTransId="{D08ABB9A-3714-4B1D-BDEB-C15FD72C4079}"/>
    <dgm:cxn modelId="{E95D6F97-5E74-410E-BD62-A5C7EE7113AA}" type="presOf" srcId="{DBD8696C-F161-4288-B728-0E58091FBF55}" destId="{ACB5A478-59FA-4FCF-8839-2A7621D4B038}" srcOrd="0" destOrd="0" presId="urn:microsoft.com/office/officeart/2011/layout/HexagonRadial"/>
    <dgm:cxn modelId="{97827AA1-D566-4EC8-96CA-3C3260321169}" type="presOf" srcId="{071AB01F-EF34-4853-90AD-35F29C1CA6C5}" destId="{6A0C8FF0-E576-4D57-B3C8-B85C2EC95B7F}" srcOrd="0" destOrd="0" presId="urn:microsoft.com/office/officeart/2011/layout/HexagonRadial"/>
    <dgm:cxn modelId="{99881BBF-9E47-4AE2-B70B-51CEDA52D647}" srcId="{DBD8696C-F161-4288-B728-0E58091FBF55}" destId="{2DB2DF12-EFFB-48BB-9708-A00FC49D760A}" srcOrd="3" destOrd="0" parTransId="{760A2977-4CCE-4C11-BC2F-8AD382C45305}" sibTransId="{8CFD44D4-735D-46FF-A647-21D965C3C737}"/>
    <dgm:cxn modelId="{5EF798C6-502C-407B-8798-B67ACC5BBC07}" srcId="{DBD8696C-F161-4288-B728-0E58091FBF55}" destId="{80A11BA2-C02F-4A78-B4DA-EF278F32AFB7}" srcOrd="0" destOrd="0" parTransId="{E10F5495-CE4A-44B6-98A5-99CBC8ED855F}" sibTransId="{FB1FA355-828E-42D7-B1BB-3DDF10FF110C}"/>
    <dgm:cxn modelId="{A0DAEADA-39EA-4DC4-B0A3-51B621057F35}" type="presOf" srcId="{F9FA9822-AD5A-4C4B-9968-CE7D654A0CD2}" destId="{B0A752F5-C4AA-4966-B489-436F2ED5BECE}" srcOrd="0" destOrd="0" presId="urn:microsoft.com/office/officeart/2011/layout/HexagonRadial"/>
    <dgm:cxn modelId="{BAB39354-A133-4461-B903-BD2670E77EB8}" type="presParOf" srcId="{B0A752F5-C4AA-4966-B489-436F2ED5BECE}" destId="{ACB5A478-59FA-4FCF-8839-2A7621D4B038}" srcOrd="0" destOrd="0" presId="urn:microsoft.com/office/officeart/2011/layout/HexagonRadial"/>
    <dgm:cxn modelId="{6E2CADDD-50F6-4645-9685-09476BD73104}" type="presParOf" srcId="{B0A752F5-C4AA-4966-B489-436F2ED5BECE}" destId="{B59F647E-6E97-483C-BE61-EF10DAF944DF}" srcOrd="1" destOrd="0" presId="urn:microsoft.com/office/officeart/2011/layout/HexagonRadial"/>
    <dgm:cxn modelId="{2C41F9F4-66AA-4319-BB31-7E33467EFD88}" type="presParOf" srcId="{B59F647E-6E97-483C-BE61-EF10DAF944DF}" destId="{B74F6DB1-E881-4F53-AC88-5A7ADC683D23}" srcOrd="0" destOrd="0" presId="urn:microsoft.com/office/officeart/2011/layout/HexagonRadial"/>
    <dgm:cxn modelId="{8AA61371-B1EC-4EC2-8A01-0ACC417827C0}" type="presParOf" srcId="{B0A752F5-C4AA-4966-B489-436F2ED5BECE}" destId="{0ED7DE46-B659-49A3-8027-1ED20B656D70}" srcOrd="2" destOrd="0" presId="urn:microsoft.com/office/officeart/2011/layout/HexagonRadial"/>
    <dgm:cxn modelId="{AF2BDADC-9521-477E-8A23-25505D1FC8BB}" type="presParOf" srcId="{B0A752F5-C4AA-4966-B489-436F2ED5BECE}" destId="{9A1F2E1F-8EAB-4BE1-B10F-15422FA2EDF6}" srcOrd="3" destOrd="0" presId="urn:microsoft.com/office/officeart/2011/layout/HexagonRadial"/>
    <dgm:cxn modelId="{A8F7272E-D01D-4CCF-AC44-97250192E4F1}" type="presParOf" srcId="{9A1F2E1F-8EAB-4BE1-B10F-15422FA2EDF6}" destId="{7B61D05A-A160-4569-9959-D5A54809C420}" srcOrd="0" destOrd="0" presId="urn:microsoft.com/office/officeart/2011/layout/HexagonRadial"/>
    <dgm:cxn modelId="{0CC151BF-35A9-4286-BBC8-B5D482C705AB}" type="presParOf" srcId="{B0A752F5-C4AA-4966-B489-436F2ED5BECE}" destId="{6A0C8FF0-E576-4D57-B3C8-B85C2EC95B7F}" srcOrd="4" destOrd="0" presId="urn:microsoft.com/office/officeart/2011/layout/HexagonRadial"/>
    <dgm:cxn modelId="{64AF1626-2873-4E0A-9A89-064871C3F3CB}" type="presParOf" srcId="{B0A752F5-C4AA-4966-B489-436F2ED5BECE}" destId="{38A75FBA-3D5E-4C2B-AA6F-87BDAA85355C}" srcOrd="5" destOrd="0" presId="urn:microsoft.com/office/officeart/2011/layout/HexagonRadial"/>
    <dgm:cxn modelId="{46CCB0D7-14EE-4D9A-BC63-0252558DB4A2}" type="presParOf" srcId="{38A75FBA-3D5E-4C2B-AA6F-87BDAA85355C}" destId="{87AB0B9D-655A-4E11-80C4-552C7D95B25F}" srcOrd="0" destOrd="0" presId="urn:microsoft.com/office/officeart/2011/layout/HexagonRadial"/>
    <dgm:cxn modelId="{40E19621-B9E0-44AA-839F-71459E96C02C}" type="presParOf" srcId="{B0A752F5-C4AA-4966-B489-436F2ED5BECE}" destId="{3726D672-D3F4-4DD5-B299-109F01B20EFE}" srcOrd="6" destOrd="0" presId="urn:microsoft.com/office/officeart/2011/layout/HexagonRadial"/>
    <dgm:cxn modelId="{84A4DBC6-9D21-49CB-B8E6-974B713EAB9A}" type="presParOf" srcId="{B0A752F5-C4AA-4966-B489-436F2ED5BECE}" destId="{D595C747-0313-4D95-9F64-0158A999D1BA}" srcOrd="7" destOrd="0" presId="urn:microsoft.com/office/officeart/2011/layout/HexagonRadial"/>
    <dgm:cxn modelId="{1779AE67-1594-4B20-8415-4177CB32608F}" type="presParOf" srcId="{D595C747-0313-4D95-9F64-0158A999D1BA}" destId="{0AA38313-FE0B-4EFB-BCFE-8D1EF843340F}" srcOrd="0" destOrd="0" presId="urn:microsoft.com/office/officeart/2011/layout/HexagonRadial"/>
    <dgm:cxn modelId="{8DCB7D95-B223-4E5B-8080-B575518FDA79}" type="presParOf" srcId="{B0A752F5-C4AA-4966-B489-436F2ED5BECE}" destId="{6404F8CE-72BC-473D-8D84-2BD45B44A448}" srcOrd="8" destOrd="0" presId="urn:microsoft.com/office/officeart/2011/layout/HexagonRadial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12EB686-1A63-4387-A014-D6E8F4C5F320}" type="doc">
      <dgm:prSet loTypeId="urn:microsoft.com/office/officeart/2005/8/layout/matrix2" loCatId="matrix" qsTypeId="urn:microsoft.com/office/officeart/2005/8/quickstyle/simple5" qsCatId="simple" csTypeId="urn:microsoft.com/office/officeart/2005/8/colors/colorful3" csCatId="colorful" phldr="1"/>
      <dgm:spPr/>
      <dgm:t>
        <a:bodyPr/>
        <a:lstStyle/>
        <a:p>
          <a:endParaRPr lang="en-IN"/>
        </a:p>
      </dgm:t>
    </dgm:pt>
    <dgm:pt modelId="{DA681EDD-E261-4B66-A9DC-AE3F25884418}">
      <dgm:prSet phldrT="[Text]"/>
      <dgm:spPr/>
      <dgm:t>
        <a:bodyPr/>
        <a:lstStyle/>
        <a:p>
          <a:r>
            <a:rPr lang="en-IN" dirty="0"/>
            <a:t>Lua Script (.lua)</a:t>
          </a:r>
        </a:p>
      </dgm:t>
    </dgm:pt>
    <dgm:pt modelId="{91BE1C2D-8774-4974-B574-B5A8F5197890}" type="parTrans" cxnId="{980E3AF2-8F0C-43FE-BF6E-540F5A400CE5}">
      <dgm:prSet/>
      <dgm:spPr/>
      <dgm:t>
        <a:bodyPr/>
        <a:lstStyle/>
        <a:p>
          <a:endParaRPr lang="en-IN"/>
        </a:p>
      </dgm:t>
    </dgm:pt>
    <dgm:pt modelId="{9B010293-5681-4CAD-925D-A8E77AD42EC5}" type="sibTrans" cxnId="{980E3AF2-8F0C-43FE-BF6E-540F5A400CE5}">
      <dgm:prSet/>
      <dgm:spPr/>
      <dgm:t>
        <a:bodyPr/>
        <a:lstStyle/>
        <a:p>
          <a:endParaRPr lang="en-IN"/>
        </a:p>
      </dgm:t>
    </dgm:pt>
    <dgm:pt modelId="{0EB1587B-A942-4E50-A706-7BC34589BEE8}">
      <dgm:prSet phldrT="[Text]"/>
      <dgm:spPr/>
      <dgm:t>
        <a:bodyPr/>
        <a:lstStyle/>
        <a:p>
          <a:r>
            <a:rPr lang="en-IN" dirty="0"/>
            <a:t>Lua Virtual Machine (VM)  | Stack based | Bytecode Interpreter</a:t>
          </a:r>
        </a:p>
      </dgm:t>
    </dgm:pt>
    <dgm:pt modelId="{D7D5453C-1D73-4849-A7C4-F3D6D40745EC}" type="parTrans" cxnId="{D0E2D7ED-6649-4F38-A664-3BE8448DEAC0}">
      <dgm:prSet/>
      <dgm:spPr/>
      <dgm:t>
        <a:bodyPr/>
        <a:lstStyle/>
        <a:p>
          <a:endParaRPr lang="en-IN"/>
        </a:p>
      </dgm:t>
    </dgm:pt>
    <dgm:pt modelId="{36ED1C19-64F0-4A56-82D5-00BAF2C54325}" type="sibTrans" cxnId="{D0E2D7ED-6649-4F38-A664-3BE8448DEAC0}">
      <dgm:prSet/>
      <dgm:spPr/>
      <dgm:t>
        <a:bodyPr/>
        <a:lstStyle/>
        <a:p>
          <a:endParaRPr lang="en-IN"/>
        </a:p>
      </dgm:t>
    </dgm:pt>
    <dgm:pt modelId="{0CF9DD75-64A8-4AC0-A1F1-4A35818CEB20}">
      <dgm:prSet phldrT="[Text]" phldr="1"/>
      <dgm:spPr/>
      <dgm:t>
        <a:bodyPr/>
        <a:lstStyle/>
        <a:p>
          <a:endParaRPr lang="en-IN"/>
        </a:p>
      </dgm:t>
    </dgm:pt>
    <dgm:pt modelId="{1E1F8950-9D84-4B87-99A9-51DA4B92502C}" type="parTrans" cxnId="{D2CC4944-9778-41E3-9A51-38222E93D4C5}">
      <dgm:prSet/>
      <dgm:spPr/>
      <dgm:t>
        <a:bodyPr/>
        <a:lstStyle/>
        <a:p>
          <a:endParaRPr lang="en-IN"/>
        </a:p>
      </dgm:t>
    </dgm:pt>
    <dgm:pt modelId="{5FB9A4C9-0A68-4BBC-9913-00304B5EAF7D}" type="sibTrans" cxnId="{D2CC4944-9778-41E3-9A51-38222E93D4C5}">
      <dgm:prSet/>
      <dgm:spPr/>
      <dgm:t>
        <a:bodyPr/>
        <a:lstStyle/>
        <a:p>
          <a:endParaRPr lang="en-IN"/>
        </a:p>
      </dgm:t>
    </dgm:pt>
    <dgm:pt modelId="{E0D2C2B1-F63A-4A69-AB3E-16E39A5B544F}">
      <dgm:prSet phldrT="[Text]" phldr="1"/>
      <dgm:spPr/>
      <dgm:t>
        <a:bodyPr/>
        <a:lstStyle/>
        <a:p>
          <a:endParaRPr lang="en-IN"/>
        </a:p>
      </dgm:t>
    </dgm:pt>
    <dgm:pt modelId="{67DCE6D8-816F-4381-A68B-2503A7F66DB3}" type="parTrans" cxnId="{E0B67B27-9A2F-4A92-8521-08DD0F2A50A8}">
      <dgm:prSet/>
      <dgm:spPr/>
      <dgm:t>
        <a:bodyPr/>
        <a:lstStyle/>
        <a:p>
          <a:endParaRPr lang="en-IN"/>
        </a:p>
      </dgm:t>
    </dgm:pt>
    <dgm:pt modelId="{E3EA28EC-2C49-49CD-A4CD-49722153089F}" type="sibTrans" cxnId="{E0B67B27-9A2F-4A92-8521-08DD0F2A50A8}">
      <dgm:prSet/>
      <dgm:spPr/>
      <dgm:t>
        <a:bodyPr/>
        <a:lstStyle/>
        <a:p>
          <a:endParaRPr lang="en-IN"/>
        </a:p>
      </dgm:t>
    </dgm:pt>
    <dgm:pt modelId="{761E0D72-C7E2-4458-8B68-55102F354ED0}">
      <dgm:prSet/>
      <dgm:spPr/>
      <dgm:t>
        <a:bodyPr/>
        <a:lstStyle/>
        <a:p>
          <a:r>
            <a:rPr lang="en-IN" dirty="0"/>
            <a:t>Lua Interpreter </a:t>
          </a:r>
        </a:p>
      </dgm:t>
    </dgm:pt>
    <dgm:pt modelId="{AF1C684E-3392-49D8-85A3-2DD47A86C54D}" type="parTrans" cxnId="{6106CE50-D1E8-4132-8326-010BE02AD21F}">
      <dgm:prSet/>
      <dgm:spPr/>
      <dgm:t>
        <a:bodyPr/>
        <a:lstStyle/>
        <a:p>
          <a:endParaRPr lang="en-IN"/>
        </a:p>
      </dgm:t>
    </dgm:pt>
    <dgm:pt modelId="{D6D53F48-2883-4791-8CEB-4CFD22D15D78}" type="sibTrans" cxnId="{6106CE50-D1E8-4132-8326-010BE02AD21F}">
      <dgm:prSet/>
      <dgm:spPr/>
      <dgm:t>
        <a:bodyPr/>
        <a:lstStyle/>
        <a:p>
          <a:endParaRPr lang="en-IN"/>
        </a:p>
      </dgm:t>
    </dgm:pt>
    <dgm:pt modelId="{FAC6ED17-E4FA-404E-8B9E-C293C02E2D8B}">
      <dgm:prSet/>
      <dgm:spPr/>
      <dgm:t>
        <a:bodyPr/>
        <a:lstStyle/>
        <a:p>
          <a:r>
            <a:rPr lang="en-IN" dirty="0"/>
            <a:t>ANSI C Runtime + Memory </a:t>
          </a:r>
        </a:p>
      </dgm:t>
    </dgm:pt>
    <dgm:pt modelId="{343F0739-F8E1-48A9-9602-0FE93D92DA69}" type="parTrans" cxnId="{D4BD9181-4C88-4A06-BF3D-5535C7C0AE81}">
      <dgm:prSet/>
      <dgm:spPr/>
      <dgm:t>
        <a:bodyPr/>
        <a:lstStyle/>
        <a:p>
          <a:endParaRPr lang="en-IN"/>
        </a:p>
      </dgm:t>
    </dgm:pt>
    <dgm:pt modelId="{04A7F525-80C0-47A4-8A88-909C94AC6F3D}" type="sibTrans" cxnId="{D4BD9181-4C88-4A06-BF3D-5535C7C0AE81}">
      <dgm:prSet/>
      <dgm:spPr/>
      <dgm:t>
        <a:bodyPr/>
        <a:lstStyle/>
        <a:p>
          <a:endParaRPr lang="en-IN"/>
        </a:p>
      </dgm:t>
    </dgm:pt>
    <dgm:pt modelId="{6DA331C6-CCA3-49CF-8A30-E4937E131852}">
      <dgm:prSet/>
      <dgm:spPr/>
    </dgm:pt>
    <dgm:pt modelId="{3899C051-FE26-4288-88FF-0CA11416780D}" type="parTrans" cxnId="{0A0149A3-26F6-4678-959E-B136CF1042DC}">
      <dgm:prSet/>
      <dgm:spPr/>
      <dgm:t>
        <a:bodyPr/>
        <a:lstStyle/>
        <a:p>
          <a:endParaRPr lang="en-IN"/>
        </a:p>
      </dgm:t>
    </dgm:pt>
    <dgm:pt modelId="{24FAB940-DC5D-444B-9B64-BCB8B07850E1}" type="sibTrans" cxnId="{0A0149A3-26F6-4678-959E-B136CF1042DC}">
      <dgm:prSet/>
      <dgm:spPr/>
      <dgm:t>
        <a:bodyPr/>
        <a:lstStyle/>
        <a:p>
          <a:endParaRPr lang="en-IN"/>
        </a:p>
      </dgm:t>
    </dgm:pt>
    <dgm:pt modelId="{A7883309-6ACD-4DC5-8978-46CB3F6B3687}" type="pres">
      <dgm:prSet presAssocID="{512EB686-1A63-4387-A014-D6E8F4C5F320}" presName="matrix" presStyleCnt="0">
        <dgm:presLayoutVars>
          <dgm:chMax val="1"/>
          <dgm:dir/>
          <dgm:resizeHandles val="exact"/>
        </dgm:presLayoutVars>
      </dgm:prSet>
      <dgm:spPr/>
    </dgm:pt>
    <dgm:pt modelId="{DF9B0B69-A8B4-4809-B819-41CDBC57D3AF}" type="pres">
      <dgm:prSet presAssocID="{512EB686-1A63-4387-A014-D6E8F4C5F320}" presName="axisShape" presStyleLbl="bgShp" presStyleIdx="0" presStyleCnt="1" custScaleX="154096"/>
      <dgm:spPr/>
    </dgm:pt>
    <dgm:pt modelId="{3E975689-4D1B-452C-9198-D9CCA52244FF}" type="pres">
      <dgm:prSet presAssocID="{512EB686-1A63-4387-A014-D6E8F4C5F320}" presName="rect1" presStyleLbl="node1" presStyleIdx="0" presStyleCnt="4" custScaleX="87741">
        <dgm:presLayoutVars>
          <dgm:chMax val="0"/>
          <dgm:chPref val="0"/>
          <dgm:bulletEnabled val="1"/>
        </dgm:presLayoutVars>
      </dgm:prSet>
      <dgm:spPr/>
    </dgm:pt>
    <dgm:pt modelId="{63A9C2FE-E636-462C-9C5A-A06E97F8250D}" type="pres">
      <dgm:prSet presAssocID="{512EB686-1A63-4387-A014-D6E8F4C5F320}" presName="rect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C16A06B6-CE38-4B2A-8CC2-CDB9784818EC}" type="pres">
      <dgm:prSet presAssocID="{512EB686-1A63-4387-A014-D6E8F4C5F320}" presName="rect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A04ACE14-6F80-4C10-A19E-4ECB9D254375}" type="pres">
      <dgm:prSet presAssocID="{512EB686-1A63-4387-A014-D6E8F4C5F320}" presName="rect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52A05106-0601-48F1-A9F7-528154FD5BEF}" type="presOf" srcId="{FAC6ED17-E4FA-404E-8B9E-C293C02E2D8B}" destId="{A04ACE14-6F80-4C10-A19E-4ECB9D254375}" srcOrd="0" destOrd="0" presId="urn:microsoft.com/office/officeart/2005/8/layout/matrix2"/>
    <dgm:cxn modelId="{756FEB0D-11CD-4AAB-9A89-DE51F004D90D}" type="presOf" srcId="{512EB686-1A63-4387-A014-D6E8F4C5F320}" destId="{A7883309-6ACD-4DC5-8978-46CB3F6B3687}" srcOrd="0" destOrd="0" presId="urn:microsoft.com/office/officeart/2005/8/layout/matrix2"/>
    <dgm:cxn modelId="{E0B67B27-9A2F-4A92-8521-08DD0F2A50A8}" srcId="{512EB686-1A63-4387-A014-D6E8F4C5F320}" destId="{E0D2C2B1-F63A-4A69-AB3E-16E39A5B544F}" srcOrd="6" destOrd="0" parTransId="{67DCE6D8-816F-4381-A68B-2503A7F66DB3}" sibTransId="{E3EA28EC-2C49-49CD-A4CD-49722153089F}"/>
    <dgm:cxn modelId="{A9C65528-D034-484B-A5E0-1E0A6AFD7955}" type="presOf" srcId="{761E0D72-C7E2-4458-8B68-55102F354ED0}" destId="{63A9C2FE-E636-462C-9C5A-A06E97F8250D}" srcOrd="0" destOrd="0" presId="urn:microsoft.com/office/officeart/2005/8/layout/matrix2"/>
    <dgm:cxn modelId="{D2CC4944-9778-41E3-9A51-38222E93D4C5}" srcId="{512EB686-1A63-4387-A014-D6E8F4C5F320}" destId="{0CF9DD75-64A8-4AC0-A1F1-4A35818CEB20}" srcOrd="5" destOrd="0" parTransId="{1E1F8950-9D84-4B87-99A9-51DA4B92502C}" sibTransId="{5FB9A4C9-0A68-4BBC-9913-00304B5EAF7D}"/>
    <dgm:cxn modelId="{D8D0F365-8976-4CA6-A70E-FDB152B41369}" type="presOf" srcId="{0EB1587B-A942-4E50-A706-7BC34589BEE8}" destId="{C16A06B6-CE38-4B2A-8CC2-CDB9784818EC}" srcOrd="0" destOrd="0" presId="urn:microsoft.com/office/officeart/2005/8/layout/matrix2"/>
    <dgm:cxn modelId="{6106CE50-D1E8-4132-8326-010BE02AD21F}" srcId="{512EB686-1A63-4387-A014-D6E8F4C5F320}" destId="{761E0D72-C7E2-4458-8B68-55102F354ED0}" srcOrd="1" destOrd="0" parTransId="{AF1C684E-3392-49D8-85A3-2DD47A86C54D}" sibTransId="{D6D53F48-2883-4791-8CEB-4CFD22D15D78}"/>
    <dgm:cxn modelId="{D4BD9181-4C88-4A06-BF3D-5535C7C0AE81}" srcId="{512EB686-1A63-4387-A014-D6E8F4C5F320}" destId="{FAC6ED17-E4FA-404E-8B9E-C293C02E2D8B}" srcOrd="3" destOrd="0" parTransId="{343F0739-F8E1-48A9-9602-0FE93D92DA69}" sibTransId="{04A7F525-80C0-47A4-8A88-909C94AC6F3D}"/>
    <dgm:cxn modelId="{0A0149A3-26F6-4678-959E-B136CF1042DC}" srcId="{512EB686-1A63-4387-A014-D6E8F4C5F320}" destId="{6DA331C6-CCA3-49CF-8A30-E4937E131852}" srcOrd="4" destOrd="0" parTransId="{3899C051-FE26-4288-88FF-0CA11416780D}" sibTransId="{24FAB940-DC5D-444B-9B64-BCB8B07850E1}"/>
    <dgm:cxn modelId="{86801AA6-5C6E-4B6B-8C20-DE6260D5979A}" type="presOf" srcId="{DA681EDD-E261-4B66-A9DC-AE3F25884418}" destId="{3E975689-4D1B-452C-9198-D9CCA52244FF}" srcOrd="0" destOrd="0" presId="urn:microsoft.com/office/officeart/2005/8/layout/matrix2"/>
    <dgm:cxn modelId="{D0E2D7ED-6649-4F38-A664-3BE8448DEAC0}" srcId="{512EB686-1A63-4387-A014-D6E8F4C5F320}" destId="{0EB1587B-A942-4E50-A706-7BC34589BEE8}" srcOrd="2" destOrd="0" parTransId="{D7D5453C-1D73-4849-A7C4-F3D6D40745EC}" sibTransId="{36ED1C19-64F0-4A56-82D5-00BAF2C54325}"/>
    <dgm:cxn modelId="{980E3AF2-8F0C-43FE-BF6E-540F5A400CE5}" srcId="{512EB686-1A63-4387-A014-D6E8F4C5F320}" destId="{DA681EDD-E261-4B66-A9DC-AE3F25884418}" srcOrd="0" destOrd="0" parTransId="{91BE1C2D-8774-4974-B574-B5A8F5197890}" sibTransId="{9B010293-5681-4CAD-925D-A8E77AD42EC5}"/>
    <dgm:cxn modelId="{74DD4D98-32FD-49AE-996C-461C52E4CF80}" type="presParOf" srcId="{A7883309-6ACD-4DC5-8978-46CB3F6B3687}" destId="{DF9B0B69-A8B4-4809-B819-41CDBC57D3AF}" srcOrd="0" destOrd="0" presId="urn:microsoft.com/office/officeart/2005/8/layout/matrix2"/>
    <dgm:cxn modelId="{E5B898B3-E3D3-4080-8B6C-1485BDD57067}" type="presParOf" srcId="{A7883309-6ACD-4DC5-8978-46CB3F6B3687}" destId="{3E975689-4D1B-452C-9198-D9CCA52244FF}" srcOrd="1" destOrd="0" presId="urn:microsoft.com/office/officeart/2005/8/layout/matrix2"/>
    <dgm:cxn modelId="{A1B51CF6-414F-40D2-834A-DE6DF8FB86D1}" type="presParOf" srcId="{A7883309-6ACD-4DC5-8978-46CB3F6B3687}" destId="{63A9C2FE-E636-462C-9C5A-A06E97F8250D}" srcOrd="2" destOrd="0" presId="urn:microsoft.com/office/officeart/2005/8/layout/matrix2"/>
    <dgm:cxn modelId="{FE43B978-F1AC-431C-8C9B-6E519A3B8C82}" type="presParOf" srcId="{A7883309-6ACD-4DC5-8978-46CB3F6B3687}" destId="{C16A06B6-CE38-4B2A-8CC2-CDB9784818EC}" srcOrd="3" destOrd="0" presId="urn:microsoft.com/office/officeart/2005/8/layout/matrix2"/>
    <dgm:cxn modelId="{9D5A7023-0BBD-47E3-B894-2B8E035C5823}" type="presParOf" srcId="{A7883309-6ACD-4DC5-8978-46CB3F6B3687}" destId="{A04ACE14-6F80-4C10-A19E-4ECB9D254375}" srcOrd="4" destOrd="0" presId="urn:microsoft.com/office/officeart/2005/8/layout/matrix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EAB9DB7-DDF2-4F4A-93AA-9987DF03CFA5}" type="doc">
      <dgm:prSet loTypeId="urn:microsoft.com/office/officeart/2005/8/layout/hProcess9" loCatId="process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IN"/>
        </a:p>
      </dgm:t>
    </dgm:pt>
    <dgm:pt modelId="{162B11AE-B25B-4234-826C-8A67230BBD4E}">
      <dgm:prSet phldrT="[Text]" custT="1"/>
      <dgm:spPr/>
      <dgm:t>
        <a:bodyPr/>
        <a:lstStyle/>
        <a:p>
          <a:r>
            <a:rPr lang="en-IN" sz="1800" dirty="0"/>
            <a:t> Lexer &amp; Parser (</a:t>
          </a:r>
          <a:r>
            <a:rPr lang="en-IN" sz="1800" dirty="0" err="1"/>
            <a:t>llex.c</a:t>
          </a:r>
          <a:r>
            <a:rPr lang="en-IN" sz="1800" dirty="0"/>
            <a:t>, </a:t>
          </a:r>
          <a:r>
            <a:rPr lang="en-IN" sz="1800" dirty="0" err="1"/>
            <a:t>lparser.c</a:t>
          </a:r>
          <a:r>
            <a:rPr lang="en-IN" sz="1800" dirty="0"/>
            <a:t>)</a:t>
          </a:r>
        </a:p>
      </dgm:t>
    </dgm:pt>
    <dgm:pt modelId="{068663E0-6397-4606-A6B3-8EFF04C88C78}" type="parTrans" cxnId="{571C07B2-E527-4035-B413-C53A887B0202}">
      <dgm:prSet/>
      <dgm:spPr/>
      <dgm:t>
        <a:bodyPr/>
        <a:lstStyle/>
        <a:p>
          <a:endParaRPr lang="en-IN"/>
        </a:p>
      </dgm:t>
    </dgm:pt>
    <dgm:pt modelId="{A8737B5D-C74F-4562-BC58-D59388519F39}" type="sibTrans" cxnId="{571C07B2-E527-4035-B413-C53A887B0202}">
      <dgm:prSet/>
      <dgm:spPr/>
      <dgm:t>
        <a:bodyPr/>
        <a:lstStyle/>
        <a:p>
          <a:endParaRPr lang="en-IN"/>
        </a:p>
      </dgm:t>
    </dgm:pt>
    <dgm:pt modelId="{A954B54C-64B2-4C44-A5AF-164AFF2531C1}">
      <dgm:prSet phldrT="[Text]" custT="1"/>
      <dgm:spPr/>
      <dgm:t>
        <a:bodyPr/>
        <a:lstStyle/>
        <a:p>
          <a:r>
            <a:rPr lang="en-IN" sz="1800" dirty="0"/>
            <a:t>Abstract Syntax Tree (AST)</a:t>
          </a:r>
        </a:p>
      </dgm:t>
    </dgm:pt>
    <dgm:pt modelId="{FD854CF1-FD88-4362-97E6-CB2FFCBADDDE}" type="parTrans" cxnId="{CB12B547-7A82-473E-AB51-1EA67265E370}">
      <dgm:prSet/>
      <dgm:spPr/>
      <dgm:t>
        <a:bodyPr/>
        <a:lstStyle/>
        <a:p>
          <a:endParaRPr lang="en-IN"/>
        </a:p>
      </dgm:t>
    </dgm:pt>
    <dgm:pt modelId="{6E17EF3A-E87E-474F-A04E-3E45CDA7D11E}" type="sibTrans" cxnId="{CB12B547-7A82-473E-AB51-1EA67265E370}">
      <dgm:prSet/>
      <dgm:spPr/>
      <dgm:t>
        <a:bodyPr/>
        <a:lstStyle/>
        <a:p>
          <a:endParaRPr lang="en-IN"/>
        </a:p>
      </dgm:t>
    </dgm:pt>
    <dgm:pt modelId="{C339192D-9B29-4B48-B60D-374690D74F89}">
      <dgm:prSet phldrT="[Text]" custT="1"/>
      <dgm:spPr/>
      <dgm:t>
        <a:bodyPr/>
        <a:lstStyle/>
        <a:p>
          <a:r>
            <a:rPr lang="en-IN" sz="1800" dirty="0"/>
            <a:t> Code Generator (</a:t>
          </a:r>
          <a:r>
            <a:rPr lang="en-IN" sz="1800" dirty="0" err="1"/>
            <a:t>lcode.c</a:t>
          </a:r>
          <a:r>
            <a:rPr lang="en-IN" sz="1800" dirty="0"/>
            <a:t>)</a:t>
          </a:r>
        </a:p>
      </dgm:t>
    </dgm:pt>
    <dgm:pt modelId="{083E2A2C-46C8-4E52-BDF4-70A9677C97EE}" type="parTrans" cxnId="{4577D2E5-DA22-4D7D-B8B7-831886BCE5EA}">
      <dgm:prSet/>
      <dgm:spPr/>
      <dgm:t>
        <a:bodyPr/>
        <a:lstStyle/>
        <a:p>
          <a:endParaRPr lang="en-IN"/>
        </a:p>
      </dgm:t>
    </dgm:pt>
    <dgm:pt modelId="{15486085-8DBE-4227-B4CC-1CB36B7C34F3}" type="sibTrans" cxnId="{4577D2E5-DA22-4D7D-B8B7-831886BCE5EA}">
      <dgm:prSet/>
      <dgm:spPr/>
      <dgm:t>
        <a:bodyPr/>
        <a:lstStyle/>
        <a:p>
          <a:endParaRPr lang="en-IN"/>
        </a:p>
      </dgm:t>
    </dgm:pt>
    <dgm:pt modelId="{4F22C83C-A3AB-4805-91C4-880AF510D63E}">
      <dgm:prSet phldrT="[Text]"/>
      <dgm:spPr/>
      <dgm:t>
        <a:bodyPr/>
        <a:lstStyle/>
        <a:p>
          <a:r>
            <a:rPr lang="en-IN" dirty="0"/>
            <a:t>  Bytecode (Prototype)</a:t>
          </a:r>
        </a:p>
      </dgm:t>
    </dgm:pt>
    <dgm:pt modelId="{195D9171-E023-45F0-8FF0-98616119EE8B}" type="parTrans" cxnId="{2E4BCB1C-F88D-41C2-A837-BD50C4AA21E0}">
      <dgm:prSet/>
      <dgm:spPr/>
      <dgm:t>
        <a:bodyPr/>
        <a:lstStyle/>
        <a:p>
          <a:endParaRPr lang="en-IN"/>
        </a:p>
      </dgm:t>
    </dgm:pt>
    <dgm:pt modelId="{50048654-55C4-4D77-B6D5-40C69F8BF78C}" type="sibTrans" cxnId="{2E4BCB1C-F88D-41C2-A837-BD50C4AA21E0}">
      <dgm:prSet/>
      <dgm:spPr/>
      <dgm:t>
        <a:bodyPr/>
        <a:lstStyle/>
        <a:p>
          <a:endParaRPr lang="en-IN"/>
        </a:p>
      </dgm:t>
    </dgm:pt>
    <dgm:pt modelId="{29388B40-2AE1-4E49-805A-A405728A9DA5}" type="pres">
      <dgm:prSet presAssocID="{3EAB9DB7-DDF2-4F4A-93AA-9987DF03CFA5}" presName="CompostProcess" presStyleCnt="0">
        <dgm:presLayoutVars>
          <dgm:dir/>
          <dgm:resizeHandles val="exact"/>
        </dgm:presLayoutVars>
      </dgm:prSet>
      <dgm:spPr/>
    </dgm:pt>
    <dgm:pt modelId="{3F12E496-34E7-481E-B60E-99BCF7990B28}" type="pres">
      <dgm:prSet presAssocID="{3EAB9DB7-DDF2-4F4A-93AA-9987DF03CFA5}" presName="arrow" presStyleLbl="bgShp" presStyleIdx="0" presStyleCnt="1" custScaleX="117647"/>
      <dgm:spPr>
        <a:xfrm>
          <a:off x="2" y="0"/>
          <a:ext cx="9003946" cy="4064000"/>
        </a:xfrm>
        <a:prstGeom prst="rightArrow">
          <a:avLst/>
        </a:prstGeom>
      </dgm:spPr>
    </dgm:pt>
    <dgm:pt modelId="{1DEB17DB-F692-4F48-A933-65953C9BE84D}" type="pres">
      <dgm:prSet presAssocID="{3EAB9DB7-DDF2-4F4A-93AA-9987DF03CFA5}" presName="linearProcess" presStyleCnt="0"/>
      <dgm:spPr/>
    </dgm:pt>
    <dgm:pt modelId="{A3EE80D6-2CC8-431A-B910-066F05932C52}" type="pres">
      <dgm:prSet presAssocID="{162B11AE-B25B-4234-826C-8A67230BBD4E}" presName="textNode" presStyleLbl="node1" presStyleIdx="0" presStyleCnt="4" custScaleX="34040" custScaleY="82696" custLinFactX="5513" custLinFactNeighborX="100000" custLinFactNeighborY="-4307">
        <dgm:presLayoutVars>
          <dgm:bulletEnabled val="1"/>
        </dgm:presLayoutVars>
      </dgm:prSet>
      <dgm:spPr/>
    </dgm:pt>
    <dgm:pt modelId="{A2B674FB-A0CC-4CC5-9713-73C1AE039676}" type="pres">
      <dgm:prSet presAssocID="{A8737B5D-C74F-4562-BC58-D59388519F39}" presName="sibTrans" presStyleCnt="0"/>
      <dgm:spPr/>
    </dgm:pt>
    <dgm:pt modelId="{067EEC94-CBF4-47AF-AFF4-9EB6DFA15A15}" type="pres">
      <dgm:prSet presAssocID="{A954B54C-64B2-4C44-A5AF-164AFF2531C1}" presName="textNode" presStyleLbl="node1" presStyleIdx="1" presStyleCnt="4" custScaleX="36822" custScaleY="80659" custLinFactX="4773" custLinFactNeighborX="100000" custLinFactNeighborY="-7517">
        <dgm:presLayoutVars>
          <dgm:bulletEnabled val="1"/>
        </dgm:presLayoutVars>
      </dgm:prSet>
      <dgm:spPr/>
    </dgm:pt>
    <dgm:pt modelId="{EC83A89E-52FE-441B-A2F5-D380DFF5E8B7}" type="pres">
      <dgm:prSet presAssocID="{6E17EF3A-E87E-474F-A04E-3E45CDA7D11E}" presName="sibTrans" presStyleCnt="0"/>
      <dgm:spPr/>
    </dgm:pt>
    <dgm:pt modelId="{7AF0AE08-5574-4963-BCEE-3387A11935C8}" type="pres">
      <dgm:prSet presAssocID="{C339192D-9B29-4B48-B60D-374690D74F89}" presName="textNode" presStyleLbl="node1" presStyleIdx="2" presStyleCnt="4" custScaleX="34290" custScaleY="71980" custLinFactX="5341" custLinFactNeighborX="100000" custLinFactNeighborY="-7865">
        <dgm:presLayoutVars>
          <dgm:bulletEnabled val="1"/>
        </dgm:presLayoutVars>
      </dgm:prSet>
      <dgm:spPr/>
    </dgm:pt>
    <dgm:pt modelId="{4B1A12D7-8371-4677-91A2-71D4D8606352}" type="pres">
      <dgm:prSet presAssocID="{15486085-8DBE-4227-B4CC-1CB36B7C34F3}" presName="sibTrans" presStyleCnt="0"/>
      <dgm:spPr/>
    </dgm:pt>
    <dgm:pt modelId="{6869AF13-8CDC-4022-920E-AEC2BD0EB511}" type="pres">
      <dgm:prSet presAssocID="{4F22C83C-A3AB-4805-91C4-880AF510D63E}" presName="textNode" presStyleLbl="node1" presStyleIdx="3" presStyleCnt="4" custScaleX="36829" custScaleY="66276" custLinFactX="4053" custLinFactNeighborX="100000" custLinFactNeighborY="-8182">
        <dgm:presLayoutVars>
          <dgm:bulletEnabled val="1"/>
        </dgm:presLayoutVars>
      </dgm:prSet>
      <dgm:spPr/>
    </dgm:pt>
  </dgm:ptLst>
  <dgm:cxnLst>
    <dgm:cxn modelId="{2E4BCB1C-F88D-41C2-A837-BD50C4AA21E0}" srcId="{3EAB9DB7-DDF2-4F4A-93AA-9987DF03CFA5}" destId="{4F22C83C-A3AB-4805-91C4-880AF510D63E}" srcOrd="3" destOrd="0" parTransId="{195D9171-E023-45F0-8FF0-98616119EE8B}" sibTransId="{50048654-55C4-4D77-B6D5-40C69F8BF78C}"/>
    <dgm:cxn modelId="{1960252B-F2A2-4CE0-A1AF-480F3ADF9108}" type="presOf" srcId="{162B11AE-B25B-4234-826C-8A67230BBD4E}" destId="{A3EE80D6-2CC8-431A-B910-066F05932C52}" srcOrd="0" destOrd="0" presId="urn:microsoft.com/office/officeart/2005/8/layout/hProcess9"/>
    <dgm:cxn modelId="{3494D05F-E428-4987-9887-AC34892DC93E}" type="presOf" srcId="{3EAB9DB7-DDF2-4F4A-93AA-9987DF03CFA5}" destId="{29388B40-2AE1-4E49-805A-A405728A9DA5}" srcOrd="0" destOrd="0" presId="urn:microsoft.com/office/officeart/2005/8/layout/hProcess9"/>
    <dgm:cxn modelId="{CB12B547-7A82-473E-AB51-1EA67265E370}" srcId="{3EAB9DB7-DDF2-4F4A-93AA-9987DF03CFA5}" destId="{A954B54C-64B2-4C44-A5AF-164AFF2531C1}" srcOrd="1" destOrd="0" parTransId="{FD854CF1-FD88-4362-97E6-CB2FFCBADDDE}" sibTransId="{6E17EF3A-E87E-474F-A04E-3E45CDA7D11E}"/>
    <dgm:cxn modelId="{571C07B2-E527-4035-B413-C53A887B0202}" srcId="{3EAB9DB7-DDF2-4F4A-93AA-9987DF03CFA5}" destId="{162B11AE-B25B-4234-826C-8A67230BBD4E}" srcOrd="0" destOrd="0" parTransId="{068663E0-6397-4606-A6B3-8EFF04C88C78}" sibTransId="{A8737B5D-C74F-4562-BC58-D59388519F39}"/>
    <dgm:cxn modelId="{7EC6D8D5-4599-4B6F-A11E-3C2E86AF2DC6}" type="presOf" srcId="{4F22C83C-A3AB-4805-91C4-880AF510D63E}" destId="{6869AF13-8CDC-4022-920E-AEC2BD0EB511}" srcOrd="0" destOrd="0" presId="urn:microsoft.com/office/officeart/2005/8/layout/hProcess9"/>
    <dgm:cxn modelId="{70B09DE3-3AFD-454D-AE81-207FFEBAAC81}" type="presOf" srcId="{A954B54C-64B2-4C44-A5AF-164AFF2531C1}" destId="{067EEC94-CBF4-47AF-AFF4-9EB6DFA15A15}" srcOrd="0" destOrd="0" presId="urn:microsoft.com/office/officeart/2005/8/layout/hProcess9"/>
    <dgm:cxn modelId="{4577D2E5-DA22-4D7D-B8B7-831886BCE5EA}" srcId="{3EAB9DB7-DDF2-4F4A-93AA-9987DF03CFA5}" destId="{C339192D-9B29-4B48-B60D-374690D74F89}" srcOrd="2" destOrd="0" parTransId="{083E2A2C-46C8-4E52-BDF4-70A9677C97EE}" sibTransId="{15486085-8DBE-4227-B4CC-1CB36B7C34F3}"/>
    <dgm:cxn modelId="{3ACCC0FA-5A06-4649-AA48-9BC1FDCB9948}" type="presOf" srcId="{C339192D-9B29-4B48-B60D-374690D74F89}" destId="{7AF0AE08-5574-4963-BCEE-3387A11935C8}" srcOrd="0" destOrd="0" presId="urn:microsoft.com/office/officeart/2005/8/layout/hProcess9"/>
    <dgm:cxn modelId="{8F433402-BD23-4EFF-8D01-C99D39D24374}" type="presParOf" srcId="{29388B40-2AE1-4E49-805A-A405728A9DA5}" destId="{3F12E496-34E7-481E-B60E-99BCF7990B28}" srcOrd="0" destOrd="0" presId="urn:microsoft.com/office/officeart/2005/8/layout/hProcess9"/>
    <dgm:cxn modelId="{913AD91C-D79B-4837-9135-992A7114DD94}" type="presParOf" srcId="{29388B40-2AE1-4E49-805A-A405728A9DA5}" destId="{1DEB17DB-F692-4F48-A933-65953C9BE84D}" srcOrd="1" destOrd="0" presId="urn:microsoft.com/office/officeart/2005/8/layout/hProcess9"/>
    <dgm:cxn modelId="{7BB160A1-5BDF-4E95-8AC3-9B3E139ED140}" type="presParOf" srcId="{1DEB17DB-F692-4F48-A933-65953C9BE84D}" destId="{A3EE80D6-2CC8-431A-B910-066F05932C52}" srcOrd="0" destOrd="0" presId="urn:microsoft.com/office/officeart/2005/8/layout/hProcess9"/>
    <dgm:cxn modelId="{B1EC42D0-99A7-4CA8-852B-425700FC5940}" type="presParOf" srcId="{1DEB17DB-F692-4F48-A933-65953C9BE84D}" destId="{A2B674FB-A0CC-4CC5-9713-73C1AE039676}" srcOrd="1" destOrd="0" presId="urn:microsoft.com/office/officeart/2005/8/layout/hProcess9"/>
    <dgm:cxn modelId="{56012855-5BB4-4145-AB93-E1E69ED82B41}" type="presParOf" srcId="{1DEB17DB-F692-4F48-A933-65953C9BE84D}" destId="{067EEC94-CBF4-47AF-AFF4-9EB6DFA15A15}" srcOrd="2" destOrd="0" presId="urn:microsoft.com/office/officeart/2005/8/layout/hProcess9"/>
    <dgm:cxn modelId="{9AC276FE-A6BE-4844-B617-20C40D0BD79A}" type="presParOf" srcId="{1DEB17DB-F692-4F48-A933-65953C9BE84D}" destId="{EC83A89E-52FE-441B-A2F5-D380DFF5E8B7}" srcOrd="3" destOrd="0" presId="urn:microsoft.com/office/officeart/2005/8/layout/hProcess9"/>
    <dgm:cxn modelId="{F366FDA4-DBDA-4EF8-8D2E-0860E2547A99}" type="presParOf" srcId="{1DEB17DB-F692-4F48-A933-65953C9BE84D}" destId="{7AF0AE08-5574-4963-BCEE-3387A11935C8}" srcOrd="4" destOrd="0" presId="urn:microsoft.com/office/officeart/2005/8/layout/hProcess9"/>
    <dgm:cxn modelId="{679A11EB-E40A-4F0E-9690-060267C2FF3A}" type="presParOf" srcId="{1DEB17DB-F692-4F48-A933-65953C9BE84D}" destId="{4B1A12D7-8371-4677-91A2-71D4D8606352}" srcOrd="5" destOrd="0" presId="urn:microsoft.com/office/officeart/2005/8/layout/hProcess9"/>
    <dgm:cxn modelId="{D71E731B-C61D-406D-AF58-936BFFD74402}" type="presParOf" srcId="{1DEB17DB-F692-4F48-A933-65953C9BE84D}" destId="{6869AF13-8CDC-4022-920E-AEC2BD0EB511}" srcOrd="6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9EE40AE-18BC-4F27-A548-C38C9CA1D585}" type="doc">
      <dgm:prSet loTypeId="urn:microsoft.com/office/officeart/2016/7/layout/VerticalSolidActionList" loCatId="List" qsTypeId="urn:microsoft.com/office/officeart/2005/8/quickstyle/simple4" qsCatId="simple" csTypeId="urn:microsoft.com/office/officeart/2005/8/colors/colorful4" csCatId="colorful"/>
      <dgm:spPr/>
      <dgm:t>
        <a:bodyPr/>
        <a:lstStyle/>
        <a:p>
          <a:endParaRPr lang="en-US"/>
        </a:p>
      </dgm:t>
    </dgm:pt>
    <dgm:pt modelId="{9D4188F2-45A2-41E2-A311-45F240A3619E}">
      <dgm:prSet/>
      <dgm:spPr/>
      <dgm:t>
        <a:bodyPr/>
        <a:lstStyle/>
        <a:p>
          <a:r>
            <a:rPr lang="en-US" dirty="0" err="1"/>
            <a:t>Lexing</a:t>
          </a:r>
          <a:r>
            <a:rPr lang="en-US" dirty="0"/>
            <a:t> – </a:t>
          </a:r>
          <a:r>
            <a:rPr lang="en-US" dirty="0" err="1"/>
            <a:t>llex.c</a:t>
          </a:r>
          <a:r>
            <a:rPr lang="en-US" dirty="0"/>
            <a:t>:</a:t>
          </a:r>
        </a:p>
      </dgm:t>
    </dgm:pt>
    <dgm:pt modelId="{38B1F41D-8197-4B30-BED4-E3920B1BE36A}" type="parTrans" cxnId="{B86F0942-BAB1-4235-902C-F56BF175F479}">
      <dgm:prSet/>
      <dgm:spPr/>
      <dgm:t>
        <a:bodyPr/>
        <a:lstStyle/>
        <a:p>
          <a:endParaRPr lang="en-US"/>
        </a:p>
      </dgm:t>
    </dgm:pt>
    <dgm:pt modelId="{A85A141F-0F55-4A0F-BAD0-D23DD62AF55E}" type="sibTrans" cxnId="{B86F0942-BAB1-4235-902C-F56BF175F479}">
      <dgm:prSet/>
      <dgm:spPr/>
      <dgm:t>
        <a:bodyPr/>
        <a:lstStyle/>
        <a:p>
          <a:endParaRPr lang="en-US"/>
        </a:p>
      </dgm:t>
    </dgm:pt>
    <dgm:pt modelId="{284FE1D9-F824-460A-963A-A30516DCF424}">
      <dgm:prSet/>
      <dgm:spPr/>
      <dgm:t>
        <a:bodyPr/>
        <a:lstStyle/>
        <a:p>
          <a:r>
            <a:rPr lang="en-US"/>
            <a:t>Breaks script into tokens.</a:t>
          </a:r>
        </a:p>
      </dgm:t>
    </dgm:pt>
    <dgm:pt modelId="{A233535E-5239-4346-9C13-44DC9CC18530}" type="parTrans" cxnId="{D773A0FE-117F-4F3D-A455-0442BD3A0C45}">
      <dgm:prSet/>
      <dgm:spPr/>
      <dgm:t>
        <a:bodyPr/>
        <a:lstStyle/>
        <a:p>
          <a:endParaRPr lang="en-US"/>
        </a:p>
      </dgm:t>
    </dgm:pt>
    <dgm:pt modelId="{A47807DF-A9EE-48D7-A2CD-A5E4FDA3C51D}" type="sibTrans" cxnId="{D773A0FE-117F-4F3D-A455-0442BD3A0C45}">
      <dgm:prSet/>
      <dgm:spPr/>
      <dgm:t>
        <a:bodyPr/>
        <a:lstStyle/>
        <a:p>
          <a:endParaRPr lang="en-US"/>
        </a:p>
      </dgm:t>
    </dgm:pt>
    <dgm:pt modelId="{05A2E39D-0F4E-40AB-80D7-4DA048CA79E5}">
      <dgm:prSet/>
      <dgm:spPr/>
      <dgm:t>
        <a:bodyPr/>
        <a:lstStyle/>
        <a:p>
          <a:r>
            <a:rPr lang="en-US"/>
            <a:t>Skips whitespace/comments.</a:t>
          </a:r>
        </a:p>
      </dgm:t>
    </dgm:pt>
    <dgm:pt modelId="{C2979AA6-0F66-4B81-A878-8F44863B9E0A}" type="parTrans" cxnId="{C4AF67D9-77CC-4714-BD12-7621B2D7F693}">
      <dgm:prSet/>
      <dgm:spPr/>
      <dgm:t>
        <a:bodyPr/>
        <a:lstStyle/>
        <a:p>
          <a:endParaRPr lang="en-US"/>
        </a:p>
      </dgm:t>
    </dgm:pt>
    <dgm:pt modelId="{8B276219-4D7B-47EC-8EB7-4A44F4CD60CC}" type="sibTrans" cxnId="{C4AF67D9-77CC-4714-BD12-7621B2D7F693}">
      <dgm:prSet/>
      <dgm:spPr/>
      <dgm:t>
        <a:bodyPr/>
        <a:lstStyle/>
        <a:p>
          <a:endParaRPr lang="en-US"/>
        </a:p>
      </dgm:t>
    </dgm:pt>
    <dgm:pt modelId="{AAF6E71A-B0C0-4B93-89CB-D7E0693831B9}">
      <dgm:prSet/>
      <dgm:spPr/>
      <dgm:t>
        <a:bodyPr/>
        <a:lstStyle/>
        <a:p>
          <a:r>
            <a:rPr lang="en-US"/>
            <a:t>Parsing – lparser.c:</a:t>
          </a:r>
        </a:p>
      </dgm:t>
    </dgm:pt>
    <dgm:pt modelId="{85A4FE44-F14D-4AC4-929C-EBBCAA62EB3B}" type="parTrans" cxnId="{5A11D5E5-39C3-48AA-ADE3-F3DA9D509D2B}">
      <dgm:prSet/>
      <dgm:spPr/>
      <dgm:t>
        <a:bodyPr/>
        <a:lstStyle/>
        <a:p>
          <a:endParaRPr lang="en-US"/>
        </a:p>
      </dgm:t>
    </dgm:pt>
    <dgm:pt modelId="{881EB034-D8A3-4000-B5A1-44987004F86D}" type="sibTrans" cxnId="{5A11D5E5-39C3-48AA-ADE3-F3DA9D509D2B}">
      <dgm:prSet/>
      <dgm:spPr/>
      <dgm:t>
        <a:bodyPr/>
        <a:lstStyle/>
        <a:p>
          <a:endParaRPr lang="en-US"/>
        </a:p>
      </dgm:t>
    </dgm:pt>
    <dgm:pt modelId="{F48EA0F7-D5E0-498C-943F-46843C3A97F0}">
      <dgm:prSet/>
      <dgm:spPr/>
      <dgm:t>
        <a:bodyPr/>
        <a:lstStyle/>
        <a:p>
          <a:r>
            <a:rPr lang="en-US" dirty="0"/>
            <a:t>Converts tokens into an abstract syntax tree (AST).</a:t>
          </a:r>
        </a:p>
      </dgm:t>
    </dgm:pt>
    <dgm:pt modelId="{04715C71-C151-46BD-B582-E9BB1E59C598}" type="parTrans" cxnId="{8DF917CD-85D7-4D5F-AEF8-1A01D408A366}">
      <dgm:prSet/>
      <dgm:spPr/>
      <dgm:t>
        <a:bodyPr/>
        <a:lstStyle/>
        <a:p>
          <a:endParaRPr lang="en-US"/>
        </a:p>
      </dgm:t>
    </dgm:pt>
    <dgm:pt modelId="{C6CFB00E-E6BC-4B3A-A8EB-A1DC22E490A1}" type="sibTrans" cxnId="{8DF917CD-85D7-4D5F-AEF8-1A01D408A366}">
      <dgm:prSet/>
      <dgm:spPr/>
      <dgm:t>
        <a:bodyPr/>
        <a:lstStyle/>
        <a:p>
          <a:endParaRPr lang="en-US"/>
        </a:p>
      </dgm:t>
    </dgm:pt>
    <dgm:pt modelId="{623195C9-1A76-4ABD-A94C-3E00815A2687}">
      <dgm:prSet/>
      <dgm:spPr/>
      <dgm:t>
        <a:bodyPr/>
        <a:lstStyle/>
        <a:p>
          <a:r>
            <a:rPr lang="en-US"/>
            <a:t>Builds function prototypes (Proto).</a:t>
          </a:r>
        </a:p>
      </dgm:t>
    </dgm:pt>
    <dgm:pt modelId="{2F918175-12C2-42E8-9CB5-5979D4FDF10F}" type="parTrans" cxnId="{A3719CAD-A246-47E3-ABE3-1F6F88C9C326}">
      <dgm:prSet/>
      <dgm:spPr/>
      <dgm:t>
        <a:bodyPr/>
        <a:lstStyle/>
        <a:p>
          <a:endParaRPr lang="en-US"/>
        </a:p>
      </dgm:t>
    </dgm:pt>
    <dgm:pt modelId="{1FF2F66D-0048-4B26-BDD1-7DD6A9352ED1}" type="sibTrans" cxnId="{A3719CAD-A246-47E3-ABE3-1F6F88C9C326}">
      <dgm:prSet/>
      <dgm:spPr/>
      <dgm:t>
        <a:bodyPr/>
        <a:lstStyle/>
        <a:p>
          <a:endParaRPr lang="en-US"/>
        </a:p>
      </dgm:t>
    </dgm:pt>
    <dgm:pt modelId="{E7E1D54F-EF56-4C6C-B1D8-F727356F3FB7}">
      <dgm:prSet/>
      <dgm:spPr/>
      <dgm:t>
        <a:bodyPr/>
        <a:lstStyle/>
        <a:p>
          <a:r>
            <a:rPr lang="en-US"/>
            <a:t>Code Generation – lcode.c:</a:t>
          </a:r>
        </a:p>
      </dgm:t>
    </dgm:pt>
    <dgm:pt modelId="{7A817679-22A3-47B0-BF37-91080CFD2BD4}" type="parTrans" cxnId="{DC7FF88B-CAD5-451B-A119-602E7C9E04AE}">
      <dgm:prSet/>
      <dgm:spPr/>
      <dgm:t>
        <a:bodyPr/>
        <a:lstStyle/>
        <a:p>
          <a:endParaRPr lang="en-US"/>
        </a:p>
      </dgm:t>
    </dgm:pt>
    <dgm:pt modelId="{120260CA-81DD-44CD-8938-801C2E13B901}" type="sibTrans" cxnId="{DC7FF88B-CAD5-451B-A119-602E7C9E04AE}">
      <dgm:prSet/>
      <dgm:spPr/>
      <dgm:t>
        <a:bodyPr/>
        <a:lstStyle/>
        <a:p>
          <a:endParaRPr lang="en-US"/>
        </a:p>
      </dgm:t>
    </dgm:pt>
    <dgm:pt modelId="{0B837021-3EDA-418F-AFC7-05BA41A7D3F5}">
      <dgm:prSet/>
      <dgm:spPr/>
      <dgm:t>
        <a:bodyPr/>
        <a:lstStyle/>
        <a:p>
          <a:r>
            <a:rPr lang="en-US"/>
            <a:t>Translates AST into register-based bytecode.</a:t>
          </a:r>
        </a:p>
      </dgm:t>
    </dgm:pt>
    <dgm:pt modelId="{A8580EEA-014F-4585-9585-BD12CF56599B}" type="parTrans" cxnId="{E70E61D7-C2B7-4F9A-AFEB-3E8E6258DA9C}">
      <dgm:prSet/>
      <dgm:spPr/>
      <dgm:t>
        <a:bodyPr/>
        <a:lstStyle/>
        <a:p>
          <a:endParaRPr lang="en-US"/>
        </a:p>
      </dgm:t>
    </dgm:pt>
    <dgm:pt modelId="{D07D13BB-8207-4D67-95CE-2383586AFA40}" type="sibTrans" cxnId="{E70E61D7-C2B7-4F9A-AFEB-3E8E6258DA9C}">
      <dgm:prSet/>
      <dgm:spPr/>
      <dgm:t>
        <a:bodyPr/>
        <a:lstStyle/>
        <a:p>
          <a:endParaRPr lang="en-US"/>
        </a:p>
      </dgm:t>
    </dgm:pt>
    <dgm:pt modelId="{8D4239F0-05C9-4D45-A1F6-1EB91D7B73E0}">
      <dgm:prSet/>
      <dgm:spPr/>
      <dgm:t>
        <a:bodyPr/>
        <a:lstStyle/>
        <a:p>
          <a:r>
            <a:rPr lang="en-US"/>
            <a:t>Execution – lvm.c:</a:t>
          </a:r>
        </a:p>
      </dgm:t>
    </dgm:pt>
    <dgm:pt modelId="{D97444C5-5986-43E9-B6ED-FADB0907B0BA}" type="parTrans" cxnId="{EA6480C5-4079-45CC-AA65-25D1AAA925DA}">
      <dgm:prSet/>
      <dgm:spPr/>
      <dgm:t>
        <a:bodyPr/>
        <a:lstStyle/>
        <a:p>
          <a:endParaRPr lang="en-US"/>
        </a:p>
      </dgm:t>
    </dgm:pt>
    <dgm:pt modelId="{C09AD8EC-9364-4AD8-A048-B28EBDB5D814}" type="sibTrans" cxnId="{EA6480C5-4079-45CC-AA65-25D1AAA925DA}">
      <dgm:prSet/>
      <dgm:spPr/>
      <dgm:t>
        <a:bodyPr/>
        <a:lstStyle/>
        <a:p>
          <a:endParaRPr lang="en-US"/>
        </a:p>
      </dgm:t>
    </dgm:pt>
    <dgm:pt modelId="{1BC8995C-C278-4E66-9FE3-6BFCBA8515B0}">
      <dgm:prSet/>
      <dgm:spPr/>
      <dgm:t>
        <a:bodyPr/>
        <a:lstStyle/>
        <a:p>
          <a:r>
            <a:rPr lang="en-US"/>
            <a:t>Executes bytecode instruction-by-instruction in Lua VM.</a:t>
          </a:r>
        </a:p>
      </dgm:t>
    </dgm:pt>
    <dgm:pt modelId="{70AC42DC-3A7C-46EF-B19C-C730B0A6E1E9}" type="parTrans" cxnId="{1466A05F-AF25-4F1F-9A8C-C0F84E41D0EC}">
      <dgm:prSet/>
      <dgm:spPr/>
      <dgm:t>
        <a:bodyPr/>
        <a:lstStyle/>
        <a:p>
          <a:endParaRPr lang="en-US"/>
        </a:p>
      </dgm:t>
    </dgm:pt>
    <dgm:pt modelId="{B406A9F2-4757-4545-95D0-699DFCED4BB8}" type="sibTrans" cxnId="{1466A05F-AF25-4F1F-9A8C-C0F84E41D0EC}">
      <dgm:prSet/>
      <dgm:spPr/>
      <dgm:t>
        <a:bodyPr/>
        <a:lstStyle/>
        <a:p>
          <a:endParaRPr lang="en-US"/>
        </a:p>
      </dgm:t>
    </dgm:pt>
    <dgm:pt modelId="{5BDE1A91-A505-4D11-8A0A-D42B935614A3}" type="pres">
      <dgm:prSet presAssocID="{59EE40AE-18BC-4F27-A548-C38C9CA1D585}" presName="Name0" presStyleCnt="0">
        <dgm:presLayoutVars>
          <dgm:dir/>
          <dgm:animLvl val="lvl"/>
          <dgm:resizeHandles val="exact"/>
        </dgm:presLayoutVars>
      </dgm:prSet>
      <dgm:spPr/>
    </dgm:pt>
    <dgm:pt modelId="{B38B5777-8E24-44AE-8A1D-36CEDADF477E}" type="pres">
      <dgm:prSet presAssocID="{9D4188F2-45A2-41E2-A311-45F240A3619E}" presName="linNode" presStyleCnt="0"/>
      <dgm:spPr/>
    </dgm:pt>
    <dgm:pt modelId="{D75DC254-20E4-45AA-8AD4-39913F18B8DE}" type="pres">
      <dgm:prSet presAssocID="{9D4188F2-45A2-41E2-A311-45F240A3619E}" presName="parentText" presStyleLbl="alignNode1" presStyleIdx="0" presStyleCnt="4">
        <dgm:presLayoutVars>
          <dgm:chMax val="1"/>
          <dgm:bulletEnabled/>
        </dgm:presLayoutVars>
      </dgm:prSet>
      <dgm:spPr/>
    </dgm:pt>
    <dgm:pt modelId="{65D3A2E2-B5C2-4A1A-8F9E-08C4D751D915}" type="pres">
      <dgm:prSet presAssocID="{9D4188F2-45A2-41E2-A311-45F240A3619E}" presName="descendantText" presStyleLbl="alignAccFollowNode1" presStyleIdx="0" presStyleCnt="4">
        <dgm:presLayoutVars>
          <dgm:bulletEnabled/>
        </dgm:presLayoutVars>
      </dgm:prSet>
      <dgm:spPr/>
    </dgm:pt>
    <dgm:pt modelId="{30C42303-4C66-4FFA-8642-8913097D3E7F}" type="pres">
      <dgm:prSet presAssocID="{A85A141F-0F55-4A0F-BAD0-D23DD62AF55E}" presName="sp" presStyleCnt="0"/>
      <dgm:spPr/>
    </dgm:pt>
    <dgm:pt modelId="{FACBE780-DE14-40EF-9F67-8737F82DEE4E}" type="pres">
      <dgm:prSet presAssocID="{AAF6E71A-B0C0-4B93-89CB-D7E0693831B9}" presName="linNode" presStyleCnt="0"/>
      <dgm:spPr/>
    </dgm:pt>
    <dgm:pt modelId="{F0126E4F-C1E0-469A-8921-894EF2D96B99}" type="pres">
      <dgm:prSet presAssocID="{AAF6E71A-B0C0-4B93-89CB-D7E0693831B9}" presName="parentText" presStyleLbl="alignNode1" presStyleIdx="1" presStyleCnt="4">
        <dgm:presLayoutVars>
          <dgm:chMax val="1"/>
          <dgm:bulletEnabled/>
        </dgm:presLayoutVars>
      </dgm:prSet>
      <dgm:spPr/>
    </dgm:pt>
    <dgm:pt modelId="{78BAB8CB-1A35-4664-8D74-9622DA5C0891}" type="pres">
      <dgm:prSet presAssocID="{AAF6E71A-B0C0-4B93-89CB-D7E0693831B9}" presName="descendantText" presStyleLbl="alignAccFollowNode1" presStyleIdx="1" presStyleCnt="4">
        <dgm:presLayoutVars>
          <dgm:bulletEnabled/>
        </dgm:presLayoutVars>
      </dgm:prSet>
      <dgm:spPr/>
    </dgm:pt>
    <dgm:pt modelId="{86FC5F52-F4FB-4B33-8135-B5D57DF0EEFB}" type="pres">
      <dgm:prSet presAssocID="{881EB034-D8A3-4000-B5A1-44987004F86D}" presName="sp" presStyleCnt="0"/>
      <dgm:spPr/>
    </dgm:pt>
    <dgm:pt modelId="{53EFDECF-4249-4E33-A950-182575274A74}" type="pres">
      <dgm:prSet presAssocID="{E7E1D54F-EF56-4C6C-B1D8-F727356F3FB7}" presName="linNode" presStyleCnt="0"/>
      <dgm:spPr/>
    </dgm:pt>
    <dgm:pt modelId="{5B8387E3-C1E1-4D29-997B-3DB14BBF5649}" type="pres">
      <dgm:prSet presAssocID="{E7E1D54F-EF56-4C6C-B1D8-F727356F3FB7}" presName="parentText" presStyleLbl="alignNode1" presStyleIdx="2" presStyleCnt="4">
        <dgm:presLayoutVars>
          <dgm:chMax val="1"/>
          <dgm:bulletEnabled/>
        </dgm:presLayoutVars>
      </dgm:prSet>
      <dgm:spPr/>
    </dgm:pt>
    <dgm:pt modelId="{477544D3-AECC-4947-90D0-230DA0E8E6B9}" type="pres">
      <dgm:prSet presAssocID="{E7E1D54F-EF56-4C6C-B1D8-F727356F3FB7}" presName="descendantText" presStyleLbl="alignAccFollowNode1" presStyleIdx="2" presStyleCnt="4">
        <dgm:presLayoutVars>
          <dgm:bulletEnabled/>
        </dgm:presLayoutVars>
      </dgm:prSet>
      <dgm:spPr/>
    </dgm:pt>
    <dgm:pt modelId="{1C042F65-C193-497E-B80F-9778017B234F}" type="pres">
      <dgm:prSet presAssocID="{120260CA-81DD-44CD-8938-801C2E13B901}" presName="sp" presStyleCnt="0"/>
      <dgm:spPr/>
    </dgm:pt>
    <dgm:pt modelId="{5A812EE9-ADFC-4A06-8128-6444AF9E39CC}" type="pres">
      <dgm:prSet presAssocID="{8D4239F0-05C9-4D45-A1F6-1EB91D7B73E0}" presName="linNode" presStyleCnt="0"/>
      <dgm:spPr/>
    </dgm:pt>
    <dgm:pt modelId="{68B345DA-2ED1-48A9-B99D-5F1DB4F0C9E3}" type="pres">
      <dgm:prSet presAssocID="{8D4239F0-05C9-4D45-A1F6-1EB91D7B73E0}" presName="parentText" presStyleLbl="alignNode1" presStyleIdx="3" presStyleCnt="4">
        <dgm:presLayoutVars>
          <dgm:chMax val="1"/>
          <dgm:bulletEnabled/>
        </dgm:presLayoutVars>
      </dgm:prSet>
      <dgm:spPr/>
    </dgm:pt>
    <dgm:pt modelId="{15C9B7CF-81EB-4335-A3B4-B784578B8EA6}" type="pres">
      <dgm:prSet presAssocID="{8D4239F0-05C9-4D45-A1F6-1EB91D7B73E0}" presName="descendantText" presStyleLbl="alignAccFollowNode1" presStyleIdx="3" presStyleCnt="4">
        <dgm:presLayoutVars>
          <dgm:bulletEnabled/>
        </dgm:presLayoutVars>
      </dgm:prSet>
      <dgm:spPr/>
    </dgm:pt>
  </dgm:ptLst>
  <dgm:cxnLst>
    <dgm:cxn modelId="{DB9D000C-70A7-4604-B34C-A0A7AA7F9755}" type="presOf" srcId="{E7E1D54F-EF56-4C6C-B1D8-F727356F3FB7}" destId="{5B8387E3-C1E1-4D29-997B-3DB14BBF5649}" srcOrd="0" destOrd="0" presId="urn:microsoft.com/office/officeart/2016/7/layout/VerticalSolidActionList"/>
    <dgm:cxn modelId="{1F5EE70F-9D45-4212-A733-16C9DBF9CC2D}" type="presOf" srcId="{8D4239F0-05C9-4D45-A1F6-1EB91D7B73E0}" destId="{68B345DA-2ED1-48A9-B99D-5F1DB4F0C9E3}" srcOrd="0" destOrd="0" presId="urn:microsoft.com/office/officeart/2016/7/layout/VerticalSolidActionList"/>
    <dgm:cxn modelId="{5619AD3E-3485-4237-A85A-F5613A1159BB}" type="presOf" srcId="{AAF6E71A-B0C0-4B93-89CB-D7E0693831B9}" destId="{F0126E4F-C1E0-469A-8921-894EF2D96B99}" srcOrd="0" destOrd="0" presId="urn:microsoft.com/office/officeart/2016/7/layout/VerticalSolidActionList"/>
    <dgm:cxn modelId="{1466A05F-AF25-4F1F-9A8C-C0F84E41D0EC}" srcId="{8D4239F0-05C9-4D45-A1F6-1EB91D7B73E0}" destId="{1BC8995C-C278-4E66-9FE3-6BFCBA8515B0}" srcOrd="0" destOrd="0" parTransId="{70AC42DC-3A7C-46EF-B19C-C730B0A6E1E9}" sibTransId="{B406A9F2-4757-4545-95D0-699DFCED4BB8}"/>
    <dgm:cxn modelId="{B86F0942-BAB1-4235-902C-F56BF175F479}" srcId="{59EE40AE-18BC-4F27-A548-C38C9CA1D585}" destId="{9D4188F2-45A2-41E2-A311-45F240A3619E}" srcOrd="0" destOrd="0" parTransId="{38B1F41D-8197-4B30-BED4-E3920B1BE36A}" sibTransId="{A85A141F-0F55-4A0F-BAD0-D23DD62AF55E}"/>
    <dgm:cxn modelId="{9C2D5A44-957F-44E8-9403-8A20C559D9D5}" type="presOf" srcId="{284FE1D9-F824-460A-963A-A30516DCF424}" destId="{65D3A2E2-B5C2-4A1A-8F9E-08C4D751D915}" srcOrd="0" destOrd="0" presId="urn:microsoft.com/office/officeart/2016/7/layout/VerticalSolidActionList"/>
    <dgm:cxn modelId="{80832055-C5DF-432A-8A69-88EF39CAECF3}" type="presOf" srcId="{623195C9-1A76-4ABD-A94C-3E00815A2687}" destId="{78BAB8CB-1A35-4664-8D74-9622DA5C0891}" srcOrd="0" destOrd="1" presId="urn:microsoft.com/office/officeart/2016/7/layout/VerticalSolidActionList"/>
    <dgm:cxn modelId="{8E94E675-C9E3-4F78-926A-F64BD1FD8608}" type="presOf" srcId="{1BC8995C-C278-4E66-9FE3-6BFCBA8515B0}" destId="{15C9B7CF-81EB-4335-A3B4-B784578B8EA6}" srcOrd="0" destOrd="0" presId="urn:microsoft.com/office/officeart/2016/7/layout/VerticalSolidActionList"/>
    <dgm:cxn modelId="{DC7FF88B-CAD5-451B-A119-602E7C9E04AE}" srcId="{59EE40AE-18BC-4F27-A548-C38C9CA1D585}" destId="{E7E1D54F-EF56-4C6C-B1D8-F727356F3FB7}" srcOrd="2" destOrd="0" parTransId="{7A817679-22A3-47B0-BF37-91080CFD2BD4}" sibTransId="{120260CA-81DD-44CD-8938-801C2E13B901}"/>
    <dgm:cxn modelId="{B11BC692-E731-4F46-A5DF-9AB4FC6CB803}" type="presOf" srcId="{0B837021-3EDA-418F-AFC7-05BA41A7D3F5}" destId="{477544D3-AECC-4947-90D0-230DA0E8E6B9}" srcOrd="0" destOrd="0" presId="urn:microsoft.com/office/officeart/2016/7/layout/VerticalSolidActionList"/>
    <dgm:cxn modelId="{85CDFF9E-13BA-41BD-9164-E53F18AEE163}" type="presOf" srcId="{F48EA0F7-D5E0-498C-943F-46843C3A97F0}" destId="{78BAB8CB-1A35-4664-8D74-9622DA5C0891}" srcOrd="0" destOrd="0" presId="urn:microsoft.com/office/officeart/2016/7/layout/VerticalSolidActionList"/>
    <dgm:cxn modelId="{B49DE5A4-CA6A-4048-AC20-3BBCF98FE7CD}" type="presOf" srcId="{59EE40AE-18BC-4F27-A548-C38C9CA1D585}" destId="{5BDE1A91-A505-4D11-8A0A-D42B935614A3}" srcOrd="0" destOrd="0" presId="urn:microsoft.com/office/officeart/2016/7/layout/VerticalSolidActionList"/>
    <dgm:cxn modelId="{A3719CAD-A246-47E3-ABE3-1F6F88C9C326}" srcId="{AAF6E71A-B0C0-4B93-89CB-D7E0693831B9}" destId="{623195C9-1A76-4ABD-A94C-3E00815A2687}" srcOrd="1" destOrd="0" parTransId="{2F918175-12C2-42E8-9CB5-5979D4FDF10F}" sibTransId="{1FF2F66D-0048-4B26-BDD1-7DD6A9352ED1}"/>
    <dgm:cxn modelId="{355E76B6-5566-4B77-BAA4-3CE0CDE2E549}" type="presOf" srcId="{9D4188F2-45A2-41E2-A311-45F240A3619E}" destId="{D75DC254-20E4-45AA-8AD4-39913F18B8DE}" srcOrd="0" destOrd="0" presId="urn:microsoft.com/office/officeart/2016/7/layout/VerticalSolidActionList"/>
    <dgm:cxn modelId="{EA6480C5-4079-45CC-AA65-25D1AAA925DA}" srcId="{59EE40AE-18BC-4F27-A548-C38C9CA1D585}" destId="{8D4239F0-05C9-4D45-A1F6-1EB91D7B73E0}" srcOrd="3" destOrd="0" parTransId="{D97444C5-5986-43E9-B6ED-FADB0907B0BA}" sibTransId="{C09AD8EC-9364-4AD8-A048-B28EBDB5D814}"/>
    <dgm:cxn modelId="{8DF917CD-85D7-4D5F-AEF8-1A01D408A366}" srcId="{AAF6E71A-B0C0-4B93-89CB-D7E0693831B9}" destId="{F48EA0F7-D5E0-498C-943F-46843C3A97F0}" srcOrd="0" destOrd="0" parTransId="{04715C71-C151-46BD-B582-E9BB1E59C598}" sibTransId="{C6CFB00E-E6BC-4B3A-A8EB-A1DC22E490A1}"/>
    <dgm:cxn modelId="{805A66CF-B669-4068-9A91-53C530AD868F}" type="presOf" srcId="{05A2E39D-0F4E-40AB-80D7-4DA048CA79E5}" destId="{65D3A2E2-B5C2-4A1A-8F9E-08C4D751D915}" srcOrd="0" destOrd="1" presId="urn:microsoft.com/office/officeart/2016/7/layout/VerticalSolidActionList"/>
    <dgm:cxn modelId="{E70E61D7-C2B7-4F9A-AFEB-3E8E6258DA9C}" srcId="{E7E1D54F-EF56-4C6C-B1D8-F727356F3FB7}" destId="{0B837021-3EDA-418F-AFC7-05BA41A7D3F5}" srcOrd="0" destOrd="0" parTransId="{A8580EEA-014F-4585-9585-BD12CF56599B}" sibTransId="{D07D13BB-8207-4D67-95CE-2383586AFA40}"/>
    <dgm:cxn modelId="{C4AF67D9-77CC-4714-BD12-7621B2D7F693}" srcId="{9D4188F2-45A2-41E2-A311-45F240A3619E}" destId="{05A2E39D-0F4E-40AB-80D7-4DA048CA79E5}" srcOrd="1" destOrd="0" parTransId="{C2979AA6-0F66-4B81-A878-8F44863B9E0A}" sibTransId="{8B276219-4D7B-47EC-8EB7-4A44F4CD60CC}"/>
    <dgm:cxn modelId="{5A11D5E5-39C3-48AA-ADE3-F3DA9D509D2B}" srcId="{59EE40AE-18BC-4F27-A548-C38C9CA1D585}" destId="{AAF6E71A-B0C0-4B93-89CB-D7E0693831B9}" srcOrd="1" destOrd="0" parTransId="{85A4FE44-F14D-4AC4-929C-EBBCAA62EB3B}" sibTransId="{881EB034-D8A3-4000-B5A1-44987004F86D}"/>
    <dgm:cxn modelId="{D773A0FE-117F-4F3D-A455-0442BD3A0C45}" srcId="{9D4188F2-45A2-41E2-A311-45F240A3619E}" destId="{284FE1D9-F824-460A-963A-A30516DCF424}" srcOrd="0" destOrd="0" parTransId="{A233535E-5239-4346-9C13-44DC9CC18530}" sibTransId="{A47807DF-A9EE-48D7-A2CD-A5E4FDA3C51D}"/>
    <dgm:cxn modelId="{0C23C76D-0AC9-4BBC-BE44-6184318793E4}" type="presParOf" srcId="{5BDE1A91-A505-4D11-8A0A-D42B935614A3}" destId="{B38B5777-8E24-44AE-8A1D-36CEDADF477E}" srcOrd="0" destOrd="0" presId="urn:microsoft.com/office/officeart/2016/7/layout/VerticalSolidActionList"/>
    <dgm:cxn modelId="{B73DED0D-6052-4C5F-A2AF-D80E2F25C7D4}" type="presParOf" srcId="{B38B5777-8E24-44AE-8A1D-36CEDADF477E}" destId="{D75DC254-20E4-45AA-8AD4-39913F18B8DE}" srcOrd="0" destOrd="0" presId="urn:microsoft.com/office/officeart/2016/7/layout/VerticalSolidActionList"/>
    <dgm:cxn modelId="{8E3BFDA1-03C6-447C-B186-AF1DCE9CFA31}" type="presParOf" srcId="{B38B5777-8E24-44AE-8A1D-36CEDADF477E}" destId="{65D3A2E2-B5C2-4A1A-8F9E-08C4D751D915}" srcOrd="1" destOrd="0" presId="urn:microsoft.com/office/officeart/2016/7/layout/VerticalSolidActionList"/>
    <dgm:cxn modelId="{0DCB5063-ED2D-47E1-B532-8AB201D9A9D8}" type="presParOf" srcId="{5BDE1A91-A505-4D11-8A0A-D42B935614A3}" destId="{30C42303-4C66-4FFA-8642-8913097D3E7F}" srcOrd="1" destOrd="0" presId="urn:microsoft.com/office/officeart/2016/7/layout/VerticalSolidActionList"/>
    <dgm:cxn modelId="{D419C18A-7A59-42E2-98DF-5050A665C2FF}" type="presParOf" srcId="{5BDE1A91-A505-4D11-8A0A-D42B935614A3}" destId="{FACBE780-DE14-40EF-9F67-8737F82DEE4E}" srcOrd="2" destOrd="0" presId="urn:microsoft.com/office/officeart/2016/7/layout/VerticalSolidActionList"/>
    <dgm:cxn modelId="{03F73D49-4123-4051-AE37-04D2F3D0E6F0}" type="presParOf" srcId="{FACBE780-DE14-40EF-9F67-8737F82DEE4E}" destId="{F0126E4F-C1E0-469A-8921-894EF2D96B99}" srcOrd="0" destOrd="0" presId="urn:microsoft.com/office/officeart/2016/7/layout/VerticalSolidActionList"/>
    <dgm:cxn modelId="{20E5AD27-FE13-4962-A8C7-C69C6F218C37}" type="presParOf" srcId="{FACBE780-DE14-40EF-9F67-8737F82DEE4E}" destId="{78BAB8CB-1A35-4664-8D74-9622DA5C0891}" srcOrd="1" destOrd="0" presId="urn:microsoft.com/office/officeart/2016/7/layout/VerticalSolidActionList"/>
    <dgm:cxn modelId="{BD3890C8-EE66-4688-81B4-368AF823220D}" type="presParOf" srcId="{5BDE1A91-A505-4D11-8A0A-D42B935614A3}" destId="{86FC5F52-F4FB-4B33-8135-B5D57DF0EEFB}" srcOrd="3" destOrd="0" presId="urn:microsoft.com/office/officeart/2016/7/layout/VerticalSolidActionList"/>
    <dgm:cxn modelId="{A8A790B0-A1B0-49A4-96A6-C5EF9A55BE5E}" type="presParOf" srcId="{5BDE1A91-A505-4D11-8A0A-D42B935614A3}" destId="{53EFDECF-4249-4E33-A950-182575274A74}" srcOrd="4" destOrd="0" presId="urn:microsoft.com/office/officeart/2016/7/layout/VerticalSolidActionList"/>
    <dgm:cxn modelId="{3A6C5EA0-E602-4663-AF54-A9482A7068E8}" type="presParOf" srcId="{53EFDECF-4249-4E33-A950-182575274A74}" destId="{5B8387E3-C1E1-4D29-997B-3DB14BBF5649}" srcOrd="0" destOrd="0" presId="urn:microsoft.com/office/officeart/2016/7/layout/VerticalSolidActionList"/>
    <dgm:cxn modelId="{1CB3ACC0-411F-4E02-B086-E2F7CD21F763}" type="presParOf" srcId="{53EFDECF-4249-4E33-A950-182575274A74}" destId="{477544D3-AECC-4947-90D0-230DA0E8E6B9}" srcOrd="1" destOrd="0" presId="urn:microsoft.com/office/officeart/2016/7/layout/VerticalSolidActionList"/>
    <dgm:cxn modelId="{2011F0E9-D912-4CCB-979E-A4B3D14401C2}" type="presParOf" srcId="{5BDE1A91-A505-4D11-8A0A-D42B935614A3}" destId="{1C042F65-C193-497E-B80F-9778017B234F}" srcOrd="5" destOrd="0" presId="urn:microsoft.com/office/officeart/2016/7/layout/VerticalSolidActionList"/>
    <dgm:cxn modelId="{CBA52D25-7983-414D-9692-EA5001DDA800}" type="presParOf" srcId="{5BDE1A91-A505-4D11-8A0A-D42B935614A3}" destId="{5A812EE9-ADFC-4A06-8128-6444AF9E39CC}" srcOrd="6" destOrd="0" presId="urn:microsoft.com/office/officeart/2016/7/layout/VerticalSolidActionList"/>
    <dgm:cxn modelId="{4EC9A2D3-8685-47CF-B045-AD46DA9C3DF4}" type="presParOf" srcId="{5A812EE9-ADFC-4A06-8128-6444AF9E39CC}" destId="{68B345DA-2ED1-48A9-B99D-5F1DB4F0C9E3}" srcOrd="0" destOrd="0" presId="urn:microsoft.com/office/officeart/2016/7/layout/VerticalSolidActionList"/>
    <dgm:cxn modelId="{8E828C68-8438-4294-8FF7-CEF16E7C6228}" type="presParOf" srcId="{5A812EE9-ADFC-4A06-8128-6444AF9E39CC}" destId="{15C9B7CF-81EB-4335-A3B4-B784578B8EA6}" srcOrd="1" destOrd="0" presId="urn:microsoft.com/office/officeart/2016/7/layout/VerticalSolidAc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D12E56F3-3F58-4F98-94EF-68C96F64B392}" type="doc">
      <dgm:prSet loTypeId="urn:microsoft.com/office/officeart/2005/8/layout/hierarchy1" loCatId="hierarchy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8ADC1650-5630-49E9-AF1A-3278117147AE}">
      <dgm:prSet/>
      <dgm:spPr/>
      <dgm:t>
        <a:bodyPr/>
        <a:lstStyle/>
        <a:p>
          <a:r>
            <a:rPr lang="en-US"/>
            <a:t>Managed in lgc.c:</a:t>
          </a:r>
        </a:p>
      </dgm:t>
    </dgm:pt>
    <dgm:pt modelId="{ACEB69D5-B4AC-4210-B496-6D94BD2A9917}" type="parTrans" cxnId="{F0383E13-11C0-450D-BDAE-7EBD1517CBCB}">
      <dgm:prSet/>
      <dgm:spPr/>
      <dgm:t>
        <a:bodyPr/>
        <a:lstStyle/>
        <a:p>
          <a:endParaRPr lang="en-US"/>
        </a:p>
      </dgm:t>
    </dgm:pt>
    <dgm:pt modelId="{41E0E65D-550A-436F-A055-496EF4AA0419}" type="sibTrans" cxnId="{F0383E13-11C0-450D-BDAE-7EBD1517CBCB}">
      <dgm:prSet/>
      <dgm:spPr/>
      <dgm:t>
        <a:bodyPr/>
        <a:lstStyle/>
        <a:p>
          <a:endParaRPr lang="en-US"/>
        </a:p>
      </dgm:t>
    </dgm:pt>
    <dgm:pt modelId="{11B180FE-D2CC-4A62-8041-E14192E4B908}">
      <dgm:prSet/>
      <dgm:spPr/>
      <dgm:t>
        <a:bodyPr/>
        <a:lstStyle/>
        <a:p>
          <a:r>
            <a:rPr lang="en-US"/>
            <a:t>Uses incremental or generational GC</a:t>
          </a:r>
        </a:p>
      </dgm:t>
    </dgm:pt>
    <dgm:pt modelId="{62BA2769-05C2-4F52-8998-963C5B94C0F5}" type="parTrans" cxnId="{4ECD7A35-25AA-40F5-BEEF-AA1CA914EFDC}">
      <dgm:prSet/>
      <dgm:spPr/>
      <dgm:t>
        <a:bodyPr/>
        <a:lstStyle/>
        <a:p>
          <a:endParaRPr lang="en-US"/>
        </a:p>
      </dgm:t>
    </dgm:pt>
    <dgm:pt modelId="{61CC1AE0-DB3B-454E-A6DF-8E5D11CA2AA0}" type="sibTrans" cxnId="{4ECD7A35-25AA-40F5-BEEF-AA1CA914EFDC}">
      <dgm:prSet/>
      <dgm:spPr/>
      <dgm:t>
        <a:bodyPr/>
        <a:lstStyle/>
        <a:p>
          <a:endParaRPr lang="en-US"/>
        </a:p>
      </dgm:t>
    </dgm:pt>
    <dgm:pt modelId="{BB1A8F15-D0D4-4CF5-A390-FA6D08DCCB6D}">
      <dgm:prSet/>
      <dgm:spPr/>
      <dgm:t>
        <a:bodyPr/>
        <a:lstStyle/>
        <a:p>
          <a:r>
            <a:rPr lang="en-US"/>
            <a:t>Can be configured via the API: lua_gc</a:t>
          </a:r>
        </a:p>
      </dgm:t>
    </dgm:pt>
    <dgm:pt modelId="{3FB0DEB3-141B-48AF-B7BF-9B8F2F75CD00}" type="parTrans" cxnId="{82817045-FDF8-4F17-B0C1-A75DFD742B62}">
      <dgm:prSet/>
      <dgm:spPr/>
      <dgm:t>
        <a:bodyPr/>
        <a:lstStyle/>
        <a:p>
          <a:endParaRPr lang="en-US"/>
        </a:p>
      </dgm:t>
    </dgm:pt>
    <dgm:pt modelId="{D681897D-4A0B-4882-B833-3DA80DFD41F7}" type="sibTrans" cxnId="{82817045-FDF8-4F17-B0C1-A75DFD742B62}">
      <dgm:prSet/>
      <dgm:spPr/>
      <dgm:t>
        <a:bodyPr/>
        <a:lstStyle/>
        <a:p>
          <a:endParaRPr lang="en-US"/>
        </a:p>
      </dgm:t>
    </dgm:pt>
    <dgm:pt modelId="{28AF6192-4837-4199-9E77-B3655AE02412}">
      <dgm:prSet/>
      <dgm:spPr/>
      <dgm:t>
        <a:bodyPr/>
        <a:lstStyle/>
        <a:p>
          <a:r>
            <a:rPr lang="en-US"/>
            <a:t>GC handles all heap-allocated objects:</a:t>
          </a:r>
        </a:p>
      </dgm:t>
    </dgm:pt>
    <dgm:pt modelId="{9C1B3D5A-3482-4E4A-A513-FBFC0B371467}" type="parTrans" cxnId="{BDAE4449-65FD-49EA-BE40-110ECEBCB34E}">
      <dgm:prSet/>
      <dgm:spPr/>
      <dgm:t>
        <a:bodyPr/>
        <a:lstStyle/>
        <a:p>
          <a:endParaRPr lang="en-US"/>
        </a:p>
      </dgm:t>
    </dgm:pt>
    <dgm:pt modelId="{90609897-E46F-480E-BE7C-AF8B7901D880}" type="sibTrans" cxnId="{BDAE4449-65FD-49EA-BE40-110ECEBCB34E}">
      <dgm:prSet/>
      <dgm:spPr/>
      <dgm:t>
        <a:bodyPr/>
        <a:lstStyle/>
        <a:p>
          <a:endParaRPr lang="en-US"/>
        </a:p>
      </dgm:t>
    </dgm:pt>
    <dgm:pt modelId="{8BB789AF-47AC-44A9-9328-A3457594F869}">
      <dgm:prSet/>
      <dgm:spPr/>
      <dgm:t>
        <a:bodyPr/>
        <a:lstStyle/>
        <a:p>
          <a:r>
            <a:rPr lang="en-US"/>
            <a:t>Tables</a:t>
          </a:r>
        </a:p>
      </dgm:t>
    </dgm:pt>
    <dgm:pt modelId="{C00E63FB-7FAD-4547-BE85-610178B504AB}" type="parTrans" cxnId="{8C323B91-F10A-4C36-AAE0-8F8273444FFF}">
      <dgm:prSet/>
      <dgm:spPr/>
      <dgm:t>
        <a:bodyPr/>
        <a:lstStyle/>
        <a:p>
          <a:endParaRPr lang="en-US"/>
        </a:p>
      </dgm:t>
    </dgm:pt>
    <dgm:pt modelId="{B3AA2B10-C72A-4B08-92FD-C30BB166D7E2}" type="sibTrans" cxnId="{8C323B91-F10A-4C36-AAE0-8F8273444FFF}">
      <dgm:prSet/>
      <dgm:spPr/>
      <dgm:t>
        <a:bodyPr/>
        <a:lstStyle/>
        <a:p>
          <a:endParaRPr lang="en-US"/>
        </a:p>
      </dgm:t>
    </dgm:pt>
    <dgm:pt modelId="{4073AED0-893E-4984-BCF9-0380C2C84DA7}">
      <dgm:prSet/>
      <dgm:spPr/>
      <dgm:t>
        <a:bodyPr/>
        <a:lstStyle/>
        <a:p>
          <a:r>
            <a:rPr lang="en-US"/>
            <a:t>Strings</a:t>
          </a:r>
        </a:p>
      </dgm:t>
    </dgm:pt>
    <dgm:pt modelId="{D3D1A8A5-3AF5-4690-A18A-BA5C2C912C3A}" type="parTrans" cxnId="{24FD49ED-22D0-4632-A255-6BB70B183710}">
      <dgm:prSet/>
      <dgm:spPr/>
      <dgm:t>
        <a:bodyPr/>
        <a:lstStyle/>
        <a:p>
          <a:endParaRPr lang="en-US"/>
        </a:p>
      </dgm:t>
    </dgm:pt>
    <dgm:pt modelId="{C7DF7F44-0B90-4D47-9E8A-5CE5442A5759}" type="sibTrans" cxnId="{24FD49ED-22D0-4632-A255-6BB70B183710}">
      <dgm:prSet/>
      <dgm:spPr/>
      <dgm:t>
        <a:bodyPr/>
        <a:lstStyle/>
        <a:p>
          <a:endParaRPr lang="en-US"/>
        </a:p>
      </dgm:t>
    </dgm:pt>
    <dgm:pt modelId="{81452077-9CE0-4870-A6A5-D5773CA4142C}">
      <dgm:prSet/>
      <dgm:spPr/>
      <dgm:t>
        <a:bodyPr/>
        <a:lstStyle/>
        <a:p>
          <a:r>
            <a:rPr lang="en-US"/>
            <a:t>Functions</a:t>
          </a:r>
        </a:p>
      </dgm:t>
    </dgm:pt>
    <dgm:pt modelId="{6104F673-946F-4CE1-B3EB-92CEB3F2AAFC}" type="parTrans" cxnId="{9C7B3F75-4A6F-4846-8A59-C189BE41982F}">
      <dgm:prSet/>
      <dgm:spPr/>
      <dgm:t>
        <a:bodyPr/>
        <a:lstStyle/>
        <a:p>
          <a:endParaRPr lang="en-US"/>
        </a:p>
      </dgm:t>
    </dgm:pt>
    <dgm:pt modelId="{3C5DE3A8-CD44-4A62-AE75-25AB46DED5A5}" type="sibTrans" cxnId="{9C7B3F75-4A6F-4846-8A59-C189BE41982F}">
      <dgm:prSet/>
      <dgm:spPr/>
      <dgm:t>
        <a:bodyPr/>
        <a:lstStyle/>
        <a:p>
          <a:endParaRPr lang="en-US"/>
        </a:p>
      </dgm:t>
    </dgm:pt>
    <dgm:pt modelId="{88689552-8B49-40D6-AA7E-B0DBC2932836}">
      <dgm:prSet/>
      <dgm:spPr/>
      <dgm:t>
        <a:bodyPr/>
        <a:lstStyle/>
        <a:p>
          <a:r>
            <a:rPr lang="en-US"/>
            <a:t>User data</a:t>
          </a:r>
        </a:p>
      </dgm:t>
    </dgm:pt>
    <dgm:pt modelId="{00C4152A-35FE-42DB-A5E5-DF7ED18237B3}" type="parTrans" cxnId="{66F568E5-120E-4633-8346-29EED817D25F}">
      <dgm:prSet/>
      <dgm:spPr/>
      <dgm:t>
        <a:bodyPr/>
        <a:lstStyle/>
        <a:p>
          <a:endParaRPr lang="en-US"/>
        </a:p>
      </dgm:t>
    </dgm:pt>
    <dgm:pt modelId="{4E653318-7180-4E1C-809A-AC20742AEE55}" type="sibTrans" cxnId="{66F568E5-120E-4633-8346-29EED817D25F}">
      <dgm:prSet/>
      <dgm:spPr/>
      <dgm:t>
        <a:bodyPr/>
        <a:lstStyle/>
        <a:p>
          <a:endParaRPr lang="en-US"/>
        </a:p>
      </dgm:t>
    </dgm:pt>
    <dgm:pt modelId="{6D8A77B1-F33E-4550-BB6D-C1F4B4C86C0C}" type="pres">
      <dgm:prSet presAssocID="{D12E56F3-3F58-4F98-94EF-68C96F64B392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3D40E3EC-302F-40F1-A02F-A580923021D9}" type="pres">
      <dgm:prSet presAssocID="{8ADC1650-5630-49E9-AF1A-3278117147AE}" presName="hierRoot1" presStyleCnt="0"/>
      <dgm:spPr/>
    </dgm:pt>
    <dgm:pt modelId="{58768F46-5480-49E8-83B0-0918E8619C4F}" type="pres">
      <dgm:prSet presAssocID="{8ADC1650-5630-49E9-AF1A-3278117147AE}" presName="composite" presStyleCnt="0"/>
      <dgm:spPr/>
    </dgm:pt>
    <dgm:pt modelId="{0BF2F732-E00A-4C37-8491-17B37416F574}" type="pres">
      <dgm:prSet presAssocID="{8ADC1650-5630-49E9-AF1A-3278117147AE}" presName="background" presStyleLbl="node0" presStyleIdx="0" presStyleCnt="4"/>
      <dgm:spPr/>
    </dgm:pt>
    <dgm:pt modelId="{1958423C-4148-4A64-B276-67F1B099DEFC}" type="pres">
      <dgm:prSet presAssocID="{8ADC1650-5630-49E9-AF1A-3278117147AE}" presName="text" presStyleLbl="fgAcc0" presStyleIdx="0" presStyleCnt="4">
        <dgm:presLayoutVars>
          <dgm:chPref val="3"/>
        </dgm:presLayoutVars>
      </dgm:prSet>
      <dgm:spPr/>
    </dgm:pt>
    <dgm:pt modelId="{84DFC220-77BA-4C5D-A475-E59D1BB31517}" type="pres">
      <dgm:prSet presAssocID="{8ADC1650-5630-49E9-AF1A-3278117147AE}" presName="hierChild2" presStyleCnt="0"/>
      <dgm:spPr/>
    </dgm:pt>
    <dgm:pt modelId="{674F2069-9DF2-45F8-BDF2-3A2F935BD2EA}" type="pres">
      <dgm:prSet presAssocID="{11B180FE-D2CC-4A62-8041-E14192E4B908}" presName="hierRoot1" presStyleCnt="0"/>
      <dgm:spPr/>
    </dgm:pt>
    <dgm:pt modelId="{6C31D1E9-D7AC-4EA2-A2A2-50198A0EA76F}" type="pres">
      <dgm:prSet presAssocID="{11B180FE-D2CC-4A62-8041-E14192E4B908}" presName="composite" presStyleCnt="0"/>
      <dgm:spPr/>
    </dgm:pt>
    <dgm:pt modelId="{363BF70B-8843-4475-B83C-66D9F3AF4DA7}" type="pres">
      <dgm:prSet presAssocID="{11B180FE-D2CC-4A62-8041-E14192E4B908}" presName="background" presStyleLbl="node0" presStyleIdx="1" presStyleCnt="4"/>
      <dgm:spPr/>
    </dgm:pt>
    <dgm:pt modelId="{AD47CED1-83F6-4133-B4AF-274AF83AAE87}" type="pres">
      <dgm:prSet presAssocID="{11B180FE-D2CC-4A62-8041-E14192E4B908}" presName="text" presStyleLbl="fgAcc0" presStyleIdx="1" presStyleCnt="4">
        <dgm:presLayoutVars>
          <dgm:chPref val="3"/>
        </dgm:presLayoutVars>
      </dgm:prSet>
      <dgm:spPr/>
    </dgm:pt>
    <dgm:pt modelId="{AAA594FD-3517-4D7F-AD6F-B973B71E52CD}" type="pres">
      <dgm:prSet presAssocID="{11B180FE-D2CC-4A62-8041-E14192E4B908}" presName="hierChild2" presStyleCnt="0"/>
      <dgm:spPr/>
    </dgm:pt>
    <dgm:pt modelId="{FEE0EEF3-D434-4931-A487-7EA48F46AABB}" type="pres">
      <dgm:prSet presAssocID="{BB1A8F15-D0D4-4CF5-A390-FA6D08DCCB6D}" presName="hierRoot1" presStyleCnt="0"/>
      <dgm:spPr/>
    </dgm:pt>
    <dgm:pt modelId="{78D977E0-8513-4722-A28A-F83BD2016455}" type="pres">
      <dgm:prSet presAssocID="{BB1A8F15-D0D4-4CF5-A390-FA6D08DCCB6D}" presName="composite" presStyleCnt="0"/>
      <dgm:spPr/>
    </dgm:pt>
    <dgm:pt modelId="{7233DF12-5B81-47C1-ADDD-FE5911EF58F1}" type="pres">
      <dgm:prSet presAssocID="{BB1A8F15-D0D4-4CF5-A390-FA6D08DCCB6D}" presName="background" presStyleLbl="node0" presStyleIdx="2" presStyleCnt="4"/>
      <dgm:spPr/>
    </dgm:pt>
    <dgm:pt modelId="{C6FAD13C-56D3-4584-BB7E-CE1F8F7F6D37}" type="pres">
      <dgm:prSet presAssocID="{BB1A8F15-D0D4-4CF5-A390-FA6D08DCCB6D}" presName="text" presStyleLbl="fgAcc0" presStyleIdx="2" presStyleCnt="4">
        <dgm:presLayoutVars>
          <dgm:chPref val="3"/>
        </dgm:presLayoutVars>
      </dgm:prSet>
      <dgm:spPr/>
    </dgm:pt>
    <dgm:pt modelId="{E8D19F23-51B5-482C-AEE3-F477464B6C40}" type="pres">
      <dgm:prSet presAssocID="{BB1A8F15-D0D4-4CF5-A390-FA6D08DCCB6D}" presName="hierChild2" presStyleCnt="0"/>
      <dgm:spPr/>
    </dgm:pt>
    <dgm:pt modelId="{4375E4C2-BEB4-4826-98FA-6A660CCA4204}" type="pres">
      <dgm:prSet presAssocID="{28AF6192-4837-4199-9E77-B3655AE02412}" presName="hierRoot1" presStyleCnt="0"/>
      <dgm:spPr/>
    </dgm:pt>
    <dgm:pt modelId="{9302752F-E09C-4226-946B-18FE449D56CC}" type="pres">
      <dgm:prSet presAssocID="{28AF6192-4837-4199-9E77-B3655AE02412}" presName="composite" presStyleCnt="0"/>
      <dgm:spPr/>
    </dgm:pt>
    <dgm:pt modelId="{AE346C58-727D-48CA-A9C3-360AB7E5AF35}" type="pres">
      <dgm:prSet presAssocID="{28AF6192-4837-4199-9E77-B3655AE02412}" presName="background" presStyleLbl="node0" presStyleIdx="3" presStyleCnt="4"/>
      <dgm:spPr/>
    </dgm:pt>
    <dgm:pt modelId="{DD571E31-A1EF-4C0D-92BA-2873FC6C9F8D}" type="pres">
      <dgm:prSet presAssocID="{28AF6192-4837-4199-9E77-B3655AE02412}" presName="text" presStyleLbl="fgAcc0" presStyleIdx="3" presStyleCnt="4">
        <dgm:presLayoutVars>
          <dgm:chPref val="3"/>
        </dgm:presLayoutVars>
      </dgm:prSet>
      <dgm:spPr/>
    </dgm:pt>
    <dgm:pt modelId="{85FC4DAB-60CE-4B3A-A67E-62FA22FDCF55}" type="pres">
      <dgm:prSet presAssocID="{28AF6192-4837-4199-9E77-B3655AE02412}" presName="hierChild2" presStyleCnt="0"/>
      <dgm:spPr/>
    </dgm:pt>
    <dgm:pt modelId="{ECBA30A9-3280-4082-A034-FF58A4102401}" type="pres">
      <dgm:prSet presAssocID="{C00E63FB-7FAD-4547-BE85-610178B504AB}" presName="Name10" presStyleLbl="parChTrans1D2" presStyleIdx="0" presStyleCnt="4"/>
      <dgm:spPr/>
    </dgm:pt>
    <dgm:pt modelId="{96CE39FF-93C1-4A5D-8FD3-A5DFD4E5F8A2}" type="pres">
      <dgm:prSet presAssocID="{8BB789AF-47AC-44A9-9328-A3457594F869}" presName="hierRoot2" presStyleCnt="0"/>
      <dgm:spPr/>
    </dgm:pt>
    <dgm:pt modelId="{F8ADE750-3C8B-4A8F-A9BB-E925F18B1CF7}" type="pres">
      <dgm:prSet presAssocID="{8BB789AF-47AC-44A9-9328-A3457594F869}" presName="composite2" presStyleCnt="0"/>
      <dgm:spPr/>
    </dgm:pt>
    <dgm:pt modelId="{481D2614-2396-414A-9B1E-178503482006}" type="pres">
      <dgm:prSet presAssocID="{8BB789AF-47AC-44A9-9328-A3457594F869}" presName="background2" presStyleLbl="node2" presStyleIdx="0" presStyleCnt="4"/>
      <dgm:spPr/>
    </dgm:pt>
    <dgm:pt modelId="{FE980E7D-C10F-4A10-8A52-96A3B30AB8F1}" type="pres">
      <dgm:prSet presAssocID="{8BB789AF-47AC-44A9-9328-A3457594F869}" presName="text2" presStyleLbl="fgAcc2" presStyleIdx="0" presStyleCnt="4">
        <dgm:presLayoutVars>
          <dgm:chPref val="3"/>
        </dgm:presLayoutVars>
      </dgm:prSet>
      <dgm:spPr/>
    </dgm:pt>
    <dgm:pt modelId="{9DD4188B-5F07-4807-BDA0-810DD9A4950D}" type="pres">
      <dgm:prSet presAssocID="{8BB789AF-47AC-44A9-9328-A3457594F869}" presName="hierChild3" presStyleCnt="0"/>
      <dgm:spPr/>
    </dgm:pt>
    <dgm:pt modelId="{4579CDF3-C3A4-4B6B-8FA8-C577E313A6BF}" type="pres">
      <dgm:prSet presAssocID="{D3D1A8A5-3AF5-4690-A18A-BA5C2C912C3A}" presName="Name10" presStyleLbl="parChTrans1D2" presStyleIdx="1" presStyleCnt="4"/>
      <dgm:spPr/>
    </dgm:pt>
    <dgm:pt modelId="{7C10A2A3-A327-45CE-A1B0-9DCB7C463036}" type="pres">
      <dgm:prSet presAssocID="{4073AED0-893E-4984-BCF9-0380C2C84DA7}" presName="hierRoot2" presStyleCnt="0"/>
      <dgm:spPr/>
    </dgm:pt>
    <dgm:pt modelId="{159EBD50-EF05-4375-BA39-D8A9260D3A12}" type="pres">
      <dgm:prSet presAssocID="{4073AED0-893E-4984-BCF9-0380C2C84DA7}" presName="composite2" presStyleCnt="0"/>
      <dgm:spPr/>
    </dgm:pt>
    <dgm:pt modelId="{6EFCFC39-BDD3-404B-A431-E6EA50C243AE}" type="pres">
      <dgm:prSet presAssocID="{4073AED0-893E-4984-BCF9-0380C2C84DA7}" presName="background2" presStyleLbl="node2" presStyleIdx="1" presStyleCnt="4"/>
      <dgm:spPr/>
    </dgm:pt>
    <dgm:pt modelId="{1D0C7B6F-2D36-4CB3-8EA1-32D44B6BDE60}" type="pres">
      <dgm:prSet presAssocID="{4073AED0-893E-4984-BCF9-0380C2C84DA7}" presName="text2" presStyleLbl="fgAcc2" presStyleIdx="1" presStyleCnt="4">
        <dgm:presLayoutVars>
          <dgm:chPref val="3"/>
        </dgm:presLayoutVars>
      </dgm:prSet>
      <dgm:spPr/>
    </dgm:pt>
    <dgm:pt modelId="{1A61CC21-3F96-4AC2-AEFC-D503E4EBC4B9}" type="pres">
      <dgm:prSet presAssocID="{4073AED0-893E-4984-BCF9-0380C2C84DA7}" presName="hierChild3" presStyleCnt="0"/>
      <dgm:spPr/>
    </dgm:pt>
    <dgm:pt modelId="{56D44A2F-BBD1-4D64-A034-E8DF0F7EAF55}" type="pres">
      <dgm:prSet presAssocID="{6104F673-946F-4CE1-B3EB-92CEB3F2AAFC}" presName="Name10" presStyleLbl="parChTrans1D2" presStyleIdx="2" presStyleCnt="4"/>
      <dgm:spPr/>
    </dgm:pt>
    <dgm:pt modelId="{2FF4CE7C-37E1-48FB-8720-E0BA0453DF78}" type="pres">
      <dgm:prSet presAssocID="{81452077-9CE0-4870-A6A5-D5773CA4142C}" presName="hierRoot2" presStyleCnt="0"/>
      <dgm:spPr/>
    </dgm:pt>
    <dgm:pt modelId="{F872EC2F-67C0-4D54-BA96-2D6ABF014C73}" type="pres">
      <dgm:prSet presAssocID="{81452077-9CE0-4870-A6A5-D5773CA4142C}" presName="composite2" presStyleCnt="0"/>
      <dgm:spPr/>
    </dgm:pt>
    <dgm:pt modelId="{BDDBA94B-E304-4013-9B0C-547916B33448}" type="pres">
      <dgm:prSet presAssocID="{81452077-9CE0-4870-A6A5-D5773CA4142C}" presName="background2" presStyleLbl="node2" presStyleIdx="2" presStyleCnt="4"/>
      <dgm:spPr/>
    </dgm:pt>
    <dgm:pt modelId="{1C072BB1-3221-4004-AAC1-F9CFDEDD83C1}" type="pres">
      <dgm:prSet presAssocID="{81452077-9CE0-4870-A6A5-D5773CA4142C}" presName="text2" presStyleLbl="fgAcc2" presStyleIdx="2" presStyleCnt="4">
        <dgm:presLayoutVars>
          <dgm:chPref val="3"/>
        </dgm:presLayoutVars>
      </dgm:prSet>
      <dgm:spPr/>
    </dgm:pt>
    <dgm:pt modelId="{D9263E2E-DB24-41F3-B144-64703A01ACA0}" type="pres">
      <dgm:prSet presAssocID="{81452077-9CE0-4870-A6A5-D5773CA4142C}" presName="hierChild3" presStyleCnt="0"/>
      <dgm:spPr/>
    </dgm:pt>
    <dgm:pt modelId="{DA924F9B-41C4-43FC-9672-6A476486ECE5}" type="pres">
      <dgm:prSet presAssocID="{00C4152A-35FE-42DB-A5E5-DF7ED18237B3}" presName="Name10" presStyleLbl="parChTrans1D2" presStyleIdx="3" presStyleCnt="4"/>
      <dgm:spPr/>
    </dgm:pt>
    <dgm:pt modelId="{E3AD0703-AC89-4C47-95B4-DE583212B3C1}" type="pres">
      <dgm:prSet presAssocID="{88689552-8B49-40D6-AA7E-B0DBC2932836}" presName="hierRoot2" presStyleCnt="0"/>
      <dgm:spPr/>
    </dgm:pt>
    <dgm:pt modelId="{ADBA6456-1AE6-4DB2-A22E-B3F02154F4BF}" type="pres">
      <dgm:prSet presAssocID="{88689552-8B49-40D6-AA7E-B0DBC2932836}" presName="composite2" presStyleCnt="0"/>
      <dgm:spPr/>
    </dgm:pt>
    <dgm:pt modelId="{9807F15B-CF70-420C-99F6-C23174BB9B90}" type="pres">
      <dgm:prSet presAssocID="{88689552-8B49-40D6-AA7E-B0DBC2932836}" presName="background2" presStyleLbl="node2" presStyleIdx="3" presStyleCnt="4"/>
      <dgm:spPr/>
    </dgm:pt>
    <dgm:pt modelId="{30FBAE4B-8346-47D7-BAE9-0CA05BF377CA}" type="pres">
      <dgm:prSet presAssocID="{88689552-8B49-40D6-AA7E-B0DBC2932836}" presName="text2" presStyleLbl="fgAcc2" presStyleIdx="3" presStyleCnt="4">
        <dgm:presLayoutVars>
          <dgm:chPref val="3"/>
        </dgm:presLayoutVars>
      </dgm:prSet>
      <dgm:spPr/>
    </dgm:pt>
    <dgm:pt modelId="{9B5A7CFE-D1C6-4F2F-8A4B-A66C673F5D5E}" type="pres">
      <dgm:prSet presAssocID="{88689552-8B49-40D6-AA7E-B0DBC2932836}" presName="hierChild3" presStyleCnt="0"/>
      <dgm:spPr/>
    </dgm:pt>
  </dgm:ptLst>
  <dgm:cxnLst>
    <dgm:cxn modelId="{726D1C01-29F3-4E34-9183-31EE9B0DC92E}" type="presOf" srcId="{C00E63FB-7FAD-4547-BE85-610178B504AB}" destId="{ECBA30A9-3280-4082-A034-FF58A4102401}" srcOrd="0" destOrd="0" presId="urn:microsoft.com/office/officeart/2005/8/layout/hierarchy1"/>
    <dgm:cxn modelId="{DA25ED03-7192-40AD-8471-669992C9AACB}" type="presOf" srcId="{11B180FE-D2CC-4A62-8041-E14192E4B908}" destId="{AD47CED1-83F6-4133-B4AF-274AF83AAE87}" srcOrd="0" destOrd="0" presId="urn:microsoft.com/office/officeart/2005/8/layout/hierarchy1"/>
    <dgm:cxn modelId="{888AB005-3094-4D56-9138-7CBCA45E9A88}" type="presOf" srcId="{28AF6192-4837-4199-9E77-B3655AE02412}" destId="{DD571E31-A1EF-4C0D-92BA-2873FC6C9F8D}" srcOrd="0" destOrd="0" presId="urn:microsoft.com/office/officeart/2005/8/layout/hierarchy1"/>
    <dgm:cxn modelId="{F0383E13-11C0-450D-BDAE-7EBD1517CBCB}" srcId="{D12E56F3-3F58-4F98-94EF-68C96F64B392}" destId="{8ADC1650-5630-49E9-AF1A-3278117147AE}" srcOrd="0" destOrd="0" parTransId="{ACEB69D5-B4AC-4210-B496-6D94BD2A9917}" sibTransId="{41E0E65D-550A-436F-A055-496EF4AA0419}"/>
    <dgm:cxn modelId="{4ECD7A35-25AA-40F5-BEEF-AA1CA914EFDC}" srcId="{D12E56F3-3F58-4F98-94EF-68C96F64B392}" destId="{11B180FE-D2CC-4A62-8041-E14192E4B908}" srcOrd="1" destOrd="0" parTransId="{62BA2769-05C2-4F52-8998-963C5B94C0F5}" sibTransId="{61CC1AE0-DB3B-454E-A6DF-8E5D11CA2AA0}"/>
    <dgm:cxn modelId="{4668A03E-84AC-4407-B3E9-E09095F51E7A}" type="presOf" srcId="{00C4152A-35FE-42DB-A5E5-DF7ED18237B3}" destId="{DA924F9B-41C4-43FC-9672-6A476486ECE5}" srcOrd="0" destOrd="0" presId="urn:microsoft.com/office/officeart/2005/8/layout/hierarchy1"/>
    <dgm:cxn modelId="{3C91A75B-2A61-4869-891B-13F5F04172B9}" type="presOf" srcId="{BB1A8F15-D0D4-4CF5-A390-FA6D08DCCB6D}" destId="{C6FAD13C-56D3-4584-BB7E-CE1F8F7F6D37}" srcOrd="0" destOrd="0" presId="urn:microsoft.com/office/officeart/2005/8/layout/hierarchy1"/>
    <dgm:cxn modelId="{82817045-FDF8-4F17-B0C1-A75DFD742B62}" srcId="{D12E56F3-3F58-4F98-94EF-68C96F64B392}" destId="{BB1A8F15-D0D4-4CF5-A390-FA6D08DCCB6D}" srcOrd="2" destOrd="0" parTransId="{3FB0DEB3-141B-48AF-B7BF-9B8F2F75CD00}" sibTransId="{D681897D-4A0B-4882-B833-3DA80DFD41F7}"/>
    <dgm:cxn modelId="{BDAE4449-65FD-49EA-BE40-110ECEBCB34E}" srcId="{D12E56F3-3F58-4F98-94EF-68C96F64B392}" destId="{28AF6192-4837-4199-9E77-B3655AE02412}" srcOrd="3" destOrd="0" parTransId="{9C1B3D5A-3482-4E4A-A513-FBFC0B371467}" sibTransId="{90609897-E46F-480E-BE7C-AF8B7901D880}"/>
    <dgm:cxn modelId="{076A524A-0924-47B3-BE28-31642D28625F}" type="presOf" srcId="{88689552-8B49-40D6-AA7E-B0DBC2932836}" destId="{30FBAE4B-8346-47D7-BAE9-0CA05BF377CA}" srcOrd="0" destOrd="0" presId="urn:microsoft.com/office/officeart/2005/8/layout/hierarchy1"/>
    <dgm:cxn modelId="{7D559B4D-DD33-45D9-9074-0470EA6748B1}" type="presOf" srcId="{8ADC1650-5630-49E9-AF1A-3278117147AE}" destId="{1958423C-4148-4A64-B276-67F1B099DEFC}" srcOrd="0" destOrd="0" presId="urn:microsoft.com/office/officeart/2005/8/layout/hierarchy1"/>
    <dgm:cxn modelId="{9C7B3F75-4A6F-4846-8A59-C189BE41982F}" srcId="{28AF6192-4837-4199-9E77-B3655AE02412}" destId="{81452077-9CE0-4870-A6A5-D5773CA4142C}" srcOrd="2" destOrd="0" parTransId="{6104F673-946F-4CE1-B3EB-92CEB3F2AAFC}" sibTransId="{3C5DE3A8-CD44-4A62-AE75-25AB46DED5A5}"/>
    <dgm:cxn modelId="{F5794B85-530A-471B-B43A-0A479A8B8D1A}" type="presOf" srcId="{D12E56F3-3F58-4F98-94EF-68C96F64B392}" destId="{6D8A77B1-F33E-4550-BB6D-C1F4B4C86C0C}" srcOrd="0" destOrd="0" presId="urn:microsoft.com/office/officeart/2005/8/layout/hierarchy1"/>
    <dgm:cxn modelId="{940C0B86-1296-4EBB-8AFA-C75A163EC8E8}" type="presOf" srcId="{8BB789AF-47AC-44A9-9328-A3457594F869}" destId="{FE980E7D-C10F-4A10-8A52-96A3B30AB8F1}" srcOrd="0" destOrd="0" presId="urn:microsoft.com/office/officeart/2005/8/layout/hierarchy1"/>
    <dgm:cxn modelId="{BF775889-EFE9-4F4B-9823-F59AF42CA42C}" type="presOf" srcId="{4073AED0-893E-4984-BCF9-0380C2C84DA7}" destId="{1D0C7B6F-2D36-4CB3-8EA1-32D44B6BDE60}" srcOrd="0" destOrd="0" presId="urn:microsoft.com/office/officeart/2005/8/layout/hierarchy1"/>
    <dgm:cxn modelId="{8C323B91-F10A-4C36-AAE0-8F8273444FFF}" srcId="{28AF6192-4837-4199-9E77-B3655AE02412}" destId="{8BB789AF-47AC-44A9-9328-A3457594F869}" srcOrd="0" destOrd="0" parTransId="{C00E63FB-7FAD-4547-BE85-610178B504AB}" sibTransId="{B3AA2B10-C72A-4B08-92FD-C30BB166D7E2}"/>
    <dgm:cxn modelId="{A86833A1-AE97-4C08-8415-946DDAD3E451}" type="presOf" srcId="{D3D1A8A5-3AF5-4690-A18A-BA5C2C912C3A}" destId="{4579CDF3-C3A4-4B6B-8FA8-C577E313A6BF}" srcOrd="0" destOrd="0" presId="urn:microsoft.com/office/officeart/2005/8/layout/hierarchy1"/>
    <dgm:cxn modelId="{8A66E9CD-06F8-4043-B823-5F075C842E46}" type="presOf" srcId="{81452077-9CE0-4870-A6A5-D5773CA4142C}" destId="{1C072BB1-3221-4004-AAC1-F9CFDEDD83C1}" srcOrd="0" destOrd="0" presId="urn:microsoft.com/office/officeart/2005/8/layout/hierarchy1"/>
    <dgm:cxn modelId="{66F568E5-120E-4633-8346-29EED817D25F}" srcId="{28AF6192-4837-4199-9E77-B3655AE02412}" destId="{88689552-8B49-40D6-AA7E-B0DBC2932836}" srcOrd="3" destOrd="0" parTransId="{00C4152A-35FE-42DB-A5E5-DF7ED18237B3}" sibTransId="{4E653318-7180-4E1C-809A-AC20742AEE55}"/>
    <dgm:cxn modelId="{24FD49ED-22D0-4632-A255-6BB70B183710}" srcId="{28AF6192-4837-4199-9E77-B3655AE02412}" destId="{4073AED0-893E-4984-BCF9-0380C2C84DA7}" srcOrd="1" destOrd="0" parTransId="{D3D1A8A5-3AF5-4690-A18A-BA5C2C912C3A}" sibTransId="{C7DF7F44-0B90-4D47-9E8A-5CE5442A5759}"/>
    <dgm:cxn modelId="{50F756FD-B770-46E7-8E29-77FBDC388256}" type="presOf" srcId="{6104F673-946F-4CE1-B3EB-92CEB3F2AAFC}" destId="{56D44A2F-BBD1-4D64-A034-E8DF0F7EAF55}" srcOrd="0" destOrd="0" presId="urn:microsoft.com/office/officeart/2005/8/layout/hierarchy1"/>
    <dgm:cxn modelId="{443ED0B3-5B5D-4E68-AD25-DBD7C496224B}" type="presParOf" srcId="{6D8A77B1-F33E-4550-BB6D-C1F4B4C86C0C}" destId="{3D40E3EC-302F-40F1-A02F-A580923021D9}" srcOrd="0" destOrd="0" presId="urn:microsoft.com/office/officeart/2005/8/layout/hierarchy1"/>
    <dgm:cxn modelId="{8AF6154C-B841-4EDF-8196-666E8F9665DD}" type="presParOf" srcId="{3D40E3EC-302F-40F1-A02F-A580923021D9}" destId="{58768F46-5480-49E8-83B0-0918E8619C4F}" srcOrd="0" destOrd="0" presId="urn:microsoft.com/office/officeart/2005/8/layout/hierarchy1"/>
    <dgm:cxn modelId="{DDFFF3AF-1288-4C4E-A57A-8AF63253523C}" type="presParOf" srcId="{58768F46-5480-49E8-83B0-0918E8619C4F}" destId="{0BF2F732-E00A-4C37-8491-17B37416F574}" srcOrd="0" destOrd="0" presId="urn:microsoft.com/office/officeart/2005/8/layout/hierarchy1"/>
    <dgm:cxn modelId="{1B384076-0EC0-4D06-BFA2-03C476C27F86}" type="presParOf" srcId="{58768F46-5480-49E8-83B0-0918E8619C4F}" destId="{1958423C-4148-4A64-B276-67F1B099DEFC}" srcOrd="1" destOrd="0" presId="urn:microsoft.com/office/officeart/2005/8/layout/hierarchy1"/>
    <dgm:cxn modelId="{FDC31A64-6414-47B6-BDE9-A072447CEF70}" type="presParOf" srcId="{3D40E3EC-302F-40F1-A02F-A580923021D9}" destId="{84DFC220-77BA-4C5D-A475-E59D1BB31517}" srcOrd="1" destOrd="0" presId="urn:microsoft.com/office/officeart/2005/8/layout/hierarchy1"/>
    <dgm:cxn modelId="{8B153411-5E15-4C73-833D-73BB17EA2C46}" type="presParOf" srcId="{6D8A77B1-F33E-4550-BB6D-C1F4B4C86C0C}" destId="{674F2069-9DF2-45F8-BDF2-3A2F935BD2EA}" srcOrd="1" destOrd="0" presId="urn:microsoft.com/office/officeart/2005/8/layout/hierarchy1"/>
    <dgm:cxn modelId="{EC1F8F30-2251-4FD0-9BB7-C340974DAC7C}" type="presParOf" srcId="{674F2069-9DF2-45F8-BDF2-3A2F935BD2EA}" destId="{6C31D1E9-D7AC-4EA2-A2A2-50198A0EA76F}" srcOrd="0" destOrd="0" presId="urn:microsoft.com/office/officeart/2005/8/layout/hierarchy1"/>
    <dgm:cxn modelId="{6691837F-4939-4E92-AF75-038D6593768E}" type="presParOf" srcId="{6C31D1E9-D7AC-4EA2-A2A2-50198A0EA76F}" destId="{363BF70B-8843-4475-B83C-66D9F3AF4DA7}" srcOrd="0" destOrd="0" presId="urn:microsoft.com/office/officeart/2005/8/layout/hierarchy1"/>
    <dgm:cxn modelId="{8FF0D06F-64C6-4FD7-B83B-2BFC0B0CDB90}" type="presParOf" srcId="{6C31D1E9-D7AC-4EA2-A2A2-50198A0EA76F}" destId="{AD47CED1-83F6-4133-B4AF-274AF83AAE87}" srcOrd="1" destOrd="0" presId="urn:microsoft.com/office/officeart/2005/8/layout/hierarchy1"/>
    <dgm:cxn modelId="{991BAD8E-6725-42B6-8C35-B38D86E3C155}" type="presParOf" srcId="{674F2069-9DF2-45F8-BDF2-3A2F935BD2EA}" destId="{AAA594FD-3517-4D7F-AD6F-B973B71E52CD}" srcOrd="1" destOrd="0" presId="urn:microsoft.com/office/officeart/2005/8/layout/hierarchy1"/>
    <dgm:cxn modelId="{625742B2-6E06-4EEF-AA5F-63A398D3A091}" type="presParOf" srcId="{6D8A77B1-F33E-4550-BB6D-C1F4B4C86C0C}" destId="{FEE0EEF3-D434-4931-A487-7EA48F46AABB}" srcOrd="2" destOrd="0" presId="urn:microsoft.com/office/officeart/2005/8/layout/hierarchy1"/>
    <dgm:cxn modelId="{4190B998-71E6-445A-8182-D453E5817D3E}" type="presParOf" srcId="{FEE0EEF3-D434-4931-A487-7EA48F46AABB}" destId="{78D977E0-8513-4722-A28A-F83BD2016455}" srcOrd="0" destOrd="0" presId="urn:microsoft.com/office/officeart/2005/8/layout/hierarchy1"/>
    <dgm:cxn modelId="{C9FF0C44-5591-4A6D-A5F4-5835CB701C77}" type="presParOf" srcId="{78D977E0-8513-4722-A28A-F83BD2016455}" destId="{7233DF12-5B81-47C1-ADDD-FE5911EF58F1}" srcOrd="0" destOrd="0" presId="urn:microsoft.com/office/officeart/2005/8/layout/hierarchy1"/>
    <dgm:cxn modelId="{995FB205-A2E7-4760-8B18-B0E62A46B0DE}" type="presParOf" srcId="{78D977E0-8513-4722-A28A-F83BD2016455}" destId="{C6FAD13C-56D3-4584-BB7E-CE1F8F7F6D37}" srcOrd="1" destOrd="0" presId="urn:microsoft.com/office/officeart/2005/8/layout/hierarchy1"/>
    <dgm:cxn modelId="{6CC1A262-8A80-4801-8D2F-1D18BA8C8E8C}" type="presParOf" srcId="{FEE0EEF3-D434-4931-A487-7EA48F46AABB}" destId="{E8D19F23-51B5-482C-AEE3-F477464B6C40}" srcOrd="1" destOrd="0" presId="urn:microsoft.com/office/officeart/2005/8/layout/hierarchy1"/>
    <dgm:cxn modelId="{C21854D7-3FCE-45CD-BB74-6742D8819A0A}" type="presParOf" srcId="{6D8A77B1-F33E-4550-BB6D-C1F4B4C86C0C}" destId="{4375E4C2-BEB4-4826-98FA-6A660CCA4204}" srcOrd="3" destOrd="0" presId="urn:microsoft.com/office/officeart/2005/8/layout/hierarchy1"/>
    <dgm:cxn modelId="{D30F967B-BF06-40F5-A7BA-524507B7F333}" type="presParOf" srcId="{4375E4C2-BEB4-4826-98FA-6A660CCA4204}" destId="{9302752F-E09C-4226-946B-18FE449D56CC}" srcOrd="0" destOrd="0" presId="urn:microsoft.com/office/officeart/2005/8/layout/hierarchy1"/>
    <dgm:cxn modelId="{F6550E31-C137-4DC0-A246-D2EB8DE02606}" type="presParOf" srcId="{9302752F-E09C-4226-946B-18FE449D56CC}" destId="{AE346C58-727D-48CA-A9C3-360AB7E5AF35}" srcOrd="0" destOrd="0" presId="urn:microsoft.com/office/officeart/2005/8/layout/hierarchy1"/>
    <dgm:cxn modelId="{E56AAF14-8F8F-4173-A815-59932442EBDA}" type="presParOf" srcId="{9302752F-E09C-4226-946B-18FE449D56CC}" destId="{DD571E31-A1EF-4C0D-92BA-2873FC6C9F8D}" srcOrd="1" destOrd="0" presId="urn:microsoft.com/office/officeart/2005/8/layout/hierarchy1"/>
    <dgm:cxn modelId="{DC923D3F-402E-451E-87D0-8F357B4B7D7C}" type="presParOf" srcId="{4375E4C2-BEB4-4826-98FA-6A660CCA4204}" destId="{85FC4DAB-60CE-4B3A-A67E-62FA22FDCF55}" srcOrd="1" destOrd="0" presId="urn:microsoft.com/office/officeart/2005/8/layout/hierarchy1"/>
    <dgm:cxn modelId="{2B82C5A0-C44B-4438-8799-AEDA3D008FC9}" type="presParOf" srcId="{85FC4DAB-60CE-4B3A-A67E-62FA22FDCF55}" destId="{ECBA30A9-3280-4082-A034-FF58A4102401}" srcOrd="0" destOrd="0" presId="urn:microsoft.com/office/officeart/2005/8/layout/hierarchy1"/>
    <dgm:cxn modelId="{6BB42178-3A17-4D77-9F38-042692ED487C}" type="presParOf" srcId="{85FC4DAB-60CE-4B3A-A67E-62FA22FDCF55}" destId="{96CE39FF-93C1-4A5D-8FD3-A5DFD4E5F8A2}" srcOrd="1" destOrd="0" presId="urn:microsoft.com/office/officeart/2005/8/layout/hierarchy1"/>
    <dgm:cxn modelId="{E2B98077-10EE-4020-8730-21E3DDA908B6}" type="presParOf" srcId="{96CE39FF-93C1-4A5D-8FD3-A5DFD4E5F8A2}" destId="{F8ADE750-3C8B-4A8F-A9BB-E925F18B1CF7}" srcOrd="0" destOrd="0" presId="urn:microsoft.com/office/officeart/2005/8/layout/hierarchy1"/>
    <dgm:cxn modelId="{388EDDB4-C923-444D-A332-310A1B22D043}" type="presParOf" srcId="{F8ADE750-3C8B-4A8F-A9BB-E925F18B1CF7}" destId="{481D2614-2396-414A-9B1E-178503482006}" srcOrd="0" destOrd="0" presId="urn:microsoft.com/office/officeart/2005/8/layout/hierarchy1"/>
    <dgm:cxn modelId="{7FEA6E3B-9F64-496E-9EB2-A1834D316BB6}" type="presParOf" srcId="{F8ADE750-3C8B-4A8F-A9BB-E925F18B1CF7}" destId="{FE980E7D-C10F-4A10-8A52-96A3B30AB8F1}" srcOrd="1" destOrd="0" presId="urn:microsoft.com/office/officeart/2005/8/layout/hierarchy1"/>
    <dgm:cxn modelId="{5A5EEE5A-C64C-433F-AA2D-CF3270B64C5A}" type="presParOf" srcId="{96CE39FF-93C1-4A5D-8FD3-A5DFD4E5F8A2}" destId="{9DD4188B-5F07-4807-BDA0-810DD9A4950D}" srcOrd="1" destOrd="0" presId="urn:microsoft.com/office/officeart/2005/8/layout/hierarchy1"/>
    <dgm:cxn modelId="{ADFC9BBD-B32D-4E2D-9419-010C4F79A3B8}" type="presParOf" srcId="{85FC4DAB-60CE-4B3A-A67E-62FA22FDCF55}" destId="{4579CDF3-C3A4-4B6B-8FA8-C577E313A6BF}" srcOrd="2" destOrd="0" presId="urn:microsoft.com/office/officeart/2005/8/layout/hierarchy1"/>
    <dgm:cxn modelId="{36735698-3DD8-45A6-92BD-B1A0D050DDAC}" type="presParOf" srcId="{85FC4DAB-60CE-4B3A-A67E-62FA22FDCF55}" destId="{7C10A2A3-A327-45CE-A1B0-9DCB7C463036}" srcOrd="3" destOrd="0" presId="urn:microsoft.com/office/officeart/2005/8/layout/hierarchy1"/>
    <dgm:cxn modelId="{7FE0C5E7-CBBB-4262-A4FC-553A5FB5D791}" type="presParOf" srcId="{7C10A2A3-A327-45CE-A1B0-9DCB7C463036}" destId="{159EBD50-EF05-4375-BA39-D8A9260D3A12}" srcOrd="0" destOrd="0" presId="urn:microsoft.com/office/officeart/2005/8/layout/hierarchy1"/>
    <dgm:cxn modelId="{274D3BFA-C3DB-4D87-A21E-DDC93429A5A7}" type="presParOf" srcId="{159EBD50-EF05-4375-BA39-D8A9260D3A12}" destId="{6EFCFC39-BDD3-404B-A431-E6EA50C243AE}" srcOrd="0" destOrd="0" presId="urn:microsoft.com/office/officeart/2005/8/layout/hierarchy1"/>
    <dgm:cxn modelId="{9CD1DDD5-2B1B-416B-AE3A-8C483161191E}" type="presParOf" srcId="{159EBD50-EF05-4375-BA39-D8A9260D3A12}" destId="{1D0C7B6F-2D36-4CB3-8EA1-32D44B6BDE60}" srcOrd="1" destOrd="0" presId="urn:microsoft.com/office/officeart/2005/8/layout/hierarchy1"/>
    <dgm:cxn modelId="{ABCAA298-EE99-4389-9CC7-37EF2B028C20}" type="presParOf" srcId="{7C10A2A3-A327-45CE-A1B0-9DCB7C463036}" destId="{1A61CC21-3F96-4AC2-AEFC-D503E4EBC4B9}" srcOrd="1" destOrd="0" presId="urn:microsoft.com/office/officeart/2005/8/layout/hierarchy1"/>
    <dgm:cxn modelId="{49D03EEA-47C4-4582-87E9-ADD44FE60A9D}" type="presParOf" srcId="{85FC4DAB-60CE-4B3A-A67E-62FA22FDCF55}" destId="{56D44A2F-BBD1-4D64-A034-E8DF0F7EAF55}" srcOrd="4" destOrd="0" presId="urn:microsoft.com/office/officeart/2005/8/layout/hierarchy1"/>
    <dgm:cxn modelId="{5F52EEAA-884A-44A7-A950-EC78EA397284}" type="presParOf" srcId="{85FC4DAB-60CE-4B3A-A67E-62FA22FDCF55}" destId="{2FF4CE7C-37E1-48FB-8720-E0BA0453DF78}" srcOrd="5" destOrd="0" presId="urn:microsoft.com/office/officeart/2005/8/layout/hierarchy1"/>
    <dgm:cxn modelId="{CC2D44A1-D21B-4F07-A373-291B19D766AE}" type="presParOf" srcId="{2FF4CE7C-37E1-48FB-8720-E0BA0453DF78}" destId="{F872EC2F-67C0-4D54-BA96-2D6ABF014C73}" srcOrd="0" destOrd="0" presId="urn:microsoft.com/office/officeart/2005/8/layout/hierarchy1"/>
    <dgm:cxn modelId="{B1F05689-342D-4224-AFAB-309FD1D78D4D}" type="presParOf" srcId="{F872EC2F-67C0-4D54-BA96-2D6ABF014C73}" destId="{BDDBA94B-E304-4013-9B0C-547916B33448}" srcOrd="0" destOrd="0" presId="urn:microsoft.com/office/officeart/2005/8/layout/hierarchy1"/>
    <dgm:cxn modelId="{D55A875B-3CFD-4A26-9074-4EE50D57EFF2}" type="presParOf" srcId="{F872EC2F-67C0-4D54-BA96-2D6ABF014C73}" destId="{1C072BB1-3221-4004-AAC1-F9CFDEDD83C1}" srcOrd="1" destOrd="0" presId="urn:microsoft.com/office/officeart/2005/8/layout/hierarchy1"/>
    <dgm:cxn modelId="{549E122D-09C3-4056-BFA8-E5C3CCB8D4CF}" type="presParOf" srcId="{2FF4CE7C-37E1-48FB-8720-E0BA0453DF78}" destId="{D9263E2E-DB24-41F3-B144-64703A01ACA0}" srcOrd="1" destOrd="0" presId="urn:microsoft.com/office/officeart/2005/8/layout/hierarchy1"/>
    <dgm:cxn modelId="{F36F6D40-882B-4198-9B99-71ED9320524C}" type="presParOf" srcId="{85FC4DAB-60CE-4B3A-A67E-62FA22FDCF55}" destId="{DA924F9B-41C4-43FC-9672-6A476486ECE5}" srcOrd="6" destOrd="0" presId="urn:microsoft.com/office/officeart/2005/8/layout/hierarchy1"/>
    <dgm:cxn modelId="{F0873DBA-0578-494A-A0B6-090500CF8799}" type="presParOf" srcId="{85FC4DAB-60CE-4B3A-A67E-62FA22FDCF55}" destId="{E3AD0703-AC89-4C47-95B4-DE583212B3C1}" srcOrd="7" destOrd="0" presId="urn:microsoft.com/office/officeart/2005/8/layout/hierarchy1"/>
    <dgm:cxn modelId="{FCD962A2-5094-422D-BF62-F08D5171AD05}" type="presParOf" srcId="{E3AD0703-AC89-4C47-95B4-DE583212B3C1}" destId="{ADBA6456-1AE6-4DB2-A22E-B3F02154F4BF}" srcOrd="0" destOrd="0" presId="urn:microsoft.com/office/officeart/2005/8/layout/hierarchy1"/>
    <dgm:cxn modelId="{57297CFE-3786-4A0C-B051-C85FC36B2D1F}" type="presParOf" srcId="{ADBA6456-1AE6-4DB2-A22E-B3F02154F4BF}" destId="{9807F15B-CF70-420C-99F6-C23174BB9B90}" srcOrd="0" destOrd="0" presId="urn:microsoft.com/office/officeart/2005/8/layout/hierarchy1"/>
    <dgm:cxn modelId="{8FD3BD4D-A104-42A5-8CD0-F33F096BB2B1}" type="presParOf" srcId="{ADBA6456-1AE6-4DB2-A22E-B3F02154F4BF}" destId="{30FBAE4B-8346-47D7-BAE9-0CA05BF377CA}" srcOrd="1" destOrd="0" presId="urn:microsoft.com/office/officeart/2005/8/layout/hierarchy1"/>
    <dgm:cxn modelId="{91FEF9EE-3828-43B4-BDE1-053125D33640}" type="presParOf" srcId="{E3AD0703-AC89-4C47-95B4-DE583212B3C1}" destId="{9B5A7CFE-D1C6-4F2F-8A4B-A66C673F5D5E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B0BA0510-C6D2-4F72-A086-7F0B34596C48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60451347-ED9F-4EDC-AAAB-1306AD35AD04}">
      <dgm:prSet/>
      <dgm:spPr/>
      <dgm:t>
        <a:bodyPr/>
        <a:lstStyle/>
        <a:p>
          <a:r>
            <a:rPr lang="en-US" b="0" i="0" baseline="0"/>
            <a:t>You can replace Lua's </a:t>
          </a:r>
          <a:r>
            <a:rPr lang="en-US" b="1" i="0" baseline="0"/>
            <a:t>memory allocator</a:t>
          </a:r>
          <a:r>
            <a:rPr lang="en-US" b="0" i="0" baseline="0"/>
            <a:t> via lua_newstate().</a:t>
          </a:r>
          <a:endParaRPr lang="en-US"/>
        </a:p>
      </dgm:t>
    </dgm:pt>
    <dgm:pt modelId="{978E8C27-3654-4E85-9C42-73AC30632D80}" type="parTrans" cxnId="{37447545-E98C-47E1-8D10-046578B98DD3}">
      <dgm:prSet/>
      <dgm:spPr/>
      <dgm:t>
        <a:bodyPr/>
        <a:lstStyle/>
        <a:p>
          <a:endParaRPr lang="en-US"/>
        </a:p>
      </dgm:t>
    </dgm:pt>
    <dgm:pt modelId="{DC40562F-C795-4B82-A1C2-CFCD30E25078}" type="sibTrans" cxnId="{37447545-E98C-47E1-8D10-046578B98DD3}">
      <dgm:prSet/>
      <dgm:spPr/>
      <dgm:t>
        <a:bodyPr/>
        <a:lstStyle/>
        <a:p>
          <a:endParaRPr lang="en-US"/>
        </a:p>
      </dgm:t>
    </dgm:pt>
    <dgm:pt modelId="{56DD4B5A-DA47-4773-A3A3-1C153F6A8B42}">
      <dgm:prSet/>
      <dgm:spPr/>
      <dgm:t>
        <a:bodyPr/>
        <a:lstStyle/>
        <a:p>
          <a:r>
            <a:rPr lang="en-US" b="0" i="0" baseline="0"/>
            <a:t>Can remove/replace standard libraries (base, io, os, etc.).</a:t>
          </a:r>
          <a:endParaRPr lang="en-US"/>
        </a:p>
      </dgm:t>
    </dgm:pt>
    <dgm:pt modelId="{ECBAC17E-6931-493B-A86D-9EB453D5812D}" type="parTrans" cxnId="{8CD5B423-A946-4AD1-8165-D06B7E603BF5}">
      <dgm:prSet/>
      <dgm:spPr/>
      <dgm:t>
        <a:bodyPr/>
        <a:lstStyle/>
        <a:p>
          <a:endParaRPr lang="en-US"/>
        </a:p>
      </dgm:t>
    </dgm:pt>
    <dgm:pt modelId="{A422AA29-F30E-4F1F-AA3D-97645DDB7244}" type="sibTrans" cxnId="{8CD5B423-A946-4AD1-8165-D06B7E603BF5}">
      <dgm:prSet/>
      <dgm:spPr/>
      <dgm:t>
        <a:bodyPr/>
        <a:lstStyle/>
        <a:p>
          <a:endParaRPr lang="en-US"/>
        </a:p>
      </dgm:t>
    </dgm:pt>
    <dgm:pt modelId="{D3B0FD5A-4609-4213-A33C-FEE671432BAD}">
      <dgm:prSet/>
      <dgm:spPr/>
      <dgm:t>
        <a:bodyPr/>
        <a:lstStyle/>
        <a:p>
          <a:r>
            <a:rPr lang="en-US" b="0" i="0" baseline="0"/>
            <a:t>Lua compiles easily on any platform with a C compiler.</a:t>
          </a:r>
          <a:endParaRPr lang="en-US"/>
        </a:p>
      </dgm:t>
    </dgm:pt>
    <dgm:pt modelId="{B797E7E2-807E-4C80-9DF0-E1CC31BEEDDA}" type="parTrans" cxnId="{D3A96629-E43E-4680-85C2-8B6F67A4F528}">
      <dgm:prSet/>
      <dgm:spPr/>
      <dgm:t>
        <a:bodyPr/>
        <a:lstStyle/>
        <a:p>
          <a:endParaRPr lang="en-US"/>
        </a:p>
      </dgm:t>
    </dgm:pt>
    <dgm:pt modelId="{FCEF5E9A-A96B-483F-BBDD-31D8CC3C8B3B}" type="sibTrans" cxnId="{D3A96629-E43E-4680-85C2-8B6F67A4F528}">
      <dgm:prSet/>
      <dgm:spPr/>
      <dgm:t>
        <a:bodyPr/>
        <a:lstStyle/>
        <a:p>
          <a:endParaRPr lang="en-US"/>
        </a:p>
      </dgm:t>
    </dgm:pt>
    <dgm:pt modelId="{B78D5044-E54A-4611-8A07-2F480C620DD0}" type="pres">
      <dgm:prSet presAssocID="{B0BA0510-C6D2-4F72-A086-7F0B34596C48}" presName="root" presStyleCnt="0">
        <dgm:presLayoutVars>
          <dgm:dir/>
          <dgm:resizeHandles val="exact"/>
        </dgm:presLayoutVars>
      </dgm:prSet>
      <dgm:spPr/>
    </dgm:pt>
    <dgm:pt modelId="{4846AAE3-965A-449F-A6BA-594D6EE3A2C6}" type="pres">
      <dgm:prSet presAssocID="{60451347-ED9F-4EDC-AAAB-1306AD35AD04}" presName="compNode" presStyleCnt="0"/>
      <dgm:spPr/>
    </dgm:pt>
    <dgm:pt modelId="{51031093-A954-4EE0-B2F4-ECA8C3A1B644}" type="pres">
      <dgm:prSet presAssocID="{60451347-ED9F-4EDC-AAAB-1306AD35AD04}" presName="bgRect" presStyleLbl="bgShp" presStyleIdx="0" presStyleCnt="3"/>
      <dgm:spPr/>
    </dgm:pt>
    <dgm:pt modelId="{D6BAE0F9-F33B-41DB-93DA-301BEF97F56B}" type="pres">
      <dgm:prSet presAssocID="{60451347-ED9F-4EDC-AAAB-1306AD35AD04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ain"/>
        </a:ext>
      </dgm:extLst>
    </dgm:pt>
    <dgm:pt modelId="{D2112687-A58F-45CC-8AA5-B8412331D792}" type="pres">
      <dgm:prSet presAssocID="{60451347-ED9F-4EDC-AAAB-1306AD35AD04}" presName="spaceRect" presStyleCnt="0"/>
      <dgm:spPr/>
    </dgm:pt>
    <dgm:pt modelId="{DBC42D1E-682E-4685-8F9A-E4675D4B9E93}" type="pres">
      <dgm:prSet presAssocID="{60451347-ED9F-4EDC-AAAB-1306AD35AD04}" presName="parTx" presStyleLbl="revTx" presStyleIdx="0" presStyleCnt="3">
        <dgm:presLayoutVars>
          <dgm:chMax val="0"/>
          <dgm:chPref val="0"/>
        </dgm:presLayoutVars>
      </dgm:prSet>
      <dgm:spPr/>
    </dgm:pt>
    <dgm:pt modelId="{4AB59FF0-BE11-45E9-A88C-B31437E21106}" type="pres">
      <dgm:prSet presAssocID="{DC40562F-C795-4B82-A1C2-CFCD30E25078}" presName="sibTrans" presStyleCnt="0"/>
      <dgm:spPr/>
    </dgm:pt>
    <dgm:pt modelId="{A3DD9D42-5064-4F22-8A33-DCE6346DFD9E}" type="pres">
      <dgm:prSet presAssocID="{56DD4B5A-DA47-4773-A3A3-1C153F6A8B42}" presName="compNode" presStyleCnt="0"/>
      <dgm:spPr/>
    </dgm:pt>
    <dgm:pt modelId="{109DD0D5-5AB7-4D00-8899-B87CCF3E4214}" type="pres">
      <dgm:prSet presAssocID="{56DD4B5A-DA47-4773-A3A3-1C153F6A8B42}" presName="bgRect" presStyleLbl="bgShp" presStyleIdx="1" presStyleCnt="3"/>
      <dgm:spPr/>
    </dgm:pt>
    <dgm:pt modelId="{A9C45F76-7325-4F01-BA7C-A2DB8C9EFB99}" type="pres">
      <dgm:prSet presAssocID="{56DD4B5A-DA47-4773-A3A3-1C153F6A8B42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394EC47A-50F9-4D36-9271-48A9AC03D29F}" type="pres">
      <dgm:prSet presAssocID="{56DD4B5A-DA47-4773-A3A3-1C153F6A8B42}" presName="spaceRect" presStyleCnt="0"/>
      <dgm:spPr/>
    </dgm:pt>
    <dgm:pt modelId="{F6C8E889-339D-4626-A459-2AC9712DDFEB}" type="pres">
      <dgm:prSet presAssocID="{56DD4B5A-DA47-4773-A3A3-1C153F6A8B42}" presName="parTx" presStyleLbl="revTx" presStyleIdx="1" presStyleCnt="3">
        <dgm:presLayoutVars>
          <dgm:chMax val="0"/>
          <dgm:chPref val="0"/>
        </dgm:presLayoutVars>
      </dgm:prSet>
      <dgm:spPr/>
    </dgm:pt>
    <dgm:pt modelId="{FA523C45-514F-49C9-9616-DBE4C6614DED}" type="pres">
      <dgm:prSet presAssocID="{A422AA29-F30E-4F1F-AA3D-97645DDB7244}" presName="sibTrans" presStyleCnt="0"/>
      <dgm:spPr/>
    </dgm:pt>
    <dgm:pt modelId="{E945FABA-89CE-4D9A-8559-5FF2EE6DABD2}" type="pres">
      <dgm:prSet presAssocID="{D3B0FD5A-4609-4213-A33C-FEE671432BAD}" presName="compNode" presStyleCnt="0"/>
      <dgm:spPr/>
    </dgm:pt>
    <dgm:pt modelId="{5E3D6E66-FA85-4210-88AF-57F65B9F171F}" type="pres">
      <dgm:prSet presAssocID="{D3B0FD5A-4609-4213-A33C-FEE671432BAD}" presName="bgRect" presStyleLbl="bgShp" presStyleIdx="2" presStyleCnt="3"/>
      <dgm:spPr/>
    </dgm:pt>
    <dgm:pt modelId="{CC6A0DB1-2E2E-474C-AF3E-3D5B98AADCC3}" type="pres">
      <dgm:prSet presAssocID="{D3B0FD5A-4609-4213-A33C-FEE671432BAD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9942DEA7-9C80-475A-82EA-CE8511880DE5}" type="pres">
      <dgm:prSet presAssocID="{D3B0FD5A-4609-4213-A33C-FEE671432BAD}" presName="spaceRect" presStyleCnt="0"/>
      <dgm:spPr/>
    </dgm:pt>
    <dgm:pt modelId="{441CE25F-6C82-479B-A180-BB227270C5AD}" type="pres">
      <dgm:prSet presAssocID="{D3B0FD5A-4609-4213-A33C-FEE671432BAD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8CD5B423-A946-4AD1-8165-D06B7E603BF5}" srcId="{B0BA0510-C6D2-4F72-A086-7F0B34596C48}" destId="{56DD4B5A-DA47-4773-A3A3-1C153F6A8B42}" srcOrd="1" destOrd="0" parTransId="{ECBAC17E-6931-493B-A86D-9EB453D5812D}" sibTransId="{A422AA29-F30E-4F1F-AA3D-97645DDB7244}"/>
    <dgm:cxn modelId="{D3A96629-E43E-4680-85C2-8B6F67A4F528}" srcId="{B0BA0510-C6D2-4F72-A086-7F0B34596C48}" destId="{D3B0FD5A-4609-4213-A33C-FEE671432BAD}" srcOrd="2" destOrd="0" parTransId="{B797E7E2-807E-4C80-9DF0-E1CC31BEEDDA}" sibTransId="{FCEF5E9A-A96B-483F-BBDD-31D8CC3C8B3B}"/>
    <dgm:cxn modelId="{66E5792F-4F71-4F8A-9087-60FB380BB2AF}" type="presOf" srcId="{B0BA0510-C6D2-4F72-A086-7F0B34596C48}" destId="{B78D5044-E54A-4611-8A07-2F480C620DD0}" srcOrd="0" destOrd="0" presId="urn:microsoft.com/office/officeart/2018/2/layout/IconVerticalSolidList"/>
    <dgm:cxn modelId="{37447545-E98C-47E1-8D10-046578B98DD3}" srcId="{B0BA0510-C6D2-4F72-A086-7F0B34596C48}" destId="{60451347-ED9F-4EDC-AAAB-1306AD35AD04}" srcOrd="0" destOrd="0" parTransId="{978E8C27-3654-4E85-9C42-73AC30632D80}" sibTransId="{DC40562F-C795-4B82-A1C2-CFCD30E25078}"/>
    <dgm:cxn modelId="{50D4EE77-14BF-44B7-B6F4-AB1385354243}" type="presOf" srcId="{60451347-ED9F-4EDC-AAAB-1306AD35AD04}" destId="{DBC42D1E-682E-4685-8F9A-E4675D4B9E93}" srcOrd="0" destOrd="0" presId="urn:microsoft.com/office/officeart/2018/2/layout/IconVerticalSolidList"/>
    <dgm:cxn modelId="{D1CD97A5-6A2B-424A-8805-A448CC027221}" type="presOf" srcId="{D3B0FD5A-4609-4213-A33C-FEE671432BAD}" destId="{441CE25F-6C82-479B-A180-BB227270C5AD}" srcOrd="0" destOrd="0" presId="urn:microsoft.com/office/officeart/2018/2/layout/IconVerticalSolidList"/>
    <dgm:cxn modelId="{5C865BDA-220C-4288-BEC9-BE64E021370B}" type="presOf" srcId="{56DD4B5A-DA47-4773-A3A3-1C153F6A8B42}" destId="{F6C8E889-339D-4626-A459-2AC9712DDFEB}" srcOrd="0" destOrd="0" presId="urn:microsoft.com/office/officeart/2018/2/layout/IconVerticalSolidList"/>
    <dgm:cxn modelId="{63195419-3375-4E57-A009-04F18D797098}" type="presParOf" srcId="{B78D5044-E54A-4611-8A07-2F480C620DD0}" destId="{4846AAE3-965A-449F-A6BA-594D6EE3A2C6}" srcOrd="0" destOrd="0" presId="urn:microsoft.com/office/officeart/2018/2/layout/IconVerticalSolidList"/>
    <dgm:cxn modelId="{4DF4B0BA-333E-41AD-A8FE-58A8DA4E34B0}" type="presParOf" srcId="{4846AAE3-965A-449F-A6BA-594D6EE3A2C6}" destId="{51031093-A954-4EE0-B2F4-ECA8C3A1B644}" srcOrd="0" destOrd="0" presId="urn:microsoft.com/office/officeart/2018/2/layout/IconVerticalSolidList"/>
    <dgm:cxn modelId="{035B06B9-1FE9-42A3-96CB-F2E218FF5F9A}" type="presParOf" srcId="{4846AAE3-965A-449F-A6BA-594D6EE3A2C6}" destId="{D6BAE0F9-F33B-41DB-93DA-301BEF97F56B}" srcOrd="1" destOrd="0" presId="urn:microsoft.com/office/officeart/2018/2/layout/IconVerticalSolidList"/>
    <dgm:cxn modelId="{A8FFEB72-95DF-4986-ACE8-EC6ED088E613}" type="presParOf" srcId="{4846AAE3-965A-449F-A6BA-594D6EE3A2C6}" destId="{D2112687-A58F-45CC-8AA5-B8412331D792}" srcOrd="2" destOrd="0" presId="urn:microsoft.com/office/officeart/2018/2/layout/IconVerticalSolidList"/>
    <dgm:cxn modelId="{EC733956-1D71-4434-A124-29C467F5E116}" type="presParOf" srcId="{4846AAE3-965A-449F-A6BA-594D6EE3A2C6}" destId="{DBC42D1E-682E-4685-8F9A-E4675D4B9E93}" srcOrd="3" destOrd="0" presId="urn:microsoft.com/office/officeart/2018/2/layout/IconVerticalSolidList"/>
    <dgm:cxn modelId="{BFDAB419-F19B-4E38-B78B-4BBCD513793C}" type="presParOf" srcId="{B78D5044-E54A-4611-8A07-2F480C620DD0}" destId="{4AB59FF0-BE11-45E9-A88C-B31437E21106}" srcOrd="1" destOrd="0" presId="urn:microsoft.com/office/officeart/2018/2/layout/IconVerticalSolidList"/>
    <dgm:cxn modelId="{C99467E2-5AA9-4884-92AA-4BBE9E069CF1}" type="presParOf" srcId="{B78D5044-E54A-4611-8A07-2F480C620DD0}" destId="{A3DD9D42-5064-4F22-8A33-DCE6346DFD9E}" srcOrd="2" destOrd="0" presId="urn:microsoft.com/office/officeart/2018/2/layout/IconVerticalSolidList"/>
    <dgm:cxn modelId="{35D182BD-5BDE-4A26-AEC4-9A3A047D55AE}" type="presParOf" srcId="{A3DD9D42-5064-4F22-8A33-DCE6346DFD9E}" destId="{109DD0D5-5AB7-4D00-8899-B87CCF3E4214}" srcOrd="0" destOrd="0" presId="urn:microsoft.com/office/officeart/2018/2/layout/IconVerticalSolidList"/>
    <dgm:cxn modelId="{4B70F170-E348-4DBE-B6ED-C8D23C036157}" type="presParOf" srcId="{A3DD9D42-5064-4F22-8A33-DCE6346DFD9E}" destId="{A9C45F76-7325-4F01-BA7C-A2DB8C9EFB99}" srcOrd="1" destOrd="0" presId="urn:microsoft.com/office/officeart/2018/2/layout/IconVerticalSolidList"/>
    <dgm:cxn modelId="{60B352D0-920C-4B0E-9102-F93F23B2EFB7}" type="presParOf" srcId="{A3DD9D42-5064-4F22-8A33-DCE6346DFD9E}" destId="{394EC47A-50F9-4D36-9271-48A9AC03D29F}" srcOrd="2" destOrd="0" presId="urn:microsoft.com/office/officeart/2018/2/layout/IconVerticalSolidList"/>
    <dgm:cxn modelId="{2E8ACB7D-4CE6-4DEB-A123-2FE3A030DC05}" type="presParOf" srcId="{A3DD9D42-5064-4F22-8A33-DCE6346DFD9E}" destId="{F6C8E889-339D-4626-A459-2AC9712DDFEB}" srcOrd="3" destOrd="0" presId="urn:microsoft.com/office/officeart/2018/2/layout/IconVerticalSolidList"/>
    <dgm:cxn modelId="{284C454B-71E9-4862-A041-3AADF02C3BB6}" type="presParOf" srcId="{B78D5044-E54A-4611-8A07-2F480C620DD0}" destId="{FA523C45-514F-49C9-9616-DBE4C6614DED}" srcOrd="3" destOrd="0" presId="urn:microsoft.com/office/officeart/2018/2/layout/IconVerticalSolidList"/>
    <dgm:cxn modelId="{6B5ACCE5-CBAD-4F25-BD7E-98058D258670}" type="presParOf" srcId="{B78D5044-E54A-4611-8A07-2F480C620DD0}" destId="{E945FABA-89CE-4D9A-8559-5FF2EE6DABD2}" srcOrd="4" destOrd="0" presId="urn:microsoft.com/office/officeart/2018/2/layout/IconVerticalSolidList"/>
    <dgm:cxn modelId="{7BD041B9-A936-46BD-B108-D76372B70AA1}" type="presParOf" srcId="{E945FABA-89CE-4D9A-8559-5FF2EE6DABD2}" destId="{5E3D6E66-FA85-4210-88AF-57F65B9F171F}" srcOrd="0" destOrd="0" presId="urn:microsoft.com/office/officeart/2018/2/layout/IconVerticalSolidList"/>
    <dgm:cxn modelId="{FB1E5FE5-FCFD-470F-8A66-10EBAC02B6ED}" type="presParOf" srcId="{E945FABA-89CE-4D9A-8559-5FF2EE6DABD2}" destId="{CC6A0DB1-2E2E-474C-AF3E-3D5B98AADCC3}" srcOrd="1" destOrd="0" presId="urn:microsoft.com/office/officeart/2018/2/layout/IconVerticalSolidList"/>
    <dgm:cxn modelId="{F805325F-2EAC-4664-ACE1-248E10103187}" type="presParOf" srcId="{E945FABA-89CE-4D9A-8559-5FF2EE6DABD2}" destId="{9942DEA7-9C80-475A-82EA-CE8511880DE5}" srcOrd="2" destOrd="0" presId="urn:microsoft.com/office/officeart/2018/2/layout/IconVerticalSolidList"/>
    <dgm:cxn modelId="{46B6A864-5739-4C00-955F-FBF2C22118B8}" type="presParOf" srcId="{E945FABA-89CE-4D9A-8559-5FF2EE6DABD2}" destId="{441CE25F-6C82-479B-A180-BB227270C5A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6D394A1B-FC7C-428F-8487-AC1BABCFDCCD}" type="doc">
      <dgm:prSet loTypeId="urn:microsoft.com/office/officeart/2018/2/layout/IconVerticalSolidList" loCatId="icon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IN"/>
        </a:p>
      </dgm:t>
    </dgm:pt>
    <dgm:pt modelId="{C3A08CD4-863A-4A71-A4DA-04C2FE5C3F1B}">
      <dgm:prSet phldrT="[Text]"/>
      <dgm:spPr/>
      <dgm:t>
        <a:bodyPr/>
        <a:lstStyle/>
        <a:p>
          <a:pPr>
            <a:lnSpc>
              <a:spcPct val="100000"/>
            </a:lnSpc>
          </a:pPr>
          <a:r>
            <a:rPr lang="en-IN" dirty="0"/>
            <a:t>Marking</a:t>
          </a:r>
        </a:p>
      </dgm:t>
    </dgm:pt>
    <dgm:pt modelId="{F382593B-FFFB-436F-A6E4-8334365E34A2}" type="parTrans" cxnId="{5A9C1F9F-E227-4E58-8759-A1868AC481ED}">
      <dgm:prSet/>
      <dgm:spPr/>
      <dgm:t>
        <a:bodyPr/>
        <a:lstStyle/>
        <a:p>
          <a:endParaRPr lang="en-IN" sz="2000"/>
        </a:p>
      </dgm:t>
    </dgm:pt>
    <dgm:pt modelId="{C8176ADA-BB64-42F4-8D44-F244653A5099}" type="sibTrans" cxnId="{5A9C1F9F-E227-4E58-8759-A1868AC481ED}">
      <dgm:prSet/>
      <dgm:spPr/>
      <dgm:t>
        <a:bodyPr/>
        <a:lstStyle/>
        <a:p>
          <a:endParaRPr lang="en-IN"/>
        </a:p>
      </dgm:t>
    </dgm:pt>
    <dgm:pt modelId="{87EDE27D-2365-493E-A241-2E6B58946280}">
      <dgm:prSet phldrT="[Text]"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Start with root objects and mark all reachable objects.</a:t>
          </a:r>
          <a:endParaRPr lang="en-IN" dirty="0"/>
        </a:p>
      </dgm:t>
    </dgm:pt>
    <dgm:pt modelId="{AC4F7D11-8AB2-4A2F-B190-DAA8F5FD82A9}" type="parTrans" cxnId="{FB920791-F0F7-4E93-B026-8D1FE4650305}">
      <dgm:prSet/>
      <dgm:spPr/>
      <dgm:t>
        <a:bodyPr/>
        <a:lstStyle/>
        <a:p>
          <a:endParaRPr lang="en-IN" sz="2000"/>
        </a:p>
      </dgm:t>
    </dgm:pt>
    <dgm:pt modelId="{C1DC9249-68C4-4FC9-BD19-446B2F36AE57}" type="sibTrans" cxnId="{FB920791-F0F7-4E93-B026-8D1FE4650305}">
      <dgm:prSet/>
      <dgm:spPr/>
      <dgm:t>
        <a:bodyPr/>
        <a:lstStyle/>
        <a:p>
          <a:endParaRPr lang="en-IN"/>
        </a:p>
      </dgm:t>
    </dgm:pt>
    <dgm:pt modelId="{E725A996-2950-4B6A-861F-FE78F939338D}">
      <dgm:prSet phldrT="[Text]"/>
      <dgm:spPr/>
      <dgm:t>
        <a:bodyPr/>
        <a:lstStyle/>
        <a:p>
          <a:pPr>
            <a:lnSpc>
              <a:spcPct val="100000"/>
            </a:lnSpc>
          </a:pPr>
          <a:r>
            <a:rPr lang="en-IN"/>
            <a:t>Propagation</a:t>
          </a:r>
        </a:p>
      </dgm:t>
    </dgm:pt>
    <dgm:pt modelId="{4F6AE748-3B04-4881-96F3-C89FFC53EEF7}" type="parTrans" cxnId="{9952D992-EA78-4928-BDD9-C262F503FC47}">
      <dgm:prSet/>
      <dgm:spPr/>
      <dgm:t>
        <a:bodyPr/>
        <a:lstStyle/>
        <a:p>
          <a:endParaRPr lang="en-IN" sz="2000"/>
        </a:p>
      </dgm:t>
    </dgm:pt>
    <dgm:pt modelId="{0222A8B7-4987-4160-ACFD-B42D24D9FBED}" type="sibTrans" cxnId="{9952D992-EA78-4928-BDD9-C262F503FC47}">
      <dgm:prSet/>
      <dgm:spPr/>
      <dgm:t>
        <a:bodyPr/>
        <a:lstStyle/>
        <a:p>
          <a:endParaRPr lang="en-IN"/>
        </a:p>
      </dgm:t>
    </dgm:pt>
    <dgm:pt modelId="{68C40624-40AB-4CFA-9BC3-667D39190F95}">
      <dgm:prSet phldrT="[Text]"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Traverse tables, closures, etc., and mark what they reference.</a:t>
          </a:r>
          <a:endParaRPr lang="en-IN"/>
        </a:p>
      </dgm:t>
    </dgm:pt>
    <dgm:pt modelId="{EE15232F-2E62-452C-AC3E-173455591510}" type="parTrans" cxnId="{350BC438-3DD6-44E6-9B48-84A16D90014F}">
      <dgm:prSet/>
      <dgm:spPr/>
      <dgm:t>
        <a:bodyPr/>
        <a:lstStyle/>
        <a:p>
          <a:endParaRPr lang="en-IN" sz="2000"/>
        </a:p>
      </dgm:t>
    </dgm:pt>
    <dgm:pt modelId="{6A9598F4-7A75-470A-83E1-E1B567DD1CF4}" type="sibTrans" cxnId="{350BC438-3DD6-44E6-9B48-84A16D90014F}">
      <dgm:prSet/>
      <dgm:spPr/>
      <dgm:t>
        <a:bodyPr/>
        <a:lstStyle/>
        <a:p>
          <a:endParaRPr lang="en-IN"/>
        </a:p>
      </dgm:t>
    </dgm:pt>
    <dgm:pt modelId="{7C85C2FB-75E9-4808-A098-D2AB3D34EBE3}">
      <dgm:prSet phldrT="[Text]"/>
      <dgm:spPr/>
      <dgm:t>
        <a:bodyPr/>
        <a:lstStyle/>
        <a:p>
          <a:pPr>
            <a:lnSpc>
              <a:spcPct val="100000"/>
            </a:lnSpc>
          </a:pPr>
          <a:r>
            <a:rPr lang="en-IN"/>
            <a:t>Pause</a:t>
          </a:r>
        </a:p>
      </dgm:t>
    </dgm:pt>
    <dgm:pt modelId="{B7061E22-BD67-4B9B-A206-E78DBB2EE860}" type="parTrans" cxnId="{79DA5A5E-94C4-4B6F-A5EA-99815394DEEB}">
      <dgm:prSet/>
      <dgm:spPr/>
      <dgm:t>
        <a:bodyPr/>
        <a:lstStyle/>
        <a:p>
          <a:endParaRPr lang="en-IN" sz="2000"/>
        </a:p>
      </dgm:t>
    </dgm:pt>
    <dgm:pt modelId="{A3A52C90-4C56-43B4-A34E-68CE7DF1BCCF}" type="sibTrans" cxnId="{79DA5A5E-94C4-4B6F-A5EA-99815394DEEB}">
      <dgm:prSet/>
      <dgm:spPr/>
      <dgm:t>
        <a:bodyPr/>
        <a:lstStyle/>
        <a:p>
          <a:endParaRPr lang="en-IN"/>
        </a:p>
      </dgm:t>
    </dgm:pt>
    <dgm:pt modelId="{547D0CE2-BAFA-4B30-ACC7-A8C7F9DEEFCF}">
      <dgm:prSet phldrT="[Text]"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Wait until the next GC cycle.</a:t>
          </a:r>
          <a:endParaRPr lang="en-IN"/>
        </a:p>
      </dgm:t>
    </dgm:pt>
    <dgm:pt modelId="{E3C7BC11-F00B-48E4-A970-610BFF8E782E}" type="parTrans" cxnId="{501B7600-6EAD-417A-9285-0627963FDED8}">
      <dgm:prSet/>
      <dgm:spPr/>
      <dgm:t>
        <a:bodyPr/>
        <a:lstStyle/>
        <a:p>
          <a:endParaRPr lang="en-IN" sz="2000"/>
        </a:p>
      </dgm:t>
    </dgm:pt>
    <dgm:pt modelId="{4367433C-60FB-437C-96E7-798E82C0C07B}" type="sibTrans" cxnId="{501B7600-6EAD-417A-9285-0627963FDED8}">
      <dgm:prSet/>
      <dgm:spPr/>
      <dgm:t>
        <a:bodyPr/>
        <a:lstStyle/>
        <a:p>
          <a:endParaRPr lang="en-IN"/>
        </a:p>
      </dgm:t>
    </dgm:pt>
    <dgm:pt modelId="{D31EA22A-E2D3-4E7C-8EFA-CAC3DEA418D7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Atomic</a:t>
          </a:r>
        </a:p>
      </dgm:t>
    </dgm:pt>
    <dgm:pt modelId="{96917C56-E18B-4938-8EFB-2BC78FC7693E}" type="parTrans" cxnId="{212BD6A4-F951-47C2-8998-1BE283A40279}">
      <dgm:prSet/>
      <dgm:spPr/>
      <dgm:t>
        <a:bodyPr/>
        <a:lstStyle/>
        <a:p>
          <a:endParaRPr lang="en-IN" sz="2000"/>
        </a:p>
      </dgm:t>
    </dgm:pt>
    <dgm:pt modelId="{65990F76-3BBF-4F86-88BC-89D98B352662}" type="sibTrans" cxnId="{212BD6A4-F951-47C2-8998-1BE283A40279}">
      <dgm:prSet/>
      <dgm:spPr/>
      <dgm:t>
        <a:bodyPr/>
        <a:lstStyle/>
        <a:p>
          <a:endParaRPr lang="en-IN"/>
        </a:p>
      </dgm:t>
    </dgm:pt>
    <dgm:pt modelId="{41AFB897-BA39-406C-B7DD-9BC4B7889461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 Sweeping</a:t>
          </a:r>
        </a:p>
      </dgm:t>
    </dgm:pt>
    <dgm:pt modelId="{01918F88-1E8A-4D4E-9BA0-0C9DE654068D}" type="parTrans" cxnId="{A25A02FB-9594-4917-87F0-691D74220D4D}">
      <dgm:prSet/>
      <dgm:spPr/>
      <dgm:t>
        <a:bodyPr/>
        <a:lstStyle/>
        <a:p>
          <a:endParaRPr lang="en-IN" sz="2000"/>
        </a:p>
      </dgm:t>
    </dgm:pt>
    <dgm:pt modelId="{87DE07F1-5E2A-41FE-82DC-EE9ECA3CA752}" type="sibTrans" cxnId="{A25A02FB-9594-4917-87F0-691D74220D4D}">
      <dgm:prSet/>
      <dgm:spPr/>
      <dgm:t>
        <a:bodyPr/>
        <a:lstStyle/>
        <a:p>
          <a:endParaRPr lang="en-IN"/>
        </a:p>
      </dgm:t>
    </dgm:pt>
    <dgm:pt modelId="{B355C4B3-29F5-4F55-A69C-07D02E667CD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Final marking to handle any missed objects during propagation.</a:t>
          </a:r>
          <a:endParaRPr lang="en-IN"/>
        </a:p>
      </dgm:t>
    </dgm:pt>
    <dgm:pt modelId="{9C890449-2FD2-4664-A7F8-C9C9748F74C0}" type="parTrans" cxnId="{29D5A20E-8A84-4D18-84E6-7C3BE2EA5706}">
      <dgm:prSet/>
      <dgm:spPr/>
      <dgm:t>
        <a:bodyPr/>
        <a:lstStyle/>
        <a:p>
          <a:endParaRPr lang="en-IN" sz="2000"/>
        </a:p>
      </dgm:t>
    </dgm:pt>
    <dgm:pt modelId="{53F50B9D-698B-4EDB-A8D3-7C6DA64C9A16}" type="sibTrans" cxnId="{29D5A20E-8A84-4D18-84E6-7C3BE2EA5706}">
      <dgm:prSet/>
      <dgm:spPr/>
      <dgm:t>
        <a:bodyPr/>
        <a:lstStyle/>
        <a:p>
          <a:endParaRPr lang="en-IN"/>
        </a:p>
      </dgm:t>
    </dgm:pt>
    <dgm:pt modelId="{1786624B-921E-4730-9681-5B2ABB9F8DE9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Finalization</a:t>
          </a:r>
        </a:p>
      </dgm:t>
    </dgm:pt>
    <dgm:pt modelId="{988AB3ED-5898-45AA-9DF8-84D47B9476B7}" type="parTrans" cxnId="{42D1CD09-912A-4CE0-999F-E2DC1996572D}">
      <dgm:prSet/>
      <dgm:spPr/>
      <dgm:t>
        <a:bodyPr/>
        <a:lstStyle/>
        <a:p>
          <a:endParaRPr lang="en-IN" sz="2000"/>
        </a:p>
      </dgm:t>
    </dgm:pt>
    <dgm:pt modelId="{AB6E56F8-C6BE-4EC7-874B-FDAAF7B24544}" type="sibTrans" cxnId="{42D1CD09-912A-4CE0-999F-E2DC1996572D}">
      <dgm:prSet/>
      <dgm:spPr/>
      <dgm:t>
        <a:bodyPr/>
        <a:lstStyle/>
        <a:p>
          <a:endParaRPr lang="en-IN"/>
        </a:p>
      </dgm:t>
    </dgm:pt>
    <dgm:pt modelId="{1ADD3BB6-8327-40F8-9E2E-E7730AD10DA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Unreachable (unmarked) objects are freed.</a:t>
          </a:r>
          <a:endParaRPr lang="en-IN"/>
        </a:p>
      </dgm:t>
    </dgm:pt>
    <dgm:pt modelId="{5AB303CA-8A5A-478B-AE15-2BBF0731E401}" type="parTrans" cxnId="{4060C8B2-8EE1-4321-8FE6-2E1FB012D6E7}">
      <dgm:prSet/>
      <dgm:spPr/>
      <dgm:t>
        <a:bodyPr/>
        <a:lstStyle/>
        <a:p>
          <a:endParaRPr lang="en-IN" sz="2000"/>
        </a:p>
      </dgm:t>
    </dgm:pt>
    <dgm:pt modelId="{B2ADC2E9-6BE7-4C34-B778-ADFC1780B4D8}" type="sibTrans" cxnId="{4060C8B2-8EE1-4321-8FE6-2E1FB012D6E7}">
      <dgm:prSet/>
      <dgm:spPr/>
      <dgm:t>
        <a:bodyPr/>
        <a:lstStyle/>
        <a:p>
          <a:endParaRPr lang="en-IN"/>
        </a:p>
      </dgm:t>
    </dgm:pt>
    <dgm:pt modelId="{83833245-91FD-4016-ACFA-1AC1F1CBFAB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 Call __gc metamethods for objects with finalizers.</a:t>
          </a:r>
          <a:endParaRPr lang="en-IN"/>
        </a:p>
      </dgm:t>
    </dgm:pt>
    <dgm:pt modelId="{71C78677-04BF-4072-A058-C34D4EAD3135}" type="sibTrans" cxnId="{C219AE37-4E20-4AD8-B08D-6BEAC5E12302}">
      <dgm:prSet/>
      <dgm:spPr/>
      <dgm:t>
        <a:bodyPr/>
        <a:lstStyle/>
        <a:p>
          <a:endParaRPr lang="en-IN"/>
        </a:p>
      </dgm:t>
    </dgm:pt>
    <dgm:pt modelId="{AEAD4573-11D8-46BD-8378-626EE88457A3}" type="parTrans" cxnId="{C219AE37-4E20-4AD8-B08D-6BEAC5E12302}">
      <dgm:prSet/>
      <dgm:spPr/>
      <dgm:t>
        <a:bodyPr/>
        <a:lstStyle/>
        <a:p>
          <a:endParaRPr lang="en-IN" sz="2000"/>
        </a:p>
      </dgm:t>
    </dgm:pt>
    <dgm:pt modelId="{D234861C-245F-464A-BE40-921035340F2D}" type="pres">
      <dgm:prSet presAssocID="{6D394A1B-FC7C-428F-8487-AC1BABCFDCCD}" presName="root" presStyleCnt="0">
        <dgm:presLayoutVars>
          <dgm:dir/>
          <dgm:resizeHandles val="exact"/>
        </dgm:presLayoutVars>
      </dgm:prSet>
      <dgm:spPr/>
    </dgm:pt>
    <dgm:pt modelId="{0EA2D278-9662-4C2B-B364-542DDD08BCC0}" type="pres">
      <dgm:prSet presAssocID="{C3A08CD4-863A-4A71-A4DA-04C2FE5C3F1B}" presName="compNode" presStyleCnt="0"/>
      <dgm:spPr/>
    </dgm:pt>
    <dgm:pt modelId="{EEB368CC-8BF0-4322-908A-00665B7DF86A}" type="pres">
      <dgm:prSet presAssocID="{C3A08CD4-863A-4A71-A4DA-04C2FE5C3F1B}" presName="bgRect" presStyleLbl="bgShp" presStyleIdx="0" presStyleCnt="6"/>
      <dgm:spPr/>
    </dgm:pt>
    <dgm:pt modelId="{AC78952D-6189-40D2-B669-BFC17BD3B210}" type="pres">
      <dgm:prSet presAssocID="{C3A08CD4-863A-4A71-A4DA-04C2FE5C3F1B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1AFCC9AA-1096-478E-8E8B-6423DF2F36D4}" type="pres">
      <dgm:prSet presAssocID="{C3A08CD4-863A-4A71-A4DA-04C2FE5C3F1B}" presName="spaceRect" presStyleCnt="0"/>
      <dgm:spPr/>
    </dgm:pt>
    <dgm:pt modelId="{46FCF62C-734C-4C88-8E8B-13266E5EF289}" type="pres">
      <dgm:prSet presAssocID="{C3A08CD4-863A-4A71-A4DA-04C2FE5C3F1B}" presName="parTx" presStyleLbl="revTx" presStyleIdx="0" presStyleCnt="12">
        <dgm:presLayoutVars>
          <dgm:chMax val="0"/>
          <dgm:chPref val="0"/>
        </dgm:presLayoutVars>
      </dgm:prSet>
      <dgm:spPr/>
    </dgm:pt>
    <dgm:pt modelId="{13F17437-DDFE-48A9-8DFA-F9149D8817FF}" type="pres">
      <dgm:prSet presAssocID="{C3A08CD4-863A-4A71-A4DA-04C2FE5C3F1B}" presName="desTx" presStyleLbl="revTx" presStyleIdx="1" presStyleCnt="12">
        <dgm:presLayoutVars/>
      </dgm:prSet>
      <dgm:spPr/>
    </dgm:pt>
    <dgm:pt modelId="{9991394E-02D4-4AEC-99B0-92C2126BA06F}" type="pres">
      <dgm:prSet presAssocID="{C8176ADA-BB64-42F4-8D44-F244653A5099}" presName="sibTrans" presStyleCnt="0"/>
      <dgm:spPr/>
    </dgm:pt>
    <dgm:pt modelId="{3C3B3D85-964D-49C9-A1A9-B254D31A483D}" type="pres">
      <dgm:prSet presAssocID="{E725A996-2950-4B6A-861F-FE78F939338D}" presName="compNode" presStyleCnt="0"/>
      <dgm:spPr/>
    </dgm:pt>
    <dgm:pt modelId="{516D4AAE-70C8-4AD2-8394-39CCAF237634}" type="pres">
      <dgm:prSet presAssocID="{E725A996-2950-4B6A-861F-FE78F939338D}" presName="bgRect" presStyleLbl="bgShp" presStyleIdx="1" presStyleCnt="6"/>
      <dgm:spPr/>
    </dgm:pt>
    <dgm:pt modelId="{372DF7C1-7761-4F2F-A713-38F60A181E83}" type="pres">
      <dgm:prSet presAssocID="{E725A996-2950-4B6A-861F-FE78F939338D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rawing Compass"/>
        </a:ext>
      </dgm:extLst>
    </dgm:pt>
    <dgm:pt modelId="{F25564CA-1933-48CF-8060-25B1A15AC7D5}" type="pres">
      <dgm:prSet presAssocID="{E725A996-2950-4B6A-861F-FE78F939338D}" presName="spaceRect" presStyleCnt="0"/>
      <dgm:spPr/>
    </dgm:pt>
    <dgm:pt modelId="{B245324D-A6A2-408F-A87D-D2089E28DEBE}" type="pres">
      <dgm:prSet presAssocID="{E725A996-2950-4B6A-861F-FE78F939338D}" presName="parTx" presStyleLbl="revTx" presStyleIdx="2" presStyleCnt="12">
        <dgm:presLayoutVars>
          <dgm:chMax val="0"/>
          <dgm:chPref val="0"/>
        </dgm:presLayoutVars>
      </dgm:prSet>
      <dgm:spPr/>
    </dgm:pt>
    <dgm:pt modelId="{152680F8-4E21-494D-8BF3-FF41FAFBC7DA}" type="pres">
      <dgm:prSet presAssocID="{E725A996-2950-4B6A-861F-FE78F939338D}" presName="desTx" presStyleLbl="revTx" presStyleIdx="3" presStyleCnt="12">
        <dgm:presLayoutVars/>
      </dgm:prSet>
      <dgm:spPr/>
    </dgm:pt>
    <dgm:pt modelId="{19BA104D-DE5A-4C87-AA3F-50DB93E97C8D}" type="pres">
      <dgm:prSet presAssocID="{0222A8B7-4987-4160-ACFD-B42D24D9FBED}" presName="sibTrans" presStyleCnt="0"/>
      <dgm:spPr/>
    </dgm:pt>
    <dgm:pt modelId="{D9A997DB-D171-4F30-B801-46BDD042C943}" type="pres">
      <dgm:prSet presAssocID="{D31EA22A-E2D3-4E7C-8EFA-CAC3DEA418D7}" presName="compNode" presStyleCnt="0"/>
      <dgm:spPr/>
    </dgm:pt>
    <dgm:pt modelId="{2684600B-C23A-4411-B1CC-37EEFD45F3B8}" type="pres">
      <dgm:prSet presAssocID="{D31EA22A-E2D3-4E7C-8EFA-CAC3DEA418D7}" presName="bgRect" presStyleLbl="bgShp" presStyleIdx="2" presStyleCnt="6"/>
      <dgm:spPr/>
    </dgm:pt>
    <dgm:pt modelId="{5AEA94ED-9750-4A31-BF20-4646EEF1AB4F}" type="pres">
      <dgm:prSet presAssocID="{D31EA22A-E2D3-4E7C-8EFA-CAC3DEA418D7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ause"/>
        </a:ext>
      </dgm:extLst>
    </dgm:pt>
    <dgm:pt modelId="{7A14AE5A-C582-48AB-B406-D98573E60675}" type="pres">
      <dgm:prSet presAssocID="{D31EA22A-E2D3-4E7C-8EFA-CAC3DEA418D7}" presName="spaceRect" presStyleCnt="0"/>
      <dgm:spPr/>
    </dgm:pt>
    <dgm:pt modelId="{EB4B9281-2DD0-45E5-91D9-CE5B12E0E42F}" type="pres">
      <dgm:prSet presAssocID="{D31EA22A-E2D3-4E7C-8EFA-CAC3DEA418D7}" presName="parTx" presStyleLbl="revTx" presStyleIdx="4" presStyleCnt="12">
        <dgm:presLayoutVars>
          <dgm:chMax val="0"/>
          <dgm:chPref val="0"/>
        </dgm:presLayoutVars>
      </dgm:prSet>
      <dgm:spPr/>
    </dgm:pt>
    <dgm:pt modelId="{3CC9A897-F1F8-472A-AE3D-CB6276DCDDD8}" type="pres">
      <dgm:prSet presAssocID="{D31EA22A-E2D3-4E7C-8EFA-CAC3DEA418D7}" presName="desTx" presStyleLbl="revTx" presStyleIdx="5" presStyleCnt="12">
        <dgm:presLayoutVars/>
      </dgm:prSet>
      <dgm:spPr/>
    </dgm:pt>
    <dgm:pt modelId="{888CB556-9A61-4E99-A0B1-607EB250AA9E}" type="pres">
      <dgm:prSet presAssocID="{65990F76-3BBF-4F86-88BC-89D98B352662}" presName="sibTrans" presStyleCnt="0"/>
      <dgm:spPr/>
    </dgm:pt>
    <dgm:pt modelId="{C541B2BB-2119-4624-929C-F548887C8296}" type="pres">
      <dgm:prSet presAssocID="{41AFB897-BA39-406C-B7DD-9BC4B7889461}" presName="compNode" presStyleCnt="0"/>
      <dgm:spPr/>
    </dgm:pt>
    <dgm:pt modelId="{5B82F49F-49B0-4098-ABB6-2A12466045B5}" type="pres">
      <dgm:prSet presAssocID="{41AFB897-BA39-406C-B7DD-9BC4B7889461}" presName="bgRect" presStyleLbl="bgShp" presStyleIdx="3" presStyleCnt="6"/>
      <dgm:spPr/>
    </dgm:pt>
    <dgm:pt modelId="{5559B682-3995-4521-9884-434ED053BB25}" type="pres">
      <dgm:prSet presAssocID="{41AFB897-BA39-406C-B7DD-9BC4B7889461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tom"/>
        </a:ext>
      </dgm:extLst>
    </dgm:pt>
    <dgm:pt modelId="{92038344-A2FC-43AF-ABA5-3291D3B28499}" type="pres">
      <dgm:prSet presAssocID="{41AFB897-BA39-406C-B7DD-9BC4B7889461}" presName="spaceRect" presStyleCnt="0"/>
      <dgm:spPr/>
    </dgm:pt>
    <dgm:pt modelId="{6C3B4D5B-4620-43EE-BF5A-7CB7C9E10811}" type="pres">
      <dgm:prSet presAssocID="{41AFB897-BA39-406C-B7DD-9BC4B7889461}" presName="parTx" presStyleLbl="revTx" presStyleIdx="6" presStyleCnt="12">
        <dgm:presLayoutVars>
          <dgm:chMax val="0"/>
          <dgm:chPref val="0"/>
        </dgm:presLayoutVars>
      </dgm:prSet>
      <dgm:spPr/>
    </dgm:pt>
    <dgm:pt modelId="{732635CF-14B7-4B7D-BF6D-C0028DE58F5A}" type="pres">
      <dgm:prSet presAssocID="{41AFB897-BA39-406C-B7DD-9BC4B7889461}" presName="desTx" presStyleLbl="revTx" presStyleIdx="7" presStyleCnt="12">
        <dgm:presLayoutVars/>
      </dgm:prSet>
      <dgm:spPr/>
    </dgm:pt>
    <dgm:pt modelId="{5D8E262F-0B99-49D0-86AF-369518B1E1C0}" type="pres">
      <dgm:prSet presAssocID="{87DE07F1-5E2A-41FE-82DC-EE9ECA3CA752}" presName="sibTrans" presStyleCnt="0"/>
      <dgm:spPr/>
    </dgm:pt>
    <dgm:pt modelId="{9F9BD57E-B99A-4E3D-854C-9845E6273FD2}" type="pres">
      <dgm:prSet presAssocID="{1786624B-921E-4730-9681-5B2ABB9F8DE9}" presName="compNode" presStyleCnt="0"/>
      <dgm:spPr/>
    </dgm:pt>
    <dgm:pt modelId="{40880A93-A618-495A-B7FF-55A3A42D6AE1}" type="pres">
      <dgm:prSet presAssocID="{1786624B-921E-4730-9681-5B2ABB9F8DE9}" presName="bgRect" presStyleLbl="bgShp" presStyleIdx="4" presStyleCnt="6"/>
      <dgm:spPr/>
    </dgm:pt>
    <dgm:pt modelId="{9F43BD68-E5BD-4DA0-B9DA-D1A0EBA84BB5}" type="pres">
      <dgm:prSet presAssocID="{1786624B-921E-4730-9681-5B2ABB9F8DE9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kull"/>
        </a:ext>
      </dgm:extLst>
    </dgm:pt>
    <dgm:pt modelId="{13C59409-A780-407D-B499-ECB430F9F2F5}" type="pres">
      <dgm:prSet presAssocID="{1786624B-921E-4730-9681-5B2ABB9F8DE9}" presName="spaceRect" presStyleCnt="0"/>
      <dgm:spPr/>
    </dgm:pt>
    <dgm:pt modelId="{7AFB04CE-DB20-41EB-9D97-2F7E3F9A6F16}" type="pres">
      <dgm:prSet presAssocID="{1786624B-921E-4730-9681-5B2ABB9F8DE9}" presName="parTx" presStyleLbl="revTx" presStyleIdx="8" presStyleCnt="12">
        <dgm:presLayoutVars>
          <dgm:chMax val="0"/>
          <dgm:chPref val="0"/>
        </dgm:presLayoutVars>
      </dgm:prSet>
      <dgm:spPr/>
    </dgm:pt>
    <dgm:pt modelId="{425AF138-0BCB-4184-A542-7D15686CA1E8}" type="pres">
      <dgm:prSet presAssocID="{1786624B-921E-4730-9681-5B2ABB9F8DE9}" presName="desTx" presStyleLbl="revTx" presStyleIdx="9" presStyleCnt="12">
        <dgm:presLayoutVars/>
      </dgm:prSet>
      <dgm:spPr/>
    </dgm:pt>
    <dgm:pt modelId="{B684C8D8-E0F4-46C3-BE5E-308779FB4AEE}" type="pres">
      <dgm:prSet presAssocID="{AB6E56F8-C6BE-4EC7-874B-FDAAF7B24544}" presName="sibTrans" presStyleCnt="0"/>
      <dgm:spPr/>
    </dgm:pt>
    <dgm:pt modelId="{BD10B19B-3DC8-4A07-9043-981CDA1EB316}" type="pres">
      <dgm:prSet presAssocID="{7C85C2FB-75E9-4808-A098-D2AB3D34EBE3}" presName="compNode" presStyleCnt="0"/>
      <dgm:spPr/>
    </dgm:pt>
    <dgm:pt modelId="{AE1DD261-9A36-4EBC-9588-CE404684F13D}" type="pres">
      <dgm:prSet presAssocID="{7C85C2FB-75E9-4808-A098-D2AB3D34EBE3}" presName="bgRect" presStyleLbl="bgShp" presStyleIdx="5" presStyleCnt="6"/>
      <dgm:spPr/>
    </dgm:pt>
    <dgm:pt modelId="{B18CCB07-4E2F-4B4C-9BFA-CFC1368FD41F}" type="pres">
      <dgm:prSet presAssocID="{7C85C2FB-75E9-4808-A098-D2AB3D34EBE3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peaker Phone"/>
        </a:ext>
      </dgm:extLst>
    </dgm:pt>
    <dgm:pt modelId="{C8F76BD3-E567-4C29-A7DE-987F2BD735D4}" type="pres">
      <dgm:prSet presAssocID="{7C85C2FB-75E9-4808-A098-D2AB3D34EBE3}" presName="spaceRect" presStyleCnt="0"/>
      <dgm:spPr/>
    </dgm:pt>
    <dgm:pt modelId="{CD423BF5-554C-4965-A86E-FF65B56C3F19}" type="pres">
      <dgm:prSet presAssocID="{7C85C2FB-75E9-4808-A098-D2AB3D34EBE3}" presName="parTx" presStyleLbl="revTx" presStyleIdx="10" presStyleCnt="12">
        <dgm:presLayoutVars>
          <dgm:chMax val="0"/>
          <dgm:chPref val="0"/>
        </dgm:presLayoutVars>
      </dgm:prSet>
      <dgm:spPr/>
    </dgm:pt>
    <dgm:pt modelId="{68325AD5-028A-48DA-A90C-0DEE58EE0FA6}" type="pres">
      <dgm:prSet presAssocID="{7C85C2FB-75E9-4808-A098-D2AB3D34EBE3}" presName="desTx" presStyleLbl="revTx" presStyleIdx="11" presStyleCnt="12">
        <dgm:presLayoutVars/>
      </dgm:prSet>
      <dgm:spPr/>
    </dgm:pt>
  </dgm:ptLst>
  <dgm:cxnLst>
    <dgm:cxn modelId="{501B7600-6EAD-417A-9285-0627963FDED8}" srcId="{7C85C2FB-75E9-4808-A098-D2AB3D34EBE3}" destId="{547D0CE2-BAFA-4B30-ACC7-A8C7F9DEEFCF}" srcOrd="0" destOrd="0" parTransId="{E3C7BC11-F00B-48E4-A970-610BFF8E782E}" sibTransId="{4367433C-60FB-437C-96E7-798E82C0C07B}"/>
    <dgm:cxn modelId="{42D1CD09-912A-4CE0-999F-E2DC1996572D}" srcId="{6D394A1B-FC7C-428F-8487-AC1BABCFDCCD}" destId="{1786624B-921E-4730-9681-5B2ABB9F8DE9}" srcOrd="4" destOrd="0" parTransId="{988AB3ED-5898-45AA-9DF8-84D47B9476B7}" sibTransId="{AB6E56F8-C6BE-4EC7-874B-FDAAF7B24544}"/>
    <dgm:cxn modelId="{9297710A-3E1F-431A-A586-7F8465040E68}" type="presOf" srcId="{1786624B-921E-4730-9681-5B2ABB9F8DE9}" destId="{7AFB04CE-DB20-41EB-9D97-2F7E3F9A6F16}" srcOrd="0" destOrd="0" presId="urn:microsoft.com/office/officeart/2018/2/layout/IconVerticalSolidList"/>
    <dgm:cxn modelId="{29D5A20E-8A84-4D18-84E6-7C3BE2EA5706}" srcId="{D31EA22A-E2D3-4E7C-8EFA-CAC3DEA418D7}" destId="{B355C4B3-29F5-4F55-A69C-07D02E667CD6}" srcOrd="0" destOrd="0" parTransId="{9C890449-2FD2-4664-A7F8-C9C9748F74C0}" sibTransId="{53F50B9D-698B-4EDB-A8D3-7C6DA64C9A16}"/>
    <dgm:cxn modelId="{6F25102B-0966-42C4-89B9-1302F922735D}" type="presOf" srcId="{7C85C2FB-75E9-4808-A098-D2AB3D34EBE3}" destId="{CD423BF5-554C-4965-A86E-FF65B56C3F19}" srcOrd="0" destOrd="0" presId="urn:microsoft.com/office/officeart/2018/2/layout/IconVerticalSolidList"/>
    <dgm:cxn modelId="{C219AE37-4E20-4AD8-B08D-6BEAC5E12302}" srcId="{1786624B-921E-4730-9681-5B2ABB9F8DE9}" destId="{83833245-91FD-4016-ACFA-1AC1F1CBFABB}" srcOrd="0" destOrd="0" parTransId="{AEAD4573-11D8-46BD-8378-626EE88457A3}" sibTransId="{71C78677-04BF-4072-A058-C34D4EAD3135}"/>
    <dgm:cxn modelId="{350BC438-3DD6-44E6-9B48-84A16D90014F}" srcId="{E725A996-2950-4B6A-861F-FE78F939338D}" destId="{68C40624-40AB-4CFA-9BC3-667D39190F95}" srcOrd="0" destOrd="0" parTransId="{EE15232F-2E62-452C-AC3E-173455591510}" sibTransId="{6A9598F4-7A75-470A-83E1-E1B567DD1CF4}"/>
    <dgm:cxn modelId="{79DA5A5E-94C4-4B6F-A5EA-99815394DEEB}" srcId="{6D394A1B-FC7C-428F-8487-AC1BABCFDCCD}" destId="{7C85C2FB-75E9-4808-A098-D2AB3D34EBE3}" srcOrd="5" destOrd="0" parTransId="{B7061E22-BD67-4B9B-A206-E78DBB2EE860}" sibTransId="{A3A52C90-4C56-43B4-A34E-68CE7DF1BCCF}"/>
    <dgm:cxn modelId="{CF371761-E3D8-4214-BD12-34DB76032AFE}" type="presOf" srcId="{E725A996-2950-4B6A-861F-FE78F939338D}" destId="{B245324D-A6A2-408F-A87D-D2089E28DEBE}" srcOrd="0" destOrd="0" presId="urn:microsoft.com/office/officeart/2018/2/layout/IconVerticalSolidList"/>
    <dgm:cxn modelId="{B2D2B26F-FC2B-4A7A-A5BE-6B4D3011FF21}" type="presOf" srcId="{C3A08CD4-863A-4A71-A4DA-04C2FE5C3F1B}" destId="{46FCF62C-734C-4C88-8E8B-13266E5EF289}" srcOrd="0" destOrd="0" presId="urn:microsoft.com/office/officeart/2018/2/layout/IconVerticalSolidList"/>
    <dgm:cxn modelId="{E8584852-D9AD-4B68-8CB5-92E6CF65F6BF}" type="presOf" srcId="{1ADD3BB6-8327-40F8-9E2E-E7730AD10DA9}" destId="{732635CF-14B7-4B7D-BF6D-C0028DE58F5A}" srcOrd="0" destOrd="0" presId="urn:microsoft.com/office/officeart/2018/2/layout/IconVerticalSolidList"/>
    <dgm:cxn modelId="{464E757D-BF13-43B0-8804-D6E2A15F0693}" type="presOf" srcId="{6D394A1B-FC7C-428F-8487-AC1BABCFDCCD}" destId="{D234861C-245F-464A-BE40-921035340F2D}" srcOrd="0" destOrd="0" presId="urn:microsoft.com/office/officeart/2018/2/layout/IconVerticalSolidList"/>
    <dgm:cxn modelId="{2CEBAA8D-E9B6-414C-8976-20AD4021B1A3}" type="presOf" srcId="{B355C4B3-29F5-4F55-A69C-07D02E667CD6}" destId="{3CC9A897-F1F8-472A-AE3D-CB6276DCDDD8}" srcOrd="0" destOrd="0" presId="urn:microsoft.com/office/officeart/2018/2/layout/IconVerticalSolidList"/>
    <dgm:cxn modelId="{DE77F390-7B93-49B6-BB7B-A42EE88C1CE4}" type="presOf" srcId="{547D0CE2-BAFA-4B30-ACC7-A8C7F9DEEFCF}" destId="{68325AD5-028A-48DA-A90C-0DEE58EE0FA6}" srcOrd="0" destOrd="0" presId="urn:microsoft.com/office/officeart/2018/2/layout/IconVerticalSolidList"/>
    <dgm:cxn modelId="{FB920791-F0F7-4E93-B026-8D1FE4650305}" srcId="{C3A08CD4-863A-4A71-A4DA-04C2FE5C3F1B}" destId="{87EDE27D-2365-493E-A241-2E6B58946280}" srcOrd="0" destOrd="0" parTransId="{AC4F7D11-8AB2-4A2F-B190-DAA8F5FD82A9}" sibTransId="{C1DC9249-68C4-4FC9-BD19-446B2F36AE57}"/>
    <dgm:cxn modelId="{9952D992-EA78-4928-BDD9-C262F503FC47}" srcId="{6D394A1B-FC7C-428F-8487-AC1BABCFDCCD}" destId="{E725A996-2950-4B6A-861F-FE78F939338D}" srcOrd="1" destOrd="0" parTransId="{4F6AE748-3B04-4881-96F3-C89FFC53EEF7}" sibTransId="{0222A8B7-4987-4160-ACFD-B42D24D9FBED}"/>
    <dgm:cxn modelId="{C926A898-0719-4C6E-82D2-298A6A86675F}" type="presOf" srcId="{D31EA22A-E2D3-4E7C-8EFA-CAC3DEA418D7}" destId="{EB4B9281-2DD0-45E5-91D9-CE5B12E0E42F}" srcOrd="0" destOrd="0" presId="urn:microsoft.com/office/officeart/2018/2/layout/IconVerticalSolidList"/>
    <dgm:cxn modelId="{5A9C1F9F-E227-4E58-8759-A1868AC481ED}" srcId="{6D394A1B-FC7C-428F-8487-AC1BABCFDCCD}" destId="{C3A08CD4-863A-4A71-A4DA-04C2FE5C3F1B}" srcOrd="0" destOrd="0" parTransId="{F382593B-FFFB-436F-A6E4-8334365E34A2}" sibTransId="{C8176ADA-BB64-42F4-8D44-F244653A5099}"/>
    <dgm:cxn modelId="{60A06EA0-0FE0-4D31-BB7E-A04DBD0AD177}" type="presOf" srcId="{83833245-91FD-4016-ACFA-1AC1F1CBFABB}" destId="{425AF138-0BCB-4184-A542-7D15686CA1E8}" srcOrd="0" destOrd="0" presId="urn:microsoft.com/office/officeart/2018/2/layout/IconVerticalSolidList"/>
    <dgm:cxn modelId="{212BD6A4-F951-47C2-8998-1BE283A40279}" srcId="{6D394A1B-FC7C-428F-8487-AC1BABCFDCCD}" destId="{D31EA22A-E2D3-4E7C-8EFA-CAC3DEA418D7}" srcOrd="2" destOrd="0" parTransId="{96917C56-E18B-4938-8EFB-2BC78FC7693E}" sibTransId="{65990F76-3BBF-4F86-88BC-89D98B352662}"/>
    <dgm:cxn modelId="{4060C8B2-8EE1-4321-8FE6-2E1FB012D6E7}" srcId="{41AFB897-BA39-406C-B7DD-9BC4B7889461}" destId="{1ADD3BB6-8327-40F8-9E2E-E7730AD10DA9}" srcOrd="0" destOrd="0" parTransId="{5AB303CA-8A5A-478B-AE15-2BBF0731E401}" sibTransId="{B2ADC2E9-6BE7-4C34-B778-ADFC1780B4D8}"/>
    <dgm:cxn modelId="{B0D63BC8-41E7-45F7-BB8B-97B2C2CF807F}" type="presOf" srcId="{41AFB897-BA39-406C-B7DD-9BC4B7889461}" destId="{6C3B4D5B-4620-43EE-BF5A-7CB7C9E10811}" srcOrd="0" destOrd="0" presId="urn:microsoft.com/office/officeart/2018/2/layout/IconVerticalSolidList"/>
    <dgm:cxn modelId="{B23EFBE2-A7CE-4051-9135-5A4E013E7728}" type="presOf" srcId="{68C40624-40AB-4CFA-9BC3-667D39190F95}" destId="{152680F8-4E21-494D-8BF3-FF41FAFBC7DA}" srcOrd="0" destOrd="0" presId="urn:microsoft.com/office/officeart/2018/2/layout/IconVerticalSolidList"/>
    <dgm:cxn modelId="{6815CAFA-4D93-4D9D-8567-A2B12A72C153}" type="presOf" srcId="{87EDE27D-2365-493E-A241-2E6B58946280}" destId="{13F17437-DDFE-48A9-8DFA-F9149D8817FF}" srcOrd="0" destOrd="0" presId="urn:microsoft.com/office/officeart/2018/2/layout/IconVerticalSolidList"/>
    <dgm:cxn modelId="{A25A02FB-9594-4917-87F0-691D74220D4D}" srcId="{6D394A1B-FC7C-428F-8487-AC1BABCFDCCD}" destId="{41AFB897-BA39-406C-B7DD-9BC4B7889461}" srcOrd="3" destOrd="0" parTransId="{01918F88-1E8A-4D4E-9BA0-0C9DE654068D}" sibTransId="{87DE07F1-5E2A-41FE-82DC-EE9ECA3CA752}"/>
    <dgm:cxn modelId="{3AE0C986-6A2B-4B8A-A6FB-EE985C2E42CE}" type="presParOf" srcId="{D234861C-245F-464A-BE40-921035340F2D}" destId="{0EA2D278-9662-4C2B-B364-542DDD08BCC0}" srcOrd="0" destOrd="0" presId="urn:microsoft.com/office/officeart/2018/2/layout/IconVerticalSolidList"/>
    <dgm:cxn modelId="{042DD31D-61A8-4234-91F5-623D538284DC}" type="presParOf" srcId="{0EA2D278-9662-4C2B-B364-542DDD08BCC0}" destId="{EEB368CC-8BF0-4322-908A-00665B7DF86A}" srcOrd="0" destOrd="0" presId="urn:microsoft.com/office/officeart/2018/2/layout/IconVerticalSolidList"/>
    <dgm:cxn modelId="{46A14436-2DBB-43B8-843E-7B8564A475CE}" type="presParOf" srcId="{0EA2D278-9662-4C2B-B364-542DDD08BCC0}" destId="{AC78952D-6189-40D2-B669-BFC17BD3B210}" srcOrd="1" destOrd="0" presId="urn:microsoft.com/office/officeart/2018/2/layout/IconVerticalSolidList"/>
    <dgm:cxn modelId="{9F685AEB-2156-4AE0-A005-8F9936F4D637}" type="presParOf" srcId="{0EA2D278-9662-4C2B-B364-542DDD08BCC0}" destId="{1AFCC9AA-1096-478E-8E8B-6423DF2F36D4}" srcOrd="2" destOrd="0" presId="urn:microsoft.com/office/officeart/2018/2/layout/IconVerticalSolidList"/>
    <dgm:cxn modelId="{4B473B7F-6C06-4526-920E-986966E9BC08}" type="presParOf" srcId="{0EA2D278-9662-4C2B-B364-542DDD08BCC0}" destId="{46FCF62C-734C-4C88-8E8B-13266E5EF289}" srcOrd="3" destOrd="0" presId="urn:microsoft.com/office/officeart/2018/2/layout/IconVerticalSolidList"/>
    <dgm:cxn modelId="{7BED9108-9B2D-42FD-8623-8A3C4405818A}" type="presParOf" srcId="{0EA2D278-9662-4C2B-B364-542DDD08BCC0}" destId="{13F17437-DDFE-48A9-8DFA-F9149D8817FF}" srcOrd="4" destOrd="0" presId="urn:microsoft.com/office/officeart/2018/2/layout/IconVerticalSolidList"/>
    <dgm:cxn modelId="{4CDAA674-9A2F-44EF-A45B-416018D3CC1D}" type="presParOf" srcId="{D234861C-245F-464A-BE40-921035340F2D}" destId="{9991394E-02D4-4AEC-99B0-92C2126BA06F}" srcOrd="1" destOrd="0" presId="urn:microsoft.com/office/officeart/2018/2/layout/IconVerticalSolidList"/>
    <dgm:cxn modelId="{55174B78-DA82-4AC4-B237-58572FC48023}" type="presParOf" srcId="{D234861C-245F-464A-BE40-921035340F2D}" destId="{3C3B3D85-964D-49C9-A1A9-B254D31A483D}" srcOrd="2" destOrd="0" presId="urn:microsoft.com/office/officeart/2018/2/layout/IconVerticalSolidList"/>
    <dgm:cxn modelId="{9AFFABAA-5369-41DE-8BD6-1C1E95983B87}" type="presParOf" srcId="{3C3B3D85-964D-49C9-A1A9-B254D31A483D}" destId="{516D4AAE-70C8-4AD2-8394-39CCAF237634}" srcOrd="0" destOrd="0" presId="urn:microsoft.com/office/officeart/2018/2/layout/IconVerticalSolidList"/>
    <dgm:cxn modelId="{F1EA0936-8210-494D-90AD-5E2B951F9A3D}" type="presParOf" srcId="{3C3B3D85-964D-49C9-A1A9-B254D31A483D}" destId="{372DF7C1-7761-4F2F-A713-38F60A181E83}" srcOrd="1" destOrd="0" presId="urn:microsoft.com/office/officeart/2018/2/layout/IconVerticalSolidList"/>
    <dgm:cxn modelId="{59F6D11A-94D9-43E2-8514-C7C4158933D2}" type="presParOf" srcId="{3C3B3D85-964D-49C9-A1A9-B254D31A483D}" destId="{F25564CA-1933-48CF-8060-25B1A15AC7D5}" srcOrd="2" destOrd="0" presId="urn:microsoft.com/office/officeart/2018/2/layout/IconVerticalSolidList"/>
    <dgm:cxn modelId="{936A7F55-B18B-460C-B3C0-16A7F32316F2}" type="presParOf" srcId="{3C3B3D85-964D-49C9-A1A9-B254D31A483D}" destId="{B245324D-A6A2-408F-A87D-D2089E28DEBE}" srcOrd="3" destOrd="0" presId="urn:microsoft.com/office/officeart/2018/2/layout/IconVerticalSolidList"/>
    <dgm:cxn modelId="{18056310-F183-4DDE-BB26-5BE4CFC4C6FD}" type="presParOf" srcId="{3C3B3D85-964D-49C9-A1A9-B254D31A483D}" destId="{152680F8-4E21-494D-8BF3-FF41FAFBC7DA}" srcOrd="4" destOrd="0" presId="urn:microsoft.com/office/officeart/2018/2/layout/IconVerticalSolidList"/>
    <dgm:cxn modelId="{1EE5A54F-1BF9-4CD4-825C-3F921BA5B2FF}" type="presParOf" srcId="{D234861C-245F-464A-BE40-921035340F2D}" destId="{19BA104D-DE5A-4C87-AA3F-50DB93E97C8D}" srcOrd="3" destOrd="0" presId="urn:microsoft.com/office/officeart/2018/2/layout/IconVerticalSolidList"/>
    <dgm:cxn modelId="{545ED77D-61DB-4446-9071-EEE66A711BBC}" type="presParOf" srcId="{D234861C-245F-464A-BE40-921035340F2D}" destId="{D9A997DB-D171-4F30-B801-46BDD042C943}" srcOrd="4" destOrd="0" presId="urn:microsoft.com/office/officeart/2018/2/layout/IconVerticalSolidList"/>
    <dgm:cxn modelId="{501E86FF-B9FD-42E2-B1B9-66F3473395BD}" type="presParOf" srcId="{D9A997DB-D171-4F30-B801-46BDD042C943}" destId="{2684600B-C23A-4411-B1CC-37EEFD45F3B8}" srcOrd="0" destOrd="0" presId="urn:microsoft.com/office/officeart/2018/2/layout/IconVerticalSolidList"/>
    <dgm:cxn modelId="{6380B961-899F-4E16-9566-598DADCC0581}" type="presParOf" srcId="{D9A997DB-D171-4F30-B801-46BDD042C943}" destId="{5AEA94ED-9750-4A31-BF20-4646EEF1AB4F}" srcOrd="1" destOrd="0" presId="urn:microsoft.com/office/officeart/2018/2/layout/IconVerticalSolidList"/>
    <dgm:cxn modelId="{9714D0DC-0A96-4A8C-BBF2-6EF99B3EFF81}" type="presParOf" srcId="{D9A997DB-D171-4F30-B801-46BDD042C943}" destId="{7A14AE5A-C582-48AB-B406-D98573E60675}" srcOrd="2" destOrd="0" presId="urn:microsoft.com/office/officeart/2018/2/layout/IconVerticalSolidList"/>
    <dgm:cxn modelId="{2563F3D4-01AD-4C17-ABA9-33A2C1DAB9F1}" type="presParOf" srcId="{D9A997DB-D171-4F30-B801-46BDD042C943}" destId="{EB4B9281-2DD0-45E5-91D9-CE5B12E0E42F}" srcOrd="3" destOrd="0" presId="urn:microsoft.com/office/officeart/2018/2/layout/IconVerticalSolidList"/>
    <dgm:cxn modelId="{363A58E6-B034-462E-976E-FC0036246EC1}" type="presParOf" srcId="{D9A997DB-D171-4F30-B801-46BDD042C943}" destId="{3CC9A897-F1F8-472A-AE3D-CB6276DCDDD8}" srcOrd="4" destOrd="0" presId="urn:microsoft.com/office/officeart/2018/2/layout/IconVerticalSolidList"/>
    <dgm:cxn modelId="{119288F1-F46B-4C9F-A18F-3DD484FC430F}" type="presParOf" srcId="{D234861C-245F-464A-BE40-921035340F2D}" destId="{888CB556-9A61-4E99-A0B1-607EB250AA9E}" srcOrd="5" destOrd="0" presId="urn:microsoft.com/office/officeart/2018/2/layout/IconVerticalSolidList"/>
    <dgm:cxn modelId="{610E1353-ABCF-46C8-A05A-59A469A8FCAA}" type="presParOf" srcId="{D234861C-245F-464A-BE40-921035340F2D}" destId="{C541B2BB-2119-4624-929C-F548887C8296}" srcOrd="6" destOrd="0" presId="urn:microsoft.com/office/officeart/2018/2/layout/IconVerticalSolidList"/>
    <dgm:cxn modelId="{3EFB5B84-D79C-4752-AD73-4F7024B291F3}" type="presParOf" srcId="{C541B2BB-2119-4624-929C-F548887C8296}" destId="{5B82F49F-49B0-4098-ABB6-2A12466045B5}" srcOrd="0" destOrd="0" presId="urn:microsoft.com/office/officeart/2018/2/layout/IconVerticalSolidList"/>
    <dgm:cxn modelId="{376AF8B0-B8D4-430B-A310-2CFCC177B6A2}" type="presParOf" srcId="{C541B2BB-2119-4624-929C-F548887C8296}" destId="{5559B682-3995-4521-9884-434ED053BB25}" srcOrd="1" destOrd="0" presId="urn:microsoft.com/office/officeart/2018/2/layout/IconVerticalSolidList"/>
    <dgm:cxn modelId="{28F86200-3451-4D72-B6FA-1E773EB91BD8}" type="presParOf" srcId="{C541B2BB-2119-4624-929C-F548887C8296}" destId="{92038344-A2FC-43AF-ABA5-3291D3B28499}" srcOrd="2" destOrd="0" presId="urn:microsoft.com/office/officeart/2018/2/layout/IconVerticalSolidList"/>
    <dgm:cxn modelId="{7DAC7A01-4831-4615-82C6-8A30A4C36FC5}" type="presParOf" srcId="{C541B2BB-2119-4624-929C-F548887C8296}" destId="{6C3B4D5B-4620-43EE-BF5A-7CB7C9E10811}" srcOrd="3" destOrd="0" presId="urn:microsoft.com/office/officeart/2018/2/layout/IconVerticalSolidList"/>
    <dgm:cxn modelId="{ADEB09C8-E895-4198-A10F-28C21FCFDEAE}" type="presParOf" srcId="{C541B2BB-2119-4624-929C-F548887C8296}" destId="{732635CF-14B7-4B7D-BF6D-C0028DE58F5A}" srcOrd="4" destOrd="0" presId="urn:microsoft.com/office/officeart/2018/2/layout/IconVerticalSolidList"/>
    <dgm:cxn modelId="{98DA2E34-CA03-467D-965B-FCB5011343A9}" type="presParOf" srcId="{D234861C-245F-464A-BE40-921035340F2D}" destId="{5D8E262F-0B99-49D0-86AF-369518B1E1C0}" srcOrd="7" destOrd="0" presId="urn:microsoft.com/office/officeart/2018/2/layout/IconVerticalSolidList"/>
    <dgm:cxn modelId="{CEDB3AA5-267B-41ED-AFCE-71877CA3BA97}" type="presParOf" srcId="{D234861C-245F-464A-BE40-921035340F2D}" destId="{9F9BD57E-B99A-4E3D-854C-9845E6273FD2}" srcOrd="8" destOrd="0" presId="urn:microsoft.com/office/officeart/2018/2/layout/IconVerticalSolidList"/>
    <dgm:cxn modelId="{4DCF491E-1D42-49B3-9703-7B60E6D4C718}" type="presParOf" srcId="{9F9BD57E-B99A-4E3D-854C-9845E6273FD2}" destId="{40880A93-A618-495A-B7FF-55A3A42D6AE1}" srcOrd="0" destOrd="0" presId="urn:microsoft.com/office/officeart/2018/2/layout/IconVerticalSolidList"/>
    <dgm:cxn modelId="{7FBAEA3C-E268-42B8-B68B-410D5EC51357}" type="presParOf" srcId="{9F9BD57E-B99A-4E3D-854C-9845E6273FD2}" destId="{9F43BD68-E5BD-4DA0-B9DA-D1A0EBA84BB5}" srcOrd="1" destOrd="0" presId="urn:microsoft.com/office/officeart/2018/2/layout/IconVerticalSolidList"/>
    <dgm:cxn modelId="{CD05D818-672B-4761-8844-A51134E17C5E}" type="presParOf" srcId="{9F9BD57E-B99A-4E3D-854C-9845E6273FD2}" destId="{13C59409-A780-407D-B499-ECB430F9F2F5}" srcOrd="2" destOrd="0" presId="urn:microsoft.com/office/officeart/2018/2/layout/IconVerticalSolidList"/>
    <dgm:cxn modelId="{4202E7BF-E1BB-47E3-8667-EF2870F9CAE6}" type="presParOf" srcId="{9F9BD57E-B99A-4E3D-854C-9845E6273FD2}" destId="{7AFB04CE-DB20-41EB-9D97-2F7E3F9A6F16}" srcOrd="3" destOrd="0" presId="urn:microsoft.com/office/officeart/2018/2/layout/IconVerticalSolidList"/>
    <dgm:cxn modelId="{ABCBCBA5-71D9-4ACC-9BBD-500F32AACD1D}" type="presParOf" srcId="{9F9BD57E-B99A-4E3D-854C-9845E6273FD2}" destId="{425AF138-0BCB-4184-A542-7D15686CA1E8}" srcOrd="4" destOrd="0" presId="urn:microsoft.com/office/officeart/2018/2/layout/IconVerticalSolidList"/>
    <dgm:cxn modelId="{5BC88980-37B2-4921-9E62-6BB0BEA2D887}" type="presParOf" srcId="{D234861C-245F-464A-BE40-921035340F2D}" destId="{B684C8D8-E0F4-46C3-BE5E-308779FB4AEE}" srcOrd="9" destOrd="0" presId="urn:microsoft.com/office/officeart/2018/2/layout/IconVerticalSolidList"/>
    <dgm:cxn modelId="{28A07CF8-2598-41A9-A8F5-5C442FE9E3CD}" type="presParOf" srcId="{D234861C-245F-464A-BE40-921035340F2D}" destId="{BD10B19B-3DC8-4A07-9043-981CDA1EB316}" srcOrd="10" destOrd="0" presId="urn:microsoft.com/office/officeart/2018/2/layout/IconVerticalSolidList"/>
    <dgm:cxn modelId="{22FCAF07-A922-45DB-A345-40BAECE76EF2}" type="presParOf" srcId="{BD10B19B-3DC8-4A07-9043-981CDA1EB316}" destId="{AE1DD261-9A36-4EBC-9588-CE404684F13D}" srcOrd="0" destOrd="0" presId="urn:microsoft.com/office/officeart/2018/2/layout/IconVerticalSolidList"/>
    <dgm:cxn modelId="{42A21797-523F-486A-A29C-27ED4E86206A}" type="presParOf" srcId="{BD10B19B-3DC8-4A07-9043-981CDA1EB316}" destId="{B18CCB07-4E2F-4B4C-9BFA-CFC1368FD41F}" srcOrd="1" destOrd="0" presId="urn:microsoft.com/office/officeart/2018/2/layout/IconVerticalSolidList"/>
    <dgm:cxn modelId="{B7951B27-683C-4F11-BE5D-0B659BE8447F}" type="presParOf" srcId="{BD10B19B-3DC8-4A07-9043-981CDA1EB316}" destId="{C8F76BD3-E567-4C29-A7DE-987F2BD735D4}" srcOrd="2" destOrd="0" presId="urn:microsoft.com/office/officeart/2018/2/layout/IconVerticalSolidList"/>
    <dgm:cxn modelId="{8DA1B783-AD72-4774-9B6F-2B08DFE3ADE5}" type="presParOf" srcId="{BD10B19B-3DC8-4A07-9043-981CDA1EB316}" destId="{CD423BF5-554C-4965-A86E-FF65B56C3F19}" srcOrd="3" destOrd="0" presId="urn:microsoft.com/office/officeart/2018/2/layout/IconVerticalSolidList"/>
    <dgm:cxn modelId="{F4ADD711-51DD-4E40-967E-864118EDD677}" type="presParOf" srcId="{BD10B19B-3DC8-4A07-9043-981CDA1EB316}" destId="{68325AD5-028A-48DA-A90C-0DEE58EE0FA6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321D81AC-B617-4502-BB32-1E7EB8A12C88}" type="doc">
      <dgm:prSet loTypeId="urn:microsoft.com/office/officeart/2005/8/layout/chevron2" loCatId="process" qsTypeId="urn:microsoft.com/office/officeart/2005/8/quickstyle/simple2" qsCatId="simple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052643FD-4427-4249-8602-9DF985B70547}">
      <dgm:prSet/>
      <dgm:spPr/>
      <dgm:t>
        <a:bodyPr/>
        <a:lstStyle/>
        <a:p>
          <a:r>
            <a:rPr lang="en-US"/>
            <a:t>Avoid</a:t>
          </a:r>
        </a:p>
      </dgm:t>
    </dgm:pt>
    <dgm:pt modelId="{BBB0893B-6F79-4D31-96B5-AC84EADBB435}" type="parTrans" cxnId="{DD635A00-5EAF-4C96-BA00-B5D3CC023F61}">
      <dgm:prSet/>
      <dgm:spPr/>
      <dgm:t>
        <a:bodyPr/>
        <a:lstStyle/>
        <a:p>
          <a:endParaRPr lang="en-US"/>
        </a:p>
      </dgm:t>
    </dgm:pt>
    <dgm:pt modelId="{61C0E2AB-DCA7-4A37-941C-22E9FF106F29}" type="sibTrans" cxnId="{DD635A00-5EAF-4C96-BA00-B5D3CC023F61}">
      <dgm:prSet/>
      <dgm:spPr/>
      <dgm:t>
        <a:bodyPr/>
        <a:lstStyle/>
        <a:p>
          <a:endParaRPr lang="en-US"/>
        </a:p>
      </dgm:t>
    </dgm:pt>
    <dgm:pt modelId="{249E4842-98A7-412A-BFCB-9380D1346578}">
      <dgm:prSet/>
      <dgm:spPr/>
      <dgm:t>
        <a:bodyPr/>
        <a:lstStyle/>
        <a:p>
          <a:r>
            <a:rPr lang="en-US"/>
            <a:t>Avoid long-lived unused tables – can delay GC.</a:t>
          </a:r>
        </a:p>
      </dgm:t>
    </dgm:pt>
    <dgm:pt modelId="{ECA0D40F-803A-4DFD-ABBB-33A1FC8DEEAB}" type="parTrans" cxnId="{CF9D8107-152E-477A-82C4-165DEA86CB72}">
      <dgm:prSet/>
      <dgm:spPr/>
      <dgm:t>
        <a:bodyPr/>
        <a:lstStyle/>
        <a:p>
          <a:endParaRPr lang="en-US"/>
        </a:p>
      </dgm:t>
    </dgm:pt>
    <dgm:pt modelId="{0965AD5D-C007-487F-A126-93FA00BD6082}" type="sibTrans" cxnId="{CF9D8107-152E-477A-82C4-165DEA86CB72}">
      <dgm:prSet/>
      <dgm:spPr/>
      <dgm:t>
        <a:bodyPr/>
        <a:lstStyle/>
        <a:p>
          <a:endParaRPr lang="en-US"/>
        </a:p>
      </dgm:t>
    </dgm:pt>
    <dgm:pt modelId="{5F3325C5-D38B-49BA-BDB4-45EEA1625D09}">
      <dgm:prSet/>
      <dgm:spPr/>
      <dgm:t>
        <a:bodyPr/>
        <a:lstStyle/>
        <a:p>
          <a:r>
            <a:rPr lang="en-US"/>
            <a:t>Use</a:t>
          </a:r>
        </a:p>
      </dgm:t>
    </dgm:pt>
    <dgm:pt modelId="{F147C32F-C241-4BB0-BE9C-A1CBB968AA12}" type="parTrans" cxnId="{B2E3BFE8-99FC-4985-8091-5433585625B0}">
      <dgm:prSet/>
      <dgm:spPr/>
      <dgm:t>
        <a:bodyPr/>
        <a:lstStyle/>
        <a:p>
          <a:endParaRPr lang="en-US"/>
        </a:p>
      </dgm:t>
    </dgm:pt>
    <dgm:pt modelId="{C16E8D2E-AC1C-4ED9-BC6E-6B253963B0DB}" type="sibTrans" cxnId="{B2E3BFE8-99FC-4985-8091-5433585625B0}">
      <dgm:prSet/>
      <dgm:spPr/>
      <dgm:t>
        <a:bodyPr/>
        <a:lstStyle/>
        <a:p>
          <a:endParaRPr lang="en-US"/>
        </a:p>
      </dgm:t>
    </dgm:pt>
    <dgm:pt modelId="{B609ED0C-8B65-4618-89C2-A9965F491A3F}">
      <dgm:prSet/>
      <dgm:spPr/>
      <dgm:t>
        <a:bodyPr/>
        <a:lstStyle/>
        <a:p>
          <a:r>
            <a:rPr lang="en-US"/>
            <a:t>Use nil to clear references (e.g., t[i] = nil).</a:t>
          </a:r>
        </a:p>
      </dgm:t>
    </dgm:pt>
    <dgm:pt modelId="{47CAACEE-EFCD-4C04-BA85-9068AC7FE027}" type="parTrans" cxnId="{F7FE45C5-D660-41EA-AE68-BA446F18A576}">
      <dgm:prSet/>
      <dgm:spPr/>
      <dgm:t>
        <a:bodyPr/>
        <a:lstStyle/>
        <a:p>
          <a:endParaRPr lang="en-US"/>
        </a:p>
      </dgm:t>
    </dgm:pt>
    <dgm:pt modelId="{B4C295F3-B3C9-4C07-BF39-AE256C07513C}" type="sibTrans" cxnId="{F7FE45C5-D660-41EA-AE68-BA446F18A576}">
      <dgm:prSet/>
      <dgm:spPr/>
      <dgm:t>
        <a:bodyPr/>
        <a:lstStyle/>
        <a:p>
          <a:endParaRPr lang="en-US"/>
        </a:p>
      </dgm:t>
    </dgm:pt>
    <dgm:pt modelId="{5876AEE2-68BA-468B-876E-E7A57CDE4962}">
      <dgm:prSet/>
      <dgm:spPr/>
      <dgm:t>
        <a:bodyPr/>
        <a:lstStyle/>
        <a:p>
          <a:r>
            <a:rPr lang="en-US"/>
            <a:t>Minimize</a:t>
          </a:r>
        </a:p>
      </dgm:t>
    </dgm:pt>
    <dgm:pt modelId="{5EBF9516-510B-4E1B-BA2A-512049F0F2B9}" type="parTrans" cxnId="{9B49878A-FE67-4E1A-B1DD-377FE536DC9E}">
      <dgm:prSet/>
      <dgm:spPr/>
      <dgm:t>
        <a:bodyPr/>
        <a:lstStyle/>
        <a:p>
          <a:endParaRPr lang="en-US"/>
        </a:p>
      </dgm:t>
    </dgm:pt>
    <dgm:pt modelId="{ED84DE93-98F3-4DD5-AABF-4A39B54C2D08}" type="sibTrans" cxnId="{9B49878A-FE67-4E1A-B1DD-377FE536DC9E}">
      <dgm:prSet/>
      <dgm:spPr/>
      <dgm:t>
        <a:bodyPr/>
        <a:lstStyle/>
        <a:p>
          <a:endParaRPr lang="en-US"/>
        </a:p>
      </dgm:t>
    </dgm:pt>
    <dgm:pt modelId="{6FB3E086-7B4D-4EDC-A9AD-BAD01751FDE1}">
      <dgm:prSet/>
      <dgm:spPr/>
      <dgm:t>
        <a:bodyPr/>
        <a:lstStyle/>
        <a:p>
          <a:r>
            <a:rPr lang="en-US"/>
            <a:t>Minimize string creation – Lua interns strings, which takes memory.</a:t>
          </a:r>
        </a:p>
      </dgm:t>
    </dgm:pt>
    <dgm:pt modelId="{EA977FBD-D80B-4CCD-A7B0-DE27DB543D55}" type="parTrans" cxnId="{BC7B7F61-45E6-439E-ACF1-E574B9B13954}">
      <dgm:prSet/>
      <dgm:spPr/>
      <dgm:t>
        <a:bodyPr/>
        <a:lstStyle/>
        <a:p>
          <a:endParaRPr lang="en-US"/>
        </a:p>
      </dgm:t>
    </dgm:pt>
    <dgm:pt modelId="{9D475533-5CB0-4070-B7E2-402D5CA1E74B}" type="sibTrans" cxnId="{BC7B7F61-45E6-439E-ACF1-E574B9B13954}">
      <dgm:prSet/>
      <dgm:spPr/>
      <dgm:t>
        <a:bodyPr/>
        <a:lstStyle/>
        <a:p>
          <a:endParaRPr lang="en-US"/>
        </a:p>
      </dgm:t>
    </dgm:pt>
    <dgm:pt modelId="{22F617AC-2343-4C33-90F8-EABA0712A67E}">
      <dgm:prSet/>
      <dgm:spPr/>
      <dgm:t>
        <a:bodyPr/>
        <a:lstStyle/>
        <a:p>
          <a:r>
            <a:rPr lang="en-US"/>
            <a:t>Use</a:t>
          </a:r>
        </a:p>
      </dgm:t>
    </dgm:pt>
    <dgm:pt modelId="{E1039C5D-F8AA-49E9-86FD-0F11C2815E72}" type="parTrans" cxnId="{ECB4D2EC-B7E6-468A-B4D8-0457CEDF3BA8}">
      <dgm:prSet/>
      <dgm:spPr/>
      <dgm:t>
        <a:bodyPr/>
        <a:lstStyle/>
        <a:p>
          <a:endParaRPr lang="en-US"/>
        </a:p>
      </dgm:t>
    </dgm:pt>
    <dgm:pt modelId="{37500391-A7F2-43A0-9374-0628F58C56CD}" type="sibTrans" cxnId="{ECB4D2EC-B7E6-468A-B4D8-0457CEDF3BA8}">
      <dgm:prSet/>
      <dgm:spPr/>
      <dgm:t>
        <a:bodyPr/>
        <a:lstStyle/>
        <a:p>
          <a:endParaRPr lang="en-US"/>
        </a:p>
      </dgm:t>
    </dgm:pt>
    <dgm:pt modelId="{85BDD687-448A-429E-86FE-F0F0FADDA149}">
      <dgm:prSet/>
      <dgm:spPr/>
      <dgm:t>
        <a:bodyPr/>
        <a:lstStyle/>
        <a:p>
          <a:r>
            <a:rPr lang="en-US"/>
            <a:t>Use collect garbage wisely – especially in memory-constrained environments.</a:t>
          </a:r>
        </a:p>
      </dgm:t>
    </dgm:pt>
    <dgm:pt modelId="{5A597BED-76D6-427A-9E0C-B940821127E1}" type="parTrans" cxnId="{319FE75C-0A80-49DC-AE66-E4866BB7A757}">
      <dgm:prSet/>
      <dgm:spPr/>
      <dgm:t>
        <a:bodyPr/>
        <a:lstStyle/>
        <a:p>
          <a:endParaRPr lang="en-US"/>
        </a:p>
      </dgm:t>
    </dgm:pt>
    <dgm:pt modelId="{329612BC-5B6D-4413-918A-3FC3346C48D4}" type="sibTrans" cxnId="{319FE75C-0A80-49DC-AE66-E4866BB7A757}">
      <dgm:prSet/>
      <dgm:spPr/>
      <dgm:t>
        <a:bodyPr/>
        <a:lstStyle/>
        <a:p>
          <a:endParaRPr lang="en-US"/>
        </a:p>
      </dgm:t>
    </dgm:pt>
    <dgm:pt modelId="{D46FD7E3-5243-4F1F-BCDF-18722DE48EBE}">
      <dgm:prSet/>
      <dgm:spPr/>
      <dgm:t>
        <a:bodyPr/>
        <a:lstStyle/>
        <a:p>
          <a:r>
            <a:rPr lang="en-US"/>
            <a:t>Watch</a:t>
          </a:r>
        </a:p>
      </dgm:t>
    </dgm:pt>
    <dgm:pt modelId="{880B27AD-E952-4D00-A963-B14586533343}" type="parTrans" cxnId="{D513BCF0-773A-4D59-B5E8-100343C65EC8}">
      <dgm:prSet/>
      <dgm:spPr/>
      <dgm:t>
        <a:bodyPr/>
        <a:lstStyle/>
        <a:p>
          <a:endParaRPr lang="en-US"/>
        </a:p>
      </dgm:t>
    </dgm:pt>
    <dgm:pt modelId="{2C6DA6F1-7CDF-4C7D-B1AD-C8DDBD9D8477}" type="sibTrans" cxnId="{D513BCF0-773A-4D59-B5E8-100343C65EC8}">
      <dgm:prSet/>
      <dgm:spPr/>
      <dgm:t>
        <a:bodyPr/>
        <a:lstStyle/>
        <a:p>
          <a:endParaRPr lang="en-US"/>
        </a:p>
      </dgm:t>
    </dgm:pt>
    <dgm:pt modelId="{E7CE6A05-3062-4552-9C6E-E7276E43123F}">
      <dgm:prSet/>
      <dgm:spPr/>
      <dgm:t>
        <a:bodyPr/>
        <a:lstStyle/>
        <a:p>
          <a:r>
            <a:rPr lang="en-US"/>
            <a:t>Watch closures – they retain their upvalues.</a:t>
          </a:r>
        </a:p>
      </dgm:t>
    </dgm:pt>
    <dgm:pt modelId="{B509DED9-3CC6-4179-B651-65FB224BCFCE}" type="parTrans" cxnId="{81DC6456-D3BB-4105-BC7F-59B241888713}">
      <dgm:prSet/>
      <dgm:spPr/>
      <dgm:t>
        <a:bodyPr/>
        <a:lstStyle/>
        <a:p>
          <a:endParaRPr lang="en-US"/>
        </a:p>
      </dgm:t>
    </dgm:pt>
    <dgm:pt modelId="{108814AE-E1E6-494C-9105-68A062BE5223}" type="sibTrans" cxnId="{81DC6456-D3BB-4105-BC7F-59B241888713}">
      <dgm:prSet/>
      <dgm:spPr/>
      <dgm:t>
        <a:bodyPr/>
        <a:lstStyle/>
        <a:p>
          <a:endParaRPr lang="en-US"/>
        </a:p>
      </dgm:t>
    </dgm:pt>
    <dgm:pt modelId="{236D5524-4BAE-4407-8A44-584EC6B36338}" type="pres">
      <dgm:prSet presAssocID="{321D81AC-B617-4502-BB32-1E7EB8A12C88}" presName="linearFlow" presStyleCnt="0">
        <dgm:presLayoutVars>
          <dgm:dir/>
          <dgm:animLvl val="lvl"/>
          <dgm:resizeHandles val="exact"/>
        </dgm:presLayoutVars>
      </dgm:prSet>
      <dgm:spPr/>
    </dgm:pt>
    <dgm:pt modelId="{F3886682-0FFD-495B-9882-83392F8C9DE6}" type="pres">
      <dgm:prSet presAssocID="{052643FD-4427-4249-8602-9DF985B70547}" presName="composite" presStyleCnt="0"/>
      <dgm:spPr/>
    </dgm:pt>
    <dgm:pt modelId="{263989E0-30D9-43C6-859B-A39763CAEEDC}" type="pres">
      <dgm:prSet presAssocID="{052643FD-4427-4249-8602-9DF985B70547}" presName="parentText" presStyleLbl="alignNode1" presStyleIdx="0" presStyleCnt="5">
        <dgm:presLayoutVars>
          <dgm:chMax val="1"/>
          <dgm:bulletEnabled val="1"/>
        </dgm:presLayoutVars>
      </dgm:prSet>
      <dgm:spPr/>
    </dgm:pt>
    <dgm:pt modelId="{78372856-6086-49F9-88A0-DAE1390253EE}" type="pres">
      <dgm:prSet presAssocID="{052643FD-4427-4249-8602-9DF985B70547}" presName="descendantText" presStyleLbl="alignAcc1" presStyleIdx="0" presStyleCnt="5">
        <dgm:presLayoutVars>
          <dgm:bulletEnabled val="1"/>
        </dgm:presLayoutVars>
      </dgm:prSet>
      <dgm:spPr/>
    </dgm:pt>
    <dgm:pt modelId="{18B9FBE4-8013-4E35-9D51-C921BE85A46A}" type="pres">
      <dgm:prSet presAssocID="{61C0E2AB-DCA7-4A37-941C-22E9FF106F29}" presName="sp" presStyleCnt="0"/>
      <dgm:spPr/>
    </dgm:pt>
    <dgm:pt modelId="{F1504B3A-23F9-4556-AA96-3AB52DCF06BD}" type="pres">
      <dgm:prSet presAssocID="{5F3325C5-D38B-49BA-BDB4-45EEA1625D09}" presName="composite" presStyleCnt="0"/>
      <dgm:spPr/>
    </dgm:pt>
    <dgm:pt modelId="{B3BA3360-4D0D-4138-AA32-322127B60001}" type="pres">
      <dgm:prSet presAssocID="{5F3325C5-D38B-49BA-BDB4-45EEA1625D09}" presName="parentText" presStyleLbl="alignNode1" presStyleIdx="1" presStyleCnt="5">
        <dgm:presLayoutVars>
          <dgm:chMax val="1"/>
          <dgm:bulletEnabled val="1"/>
        </dgm:presLayoutVars>
      </dgm:prSet>
      <dgm:spPr/>
    </dgm:pt>
    <dgm:pt modelId="{C936A64E-7EB8-43F2-9826-D071B896C29E}" type="pres">
      <dgm:prSet presAssocID="{5F3325C5-D38B-49BA-BDB4-45EEA1625D09}" presName="descendantText" presStyleLbl="alignAcc1" presStyleIdx="1" presStyleCnt="5">
        <dgm:presLayoutVars>
          <dgm:bulletEnabled val="1"/>
        </dgm:presLayoutVars>
      </dgm:prSet>
      <dgm:spPr/>
    </dgm:pt>
    <dgm:pt modelId="{87FDB5AA-9A00-4F10-B7A9-A23645D5D6CF}" type="pres">
      <dgm:prSet presAssocID="{C16E8D2E-AC1C-4ED9-BC6E-6B253963B0DB}" presName="sp" presStyleCnt="0"/>
      <dgm:spPr/>
    </dgm:pt>
    <dgm:pt modelId="{5A944E0A-C641-47A3-BA1E-26C069386B42}" type="pres">
      <dgm:prSet presAssocID="{5876AEE2-68BA-468B-876E-E7A57CDE4962}" presName="composite" presStyleCnt="0"/>
      <dgm:spPr/>
    </dgm:pt>
    <dgm:pt modelId="{559617E2-68C2-4C9D-99AB-0CF8B2F42F90}" type="pres">
      <dgm:prSet presAssocID="{5876AEE2-68BA-468B-876E-E7A57CDE4962}" presName="parentText" presStyleLbl="alignNode1" presStyleIdx="2" presStyleCnt="5">
        <dgm:presLayoutVars>
          <dgm:chMax val="1"/>
          <dgm:bulletEnabled val="1"/>
        </dgm:presLayoutVars>
      </dgm:prSet>
      <dgm:spPr/>
    </dgm:pt>
    <dgm:pt modelId="{A110E38F-CDD8-42BA-997A-8338C2385C03}" type="pres">
      <dgm:prSet presAssocID="{5876AEE2-68BA-468B-876E-E7A57CDE4962}" presName="descendantText" presStyleLbl="alignAcc1" presStyleIdx="2" presStyleCnt="5">
        <dgm:presLayoutVars>
          <dgm:bulletEnabled val="1"/>
        </dgm:presLayoutVars>
      </dgm:prSet>
      <dgm:spPr/>
    </dgm:pt>
    <dgm:pt modelId="{8C1C24DC-4CBD-4B4A-9680-CCEEED22DFC9}" type="pres">
      <dgm:prSet presAssocID="{ED84DE93-98F3-4DD5-AABF-4A39B54C2D08}" presName="sp" presStyleCnt="0"/>
      <dgm:spPr/>
    </dgm:pt>
    <dgm:pt modelId="{EB522C8D-FA93-45E9-A89B-38E265743D52}" type="pres">
      <dgm:prSet presAssocID="{22F617AC-2343-4C33-90F8-EABA0712A67E}" presName="composite" presStyleCnt="0"/>
      <dgm:spPr/>
    </dgm:pt>
    <dgm:pt modelId="{DD828257-41DA-46E0-9948-FA616CE4199E}" type="pres">
      <dgm:prSet presAssocID="{22F617AC-2343-4C33-90F8-EABA0712A67E}" presName="parentText" presStyleLbl="alignNode1" presStyleIdx="3" presStyleCnt="5">
        <dgm:presLayoutVars>
          <dgm:chMax val="1"/>
          <dgm:bulletEnabled val="1"/>
        </dgm:presLayoutVars>
      </dgm:prSet>
      <dgm:spPr/>
    </dgm:pt>
    <dgm:pt modelId="{9F3C75E6-7F16-4F93-86F0-0FE17DE90DC9}" type="pres">
      <dgm:prSet presAssocID="{22F617AC-2343-4C33-90F8-EABA0712A67E}" presName="descendantText" presStyleLbl="alignAcc1" presStyleIdx="3" presStyleCnt="5">
        <dgm:presLayoutVars>
          <dgm:bulletEnabled val="1"/>
        </dgm:presLayoutVars>
      </dgm:prSet>
      <dgm:spPr/>
    </dgm:pt>
    <dgm:pt modelId="{32F92A5E-36A8-4175-82BB-23CF62160FF5}" type="pres">
      <dgm:prSet presAssocID="{37500391-A7F2-43A0-9374-0628F58C56CD}" presName="sp" presStyleCnt="0"/>
      <dgm:spPr/>
    </dgm:pt>
    <dgm:pt modelId="{C1B149F6-5165-4F3D-A059-899AD0C8A167}" type="pres">
      <dgm:prSet presAssocID="{D46FD7E3-5243-4F1F-BCDF-18722DE48EBE}" presName="composite" presStyleCnt="0"/>
      <dgm:spPr/>
    </dgm:pt>
    <dgm:pt modelId="{ADE6F2FF-6167-4845-934C-38F64EDD0949}" type="pres">
      <dgm:prSet presAssocID="{D46FD7E3-5243-4F1F-BCDF-18722DE48EBE}" presName="parentText" presStyleLbl="alignNode1" presStyleIdx="4" presStyleCnt="5">
        <dgm:presLayoutVars>
          <dgm:chMax val="1"/>
          <dgm:bulletEnabled val="1"/>
        </dgm:presLayoutVars>
      </dgm:prSet>
      <dgm:spPr/>
    </dgm:pt>
    <dgm:pt modelId="{6A120BFE-6DFB-4BC5-8E13-ADCD4C566B28}" type="pres">
      <dgm:prSet presAssocID="{D46FD7E3-5243-4F1F-BCDF-18722DE48EBE}" presName="descendantText" presStyleLbl="alignAcc1" presStyleIdx="4" presStyleCnt="5">
        <dgm:presLayoutVars>
          <dgm:bulletEnabled val="1"/>
        </dgm:presLayoutVars>
      </dgm:prSet>
      <dgm:spPr/>
    </dgm:pt>
  </dgm:ptLst>
  <dgm:cxnLst>
    <dgm:cxn modelId="{DD635A00-5EAF-4C96-BA00-B5D3CC023F61}" srcId="{321D81AC-B617-4502-BB32-1E7EB8A12C88}" destId="{052643FD-4427-4249-8602-9DF985B70547}" srcOrd="0" destOrd="0" parTransId="{BBB0893B-6F79-4D31-96B5-AC84EADBB435}" sibTransId="{61C0E2AB-DCA7-4A37-941C-22E9FF106F29}"/>
    <dgm:cxn modelId="{CF9D8107-152E-477A-82C4-165DEA86CB72}" srcId="{052643FD-4427-4249-8602-9DF985B70547}" destId="{249E4842-98A7-412A-BFCB-9380D1346578}" srcOrd="0" destOrd="0" parTransId="{ECA0D40F-803A-4DFD-ABBB-33A1FC8DEEAB}" sibTransId="{0965AD5D-C007-487F-A126-93FA00BD6082}"/>
    <dgm:cxn modelId="{16CD5810-0368-4B2D-9659-9FF95F897C8E}" type="presOf" srcId="{85BDD687-448A-429E-86FE-F0F0FADDA149}" destId="{9F3C75E6-7F16-4F93-86F0-0FE17DE90DC9}" srcOrd="0" destOrd="0" presId="urn:microsoft.com/office/officeart/2005/8/layout/chevron2"/>
    <dgm:cxn modelId="{12CD7813-DE99-4011-9E3B-496F3147EE4A}" type="presOf" srcId="{5F3325C5-D38B-49BA-BDB4-45EEA1625D09}" destId="{B3BA3360-4D0D-4138-AA32-322127B60001}" srcOrd="0" destOrd="0" presId="urn:microsoft.com/office/officeart/2005/8/layout/chevron2"/>
    <dgm:cxn modelId="{319FE75C-0A80-49DC-AE66-E4866BB7A757}" srcId="{22F617AC-2343-4C33-90F8-EABA0712A67E}" destId="{85BDD687-448A-429E-86FE-F0F0FADDA149}" srcOrd="0" destOrd="0" parTransId="{5A597BED-76D6-427A-9E0C-B940821127E1}" sibTransId="{329612BC-5B6D-4413-918A-3FC3346C48D4}"/>
    <dgm:cxn modelId="{BC7B7F61-45E6-439E-ACF1-E574B9B13954}" srcId="{5876AEE2-68BA-468B-876E-E7A57CDE4962}" destId="{6FB3E086-7B4D-4EDC-A9AD-BAD01751FDE1}" srcOrd="0" destOrd="0" parTransId="{EA977FBD-D80B-4CCD-A7B0-DE27DB543D55}" sibTransId="{9D475533-5CB0-4070-B7E2-402D5CA1E74B}"/>
    <dgm:cxn modelId="{849ECF6B-2747-45AE-9809-671CC8EC5E24}" type="presOf" srcId="{5876AEE2-68BA-468B-876E-E7A57CDE4962}" destId="{559617E2-68C2-4C9D-99AB-0CF8B2F42F90}" srcOrd="0" destOrd="0" presId="urn:microsoft.com/office/officeart/2005/8/layout/chevron2"/>
    <dgm:cxn modelId="{42FDFD4F-D226-4BC8-9D67-9F6D1F98B570}" type="presOf" srcId="{052643FD-4427-4249-8602-9DF985B70547}" destId="{263989E0-30D9-43C6-859B-A39763CAEEDC}" srcOrd="0" destOrd="0" presId="urn:microsoft.com/office/officeart/2005/8/layout/chevron2"/>
    <dgm:cxn modelId="{70723E54-6A1C-49DA-85C6-1350627BFB67}" type="presOf" srcId="{22F617AC-2343-4C33-90F8-EABA0712A67E}" destId="{DD828257-41DA-46E0-9948-FA616CE4199E}" srcOrd="0" destOrd="0" presId="urn:microsoft.com/office/officeart/2005/8/layout/chevron2"/>
    <dgm:cxn modelId="{81DC6456-D3BB-4105-BC7F-59B241888713}" srcId="{D46FD7E3-5243-4F1F-BCDF-18722DE48EBE}" destId="{E7CE6A05-3062-4552-9C6E-E7276E43123F}" srcOrd="0" destOrd="0" parTransId="{B509DED9-3CC6-4179-B651-65FB224BCFCE}" sibTransId="{108814AE-E1E6-494C-9105-68A062BE5223}"/>
    <dgm:cxn modelId="{DB5EAF7B-C952-4141-A987-9E57FB800430}" type="presOf" srcId="{D46FD7E3-5243-4F1F-BCDF-18722DE48EBE}" destId="{ADE6F2FF-6167-4845-934C-38F64EDD0949}" srcOrd="0" destOrd="0" presId="urn:microsoft.com/office/officeart/2005/8/layout/chevron2"/>
    <dgm:cxn modelId="{53D8BD88-D867-4E36-9789-1E75D4A09A03}" type="presOf" srcId="{B609ED0C-8B65-4618-89C2-A9965F491A3F}" destId="{C936A64E-7EB8-43F2-9826-D071B896C29E}" srcOrd="0" destOrd="0" presId="urn:microsoft.com/office/officeart/2005/8/layout/chevron2"/>
    <dgm:cxn modelId="{9B49878A-FE67-4E1A-B1DD-377FE536DC9E}" srcId="{321D81AC-B617-4502-BB32-1E7EB8A12C88}" destId="{5876AEE2-68BA-468B-876E-E7A57CDE4962}" srcOrd="2" destOrd="0" parTransId="{5EBF9516-510B-4E1B-BA2A-512049F0F2B9}" sibTransId="{ED84DE93-98F3-4DD5-AABF-4A39B54C2D08}"/>
    <dgm:cxn modelId="{263869A2-9C6D-455A-807F-A3A710ADAC59}" type="presOf" srcId="{249E4842-98A7-412A-BFCB-9380D1346578}" destId="{78372856-6086-49F9-88A0-DAE1390253EE}" srcOrd="0" destOrd="0" presId="urn:microsoft.com/office/officeart/2005/8/layout/chevron2"/>
    <dgm:cxn modelId="{F7FE45C5-D660-41EA-AE68-BA446F18A576}" srcId="{5F3325C5-D38B-49BA-BDB4-45EEA1625D09}" destId="{B609ED0C-8B65-4618-89C2-A9965F491A3F}" srcOrd="0" destOrd="0" parTransId="{47CAACEE-EFCD-4C04-BA85-9068AC7FE027}" sibTransId="{B4C295F3-B3C9-4C07-BF39-AE256C07513C}"/>
    <dgm:cxn modelId="{7C5033C8-78F0-48F2-AF0E-98397507022F}" type="presOf" srcId="{E7CE6A05-3062-4552-9C6E-E7276E43123F}" destId="{6A120BFE-6DFB-4BC5-8E13-ADCD4C566B28}" srcOrd="0" destOrd="0" presId="urn:microsoft.com/office/officeart/2005/8/layout/chevron2"/>
    <dgm:cxn modelId="{6F8B7FD9-EE5E-417E-ADD3-44E1099F0425}" type="presOf" srcId="{6FB3E086-7B4D-4EDC-A9AD-BAD01751FDE1}" destId="{A110E38F-CDD8-42BA-997A-8338C2385C03}" srcOrd="0" destOrd="0" presId="urn:microsoft.com/office/officeart/2005/8/layout/chevron2"/>
    <dgm:cxn modelId="{7C7AE6E4-C72A-452B-A85E-7697C0B3B01E}" type="presOf" srcId="{321D81AC-B617-4502-BB32-1E7EB8A12C88}" destId="{236D5524-4BAE-4407-8A44-584EC6B36338}" srcOrd="0" destOrd="0" presId="urn:microsoft.com/office/officeart/2005/8/layout/chevron2"/>
    <dgm:cxn modelId="{B2E3BFE8-99FC-4985-8091-5433585625B0}" srcId="{321D81AC-B617-4502-BB32-1E7EB8A12C88}" destId="{5F3325C5-D38B-49BA-BDB4-45EEA1625D09}" srcOrd="1" destOrd="0" parTransId="{F147C32F-C241-4BB0-BE9C-A1CBB968AA12}" sibTransId="{C16E8D2E-AC1C-4ED9-BC6E-6B253963B0DB}"/>
    <dgm:cxn modelId="{ECB4D2EC-B7E6-468A-B4D8-0457CEDF3BA8}" srcId="{321D81AC-B617-4502-BB32-1E7EB8A12C88}" destId="{22F617AC-2343-4C33-90F8-EABA0712A67E}" srcOrd="3" destOrd="0" parTransId="{E1039C5D-F8AA-49E9-86FD-0F11C2815E72}" sibTransId="{37500391-A7F2-43A0-9374-0628F58C56CD}"/>
    <dgm:cxn modelId="{D513BCF0-773A-4D59-B5E8-100343C65EC8}" srcId="{321D81AC-B617-4502-BB32-1E7EB8A12C88}" destId="{D46FD7E3-5243-4F1F-BCDF-18722DE48EBE}" srcOrd="4" destOrd="0" parTransId="{880B27AD-E952-4D00-A963-B14586533343}" sibTransId="{2C6DA6F1-7CDF-4C7D-B1AD-C8DDBD9D8477}"/>
    <dgm:cxn modelId="{F2A36198-B9C7-4264-B657-17A6A03E7816}" type="presParOf" srcId="{236D5524-4BAE-4407-8A44-584EC6B36338}" destId="{F3886682-0FFD-495B-9882-83392F8C9DE6}" srcOrd="0" destOrd="0" presId="urn:microsoft.com/office/officeart/2005/8/layout/chevron2"/>
    <dgm:cxn modelId="{AF341E88-D247-467D-9A64-5FF160245E02}" type="presParOf" srcId="{F3886682-0FFD-495B-9882-83392F8C9DE6}" destId="{263989E0-30D9-43C6-859B-A39763CAEEDC}" srcOrd="0" destOrd="0" presId="urn:microsoft.com/office/officeart/2005/8/layout/chevron2"/>
    <dgm:cxn modelId="{4EF8C7E7-C9EA-451B-89D4-7E1E7E6BD3C5}" type="presParOf" srcId="{F3886682-0FFD-495B-9882-83392F8C9DE6}" destId="{78372856-6086-49F9-88A0-DAE1390253EE}" srcOrd="1" destOrd="0" presId="urn:microsoft.com/office/officeart/2005/8/layout/chevron2"/>
    <dgm:cxn modelId="{FE16A075-4117-4A47-B078-1035B87BED46}" type="presParOf" srcId="{236D5524-4BAE-4407-8A44-584EC6B36338}" destId="{18B9FBE4-8013-4E35-9D51-C921BE85A46A}" srcOrd="1" destOrd="0" presId="urn:microsoft.com/office/officeart/2005/8/layout/chevron2"/>
    <dgm:cxn modelId="{F9AB710D-F09C-44A9-BD8C-32D395010808}" type="presParOf" srcId="{236D5524-4BAE-4407-8A44-584EC6B36338}" destId="{F1504B3A-23F9-4556-AA96-3AB52DCF06BD}" srcOrd="2" destOrd="0" presId="urn:microsoft.com/office/officeart/2005/8/layout/chevron2"/>
    <dgm:cxn modelId="{84D1A5A6-B0E9-43CA-8857-B6AB3A4AEDF9}" type="presParOf" srcId="{F1504B3A-23F9-4556-AA96-3AB52DCF06BD}" destId="{B3BA3360-4D0D-4138-AA32-322127B60001}" srcOrd="0" destOrd="0" presId="urn:microsoft.com/office/officeart/2005/8/layout/chevron2"/>
    <dgm:cxn modelId="{7FD69CB2-CF85-4BDD-8835-A0B6A9125E8B}" type="presParOf" srcId="{F1504B3A-23F9-4556-AA96-3AB52DCF06BD}" destId="{C936A64E-7EB8-43F2-9826-D071B896C29E}" srcOrd="1" destOrd="0" presId="urn:microsoft.com/office/officeart/2005/8/layout/chevron2"/>
    <dgm:cxn modelId="{3F6F1F89-0EEE-48D6-AE5E-558F63A19832}" type="presParOf" srcId="{236D5524-4BAE-4407-8A44-584EC6B36338}" destId="{87FDB5AA-9A00-4F10-B7A9-A23645D5D6CF}" srcOrd="3" destOrd="0" presId="urn:microsoft.com/office/officeart/2005/8/layout/chevron2"/>
    <dgm:cxn modelId="{2046B1C3-39C9-491B-84AB-71E93DD91B4D}" type="presParOf" srcId="{236D5524-4BAE-4407-8A44-584EC6B36338}" destId="{5A944E0A-C641-47A3-BA1E-26C069386B42}" srcOrd="4" destOrd="0" presId="urn:microsoft.com/office/officeart/2005/8/layout/chevron2"/>
    <dgm:cxn modelId="{3626585B-E449-4128-80DE-54CB69614FF3}" type="presParOf" srcId="{5A944E0A-C641-47A3-BA1E-26C069386B42}" destId="{559617E2-68C2-4C9D-99AB-0CF8B2F42F90}" srcOrd="0" destOrd="0" presId="urn:microsoft.com/office/officeart/2005/8/layout/chevron2"/>
    <dgm:cxn modelId="{47B73877-A4D7-40B2-B98B-FED5ECB5A5CE}" type="presParOf" srcId="{5A944E0A-C641-47A3-BA1E-26C069386B42}" destId="{A110E38F-CDD8-42BA-997A-8338C2385C03}" srcOrd="1" destOrd="0" presId="urn:microsoft.com/office/officeart/2005/8/layout/chevron2"/>
    <dgm:cxn modelId="{2EB0D323-7103-4DDA-AE05-36D517C51105}" type="presParOf" srcId="{236D5524-4BAE-4407-8A44-584EC6B36338}" destId="{8C1C24DC-4CBD-4B4A-9680-CCEEED22DFC9}" srcOrd="5" destOrd="0" presId="urn:microsoft.com/office/officeart/2005/8/layout/chevron2"/>
    <dgm:cxn modelId="{016522B8-278F-4603-87E9-F1263C7DC3FD}" type="presParOf" srcId="{236D5524-4BAE-4407-8A44-584EC6B36338}" destId="{EB522C8D-FA93-45E9-A89B-38E265743D52}" srcOrd="6" destOrd="0" presId="urn:microsoft.com/office/officeart/2005/8/layout/chevron2"/>
    <dgm:cxn modelId="{473E112C-4AD6-4A22-89F8-D95F6D36E49B}" type="presParOf" srcId="{EB522C8D-FA93-45E9-A89B-38E265743D52}" destId="{DD828257-41DA-46E0-9948-FA616CE4199E}" srcOrd="0" destOrd="0" presId="urn:microsoft.com/office/officeart/2005/8/layout/chevron2"/>
    <dgm:cxn modelId="{8E76DC5F-5E0E-4BDF-9C1C-8A7A1E947C35}" type="presParOf" srcId="{EB522C8D-FA93-45E9-A89B-38E265743D52}" destId="{9F3C75E6-7F16-4F93-86F0-0FE17DE90DC9}" srcOrd="1" destOrd="0" presId="urn:microsoft.com/office/officeart/2005/8/layout/chevron2"/>
    <dgm:cxn modelId="{8182870F-2E5B-41C9-9FEC-D8174D8C873E}" type="presParOf" srcId="{236D5524-4BAE-4407-8A44-584EC6B36338}" destId="{32F92A5E-36A8-4175-82BB-23CF62160FF5}" srcOrd="7" destOrd="0" presId="urn:microsoft.com/office/officeart/2005/8/layout/chevron2"/>
    <dgm:cxn modelId="{21BED70C-2306-4E04-A002-A4B109680CAE}" type="presParOf" srcId="{236D5524-4BAE-4407-8A44-584EC6B36338}" destId="{C1B149F6-5165-4F3D-A059-899AD0C8A167}" srcOrd="8" destOrd="0" presId="urn:microsoft.com/office/officeart/2005/8/layout/chevron2"/>
    <dgm:cxn modelId="{7BDC00C8-7DF2-4367-A189-138E61497A9A}" type="presParOf" srcId="{C1B149F6-5165-4F3D-A059-899AD0C8A167}" destId="{ADE6F2FF-6167-4845-934C-38F64EDD0949}" srcOrd="0" destOrd="0" presId="urn:microsoft.com/office/officeart/2005/8/layout/chevron2"/>
    <dgm:cxn modelId="{138E5960-11EA-4E6D-BD01-89F17511A2B1}" type="presParOf" srcId="{C1B149F6-5165-4F3D-A059-899AD0C8A167}" destId="{6A120BFE-6DFB-4BC5-8E13-ADCD4C566B28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2F36520B-5867-4F55-AC6B-03147034AB9E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D9A3B6B8-8B40-4EBF-BC2D-9BB0331083BF}">
      <dgm:prSet/>
      <dgm:spPr/>
      <dgm:t>
        <a:bodyPr/>
        <a:lstStyle/>
        <a:p>
          <a:r>
            <a:rPr lang="en-US"/>
            <a:t>-- File as a chunk</a:t>
          </a:r>
        </a:p>
      </dgm:t>
    </dgm:pt>
    <dgm:pt modelId="{931A69A4-6657-4D5F-9D2D-114B839C35A3}" type="parTrans" cxnId="{FB4EFE8D-AB36-4081-8E47-E82D59DDDAD3}">
      <dgm:prSet/>
      <dgm:spPr/>
      <dgm:t>
        <a:bodyPr/>
        <a:lstStyle/>
        <a:p>
          <a:endParaRPr lang="en-US"/>
        </a:p>
      </dgm:t>
    </dgm:pt>
    <dgm:pt modelId="{C05E2FFC-CF7A-43FC-B05E-157797FE61F3}" type="sibTrans" cxnId="{FB4EFE8D-AB36-4081-8E47-E82D59DDDAD3}">
      <dgm:prSet/>
      <dgm:spPr/>
      <dgm:t>
        <a:bodyPr/>
        <a:lstStyle/>
        <a:p>
          <a:endParaRPr lang="en-US"/>
        </a:p>
      </dgm:t>
    </dgm:pt>
    <dgm:pt modelId="{A24346B4-48EC-412D-9671-6A8D6CDDA6AA}">
      <dgm:prSet/>
      <dgm:spPr/>
      <dgm:t>
        <a:bodyPr/>
        <a:lstStyle/>
        <a:p>
          <a:r>
            <a:rPr lang="en-US"/>
            <a:t>dofile("myscript.lua")</a:t>
          </a:r>
        </a:p>
      </dgm:t>
    </dgm:pt>
    <dgm:pt modelId="{B3848C67-1ED9-4213-9A5E-89347C8BA6CD}" type="parTrans" cxnId="{3C781900-9BB7-470B-99A2-3BE7397132D8}">
      <dgm:prSet/>
      <dgm:spPr/>
      <dgm:t>
        <a:bodyPr/>
        <a:lstStyle/>
        <a:p>
          <a:endParaRPr lang="en-US"/>
        </a:p>
      </dgm:t>
    </dgm:pt>
    <dgm:pt modelId="{066EC40C-4EE0-4A32-92E7-30F4B1EB9020}" type="sibTrans" cxnId="{3C781900-9BB7-470B-99A2-3BE7397132D8}">
      <dgm:prSet/>
      <dgm:spPr/>
      <dgm:t>
        <a:bodyPr/>
        <a:lstStyle/>
        <a:p>
          <a:endParaRPr lang="en-US"/>
        </a:p>
      </dgm:t>
    </dgm:pt>
    <dgm:pt modelId="{E6F35AB1-28A3-4827-8D9B-068CB92FAB20}">
      <dgm:prSet/>
      <dgm:spPr/>
      <dgm:t>
        <a:bodyPr/>
        <a:lstStyle/>
        <a:p>
          <a:r>
            <a:rPr lang="en-US"/>
            <a:t>-- String as a chunk</a:t>
          </a:r>
        </a:p>
      </dgm:t>
    </dgm:pt>
    <dgm:pt modelId="{ED9A8A0E-8041-40A5-A47B-A48057D6AD3C}" type="parTrans" cxnId="{3DCB36AA-2754-4275-81EB-5FC6C0BD3340}">
      <dgm:prSet/>
      <dgm:spPr/>
      <dgm:t>
        <a:bodyPr/>
        <a:lstStyle/>
        <a:p>
          <a:endParaRPr lang="en-US"/>
        </a:p>
      </dgm:t>
    </dgm:pt>
    <dgm:pt modelId="{5D567C03-A6B1-40D3-A732-F9FC64E9982A}" type="sibTrans" cxnId="{3DCB36AA-2754-4275-81EB-5FC6C0BD3340}">
      <dgm:prSet/>
      <dgm:spPr/>
      <dgm:t>
        <a:bodyPr/>
        <a:lstStyle/>
        <a:p>
          <a:endParaRPr lang="en-US"/>
        </a:p>
      </dgm:t>
    </dgm:pt>
    <dgm:pt modelId="{D9DD330C-E37E-4B2B-A904-94366C994A60}">
      <dgm:prSet/>
      <dgm:spPr/>
      <dgm:t>
        <a:bodyPr/>
        <a:lstStyle/>
        <a:p>
          <a:r>
            <a:rPr lang="en-US"/>
            <a:t>load("print('Hello from chunk')")()</a:t>
          </a:r>
        </a:p>
      </dgm:t>
    </dgm:pt>
    <dgm:pt modelId="{E129CEA0-E3B9-41C8-AC53-78F94BCA1551}" type="parTrans" cxnId="{41C7AB26-32E6-4914-BE73-21C3DD349E4F}">
      <dgm:prSet/>
      <dgm:spPr/>
      <dgm:t>
        <a:bodyPr/>
        <a:lstStyle/>
        <a:p>
          <a:endParaRPr lang="en-US"/>
        </a:p>
      </dgm:t>
    </dgm:pt>
    <dgm:pt modelId="{EAB70DC7-CF15-496D-B7DC-3A2D7E3C80F9}" type="sibTrans" cxnId="{41C7AB26-32E6-4914-BE73-21C3DD349E4F}">
      <dgm:prSet/>
      <dgm:spPr/>
      <dgm:t>
        <a:bodyPr/>
        <a:lstStyle/>
        <a:p>
          <a:endParaRPr lang="en-US"/>
        </a:p>
      </dgm:t>
    </dgm:pt>
    <dgm:pt modelId="{7CC864C0-7D27-4323-A347-EEC5EF3E0630}" type="pres">
      <dgm:prSet presAssocID="{2F36520B-5867-4F55-AC6B-03147034AB9E}" presName="root" presStyleCnt="0">
        <dgm:presLayoutVars>
          <dgm:dir/>
          <dgm:resizeHandles val="exact"/>
        </dgm:presLayoutVars>
      </dgm:prSet>
      <dgm:spPr/>
    </dgm:pt>
    <dgm:pt modelId="{D2D2411C-8888-4B81-BF77-52B236ABC47D}" type="pres">
      <dgm:prSet presAssocID="{D9A3B6B8-8B40-4EBF-BC2D-9BB0331083BF}" presName="compNode" presStyleCnt="0"/>
      <dgm:spPr/>
    </dgm:pt>
    <dgm:pt modelId="{1A83A86B-2655-4DDA-A3A1-1390339F695F}" type="pres">
      <dgm:prSet presAssocID="{D9A3B6B8-8B40-4EBF-BC2D-9BB0331083BF}" presName="bgRect" presStyleLbl="bgShp" presStyleIdx="0" presStyleCnt="4"/>
      <dgm:spPr/>
    </dgm:pt>
    <dgm:pt modelId="{CA6EFE2B-D164-478C-85D6-1A3C1DFD7CD5}" type="pres">
      <dgm:prSet presAssocID="{D9A3B6B8-8B40-4EBF-BC2D-9BB0331083BF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6369872E-6C3F-407B-8EB6-C12F8A61E734}" type="pres">
      <dgm:prSet presAssocID="{D9A3B6B8-8B40-4EBF-BC2D-9BB0331083BF}" presName="spaceRect" presStyleCnt="0"/>
      <dgm:spPr/>
    </dgm:pt>
    <dgm:pt modelId="{A91A4B41-979A-4618-B43E-30494517DE8A}" type="pres">
      <dgm:prSet presAssocID="{D9A3B6B8-8B40-4EBF-BC2D-9BB0331083BF}" presName="parTx" presStyleLbl="revTx" presStyleIdx="0" presStyleCnt="4">
        <dgm:presLayoutVars>
          <dgm:chMax val="0"/>
          <dgm:chPref val="0"/>
        </dgm:presLayoutVars>
      </dgm:prSet>
      <dgm:spPr/>
    </dgm:pt>
    <dgm:pt modelId="{4018DF97-04FE-4BF4-851F-E403E80B3C88}" type="pres">
      <dgm:prSet presAssocID="{C05E2FFC-CF7A-43FC-B05E-157797FE61F3}" presName="sibTrans" presStyleCnt="0"/>
      <dgm:spPr/>
    </dgm:pt>
    <dgm:pt modelId="{38316984-FFFF-49A6-A2F7-F951BD9A179E}" type="pres">
      <dgm:prSet presAssocID="{A24346B4-48EC-412D-9671-6A8D6CDDA6AA}" presName="compNode" presStyleCnt="0"/>
      <dgm:spPr/>
    </dgm:pt>
    <dgm:pt modelId="{C365B6C3-948E-45EC-8C40-43BFE5E620BE}" type="pres">
      <dgm:prSet presAssocID="{A24346B4-48EC-412D-9671-6A8D6CDDA6AA}" presName="bgRect" presStyleLbl="bgShp" presStyleIdx="1" presStyleCnt="4"/>
      <dgm:spPr/>
    </dgm:pt>
    <dgm:pt modelId="{E9F25D42-CED7-4418-AC1F-765CBD523964}" type="pres">
      <dgm:prSet presAssocID="{A24346B4-48EC-412D-9671-6A8D6CDDA6AA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btitles"/>
        </a:ext>
      </dgm:extLst>
    </dgm:pt>
    <dgm:pt modelId="{59B2420B-04B2-4A87-8CEC-5EE18BBA55A1}" type="pres">
      <dgm:prSet presAssocID="{A24346B4-48EC-412D-9671-6A8D6CDDA6AA}" presName="spaceRect" presStyleCnt="0"/>
      <dgm:spPr/>
    </dgm:pt>
    <dgm:pt modelId="{44A6AC3C-3C5D-4C8F-8745-A19370F8C054}" type="pres">
      <dgm:prSet presAssocID="{A24346B4-48EC-412D-9671-6A8D6CDDA6AA}" presName="parTx" presStyleLbl="revTx" presStyleIdx="1" presStyleCnt="4">
        <dgm:presLayoutVars>
          <dgm:chMax val="0"/>
          <dgm:chPref val="0"/>
        </dgm:presLayoutVars>
      </dgm:prSet>
      <dgm:spPr/>
    </dgm:pt>
    <dgm:pt modelId="{FFE58244-C77A-4E9B-87D2-86E3B18DB681}" type="pres">
      <dgm:prSet presAssocID="{066EC40C-4EE0-4A32-92E7-30F4B1EB9020}" presName="sibTrans" presStyleCnt="0"/>
      <dgm:spPr/>
    </dgm:pt>
    <dgm:pt modelId="{9AF52828-281F-49F5-A1EC-DB698148499F}" type="pres">
      <dgm:prSet presAssocID="{E6F35AB1-28A3-4827-8D9B-068CB92FAB20}" presName="compNode" presStyleCnt="0"/>
      <dgm:spPr/>
    </dgm:pt>
    <dgm:pt modelId="{C10A8242-CADE-4D92-9E61-63AEAAAFEE8C}" type="pres">
      <dgm:prSet presAssocID="{E6F35AB1-28A3-4827-8D9B-068CB92FAB20}" presName="bgRect" presStyleLbl="bgShp" presStyleIdx="2" presStyleCnt="4"/>
      <dgm:spPr/>
    </dgm:pt>
    <dgm:pt modelId="{1169646F-EA0F-477E-963E-B7923A904670}" type="pres">
      <dgm:prSet presAssocID="{E6F35AB1-28A3-4827-8D9B-068CB92FAB20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iolin"/>
        </a:ext>
      </dgm:extLst>
    </dgm:pt>
    <dgm:pt modelId="{2E48B153-44BD-4ED8-B8AC-CA251898C86B}" type="pres">
      <dgm:prSet presAssocID="{E6F35AB1-28A3-4827-8D9B-068CB92FAB20}" presName="spaceRect" presStyleCnt="0"/>
      <dgm:spPr/>
    </dgm:pt>
    <dgm:pt modelId="{2D40728D-4756-4BAF-8B03-369A1E7E4BC7}" type="pres">
      <dgm:prSet presAssocID="{E6F35AB1-28A3-4827-8D9B-068CB92FAB20}" presName="parTx" presStyleLbl="revTx" presStyleIdx="2" presStyleCnt="4">
        <dgm:presLayoutVars>
          <dgm:chMax val="0"/>
          <dgm:chPref val="0"/>
        </dgm:presLayoutVars>
      </dgm:prSet>
      <dgm:spPr/>
    </dgm:pt>
    <dgm:pt modelId="{4B3D222C-A3F5-4F84-ADB3-5C9A9CF4D97F}" type="pres">
      <dgm:prSet presAssocID="{5D567C03-A6B1-40D3-A732-F9FC64E9982A}" presName="sibTrans" presStyleCnt="0"/>
      <dgm:spPr/>
    </dgm:pt>
    <dgm:pt modelId="{1CDC12FF-AB64-4948-BB1F-CD75D5EC6BF3}" type="pres">
      <dgm:prSet presAssocID="{D9DD330C-E37E-4B2B-A904-94366C994A60}" presName="compNode" presStyleCnt="0"/>
      <dgm:spPr/>
    </dgm:pt>
    <dgm:pt modelId="{E2BEE8D8-0BB0-487F-ACC2-44FFEA5A2791}" type="pres">
      <dgm:prSet presAssocID="{D9DD330C-E37E-4B2B-A904-94366C994A60}" presName="bgRect" presStyleLbl="bgShp" presStyleIdx="3" presStyleCnt="4"/>
      <dgm:spPr/>
    </dgm:pt>
    <dgm:pt modelId="{42745D3E-7275-4D39-8D27-01031C996992}" type="pres">
      <dgm:prSet presAssocID="{D9DD330C-E37E-4B2B-A904-94366C994A60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hotocopier"/>
        </a:ext>
      </dgm:extLst>
    </dgm:pt>
    <dgm:pt modelId="{CB960BE4-73A3-434B-BA1E-CDAB967A51C9}" type="pres">
      <dgm:prSet presAssocID="{D9DD330C-E37E-4B2B-A904-94366C994A60}" presName="spaceRect" presStyleCnt="0"/>
      <dgm:spPr/>
    </dgm:pt>
    <dgm:pt modelId="{48B1F1A9-5DB8-43D1-B6B3-E7411349E5D0}" type="pres">
      <dgm:prSet presAssocID="{D9DD330C-E37E-4B2B-A904-94366C994A60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3C781900-9BB7-470B-99A2-3BE7397132D8}" srcId="{2F36520B-5867-4F55-AC6B-03147034AB9E}" destId="{A24346B4-48EC-412D-9671-6A8D6CDDA6AA}" srcOrd="1" destOrd="0" parTransId="{B3848C67-1ED9-4213-9A5E-89347C8BA6CD}" sibTransId="{066EC40C-4EE0-4A32-92E7-30F4B1EB9020}"/>
    <dgm:cxn modelId="{E28A7E0A-4FCD-443B-BBCD-C59606DBFCF8}" type="presOf" srcId="{A24346B4-48EC-412D-9671-6A8D6CDDA6AA}" destId="{44A6AC3C-3C5D-4C8F-8745-A19370F8C054}" srcOrd="0" destOrd="0" presId="urn:microsoft.com/office/officeart/2018/2/layout/IconVerticalSolidList"/>
    <dgm:cxn modelId="{41C7AB26-32E6-4914-BE73-21C3DD349E4F}" srcId="{2F36520B-5867-4F55-AC6B-03147034AB9E}" destId="{D9DD330C-E37E-4B2B-A904-94366C994A60}" srcOrd="3" destOrd="0" parTransId="{E129CEA0-E3B9-41C8-AC53-78F94BCA1551}" sibTransId="{EAB70DC7-CF15-496D-B7DC-3A2D7E3C80F9}"/>
    <dgm:cxn modelId="{17AE0728-7D3B-43ED-9EF5-D9BC200062BA}" type="presOf" srcId="{E6F35AB1-28A3-4827-8D9B-068CB92FAB20}" destId="{2D40728D-4756-4BAF-8B03-369A1E7E4BC7}" srcOrd="0" destOrd="0" presId="urn:microsoft.com/office/officeart/2018/2/layout/IconVerticalSolidList"/>
    <dgm:cxn modelId="{060B596E-AD8B-4C00-BA8C-877DD64C3A0C}" type="presOf" srcId="{D9A3B6B8-8B40-4EBF-BC2D-9BB0331083BF}" destId="{A91A4B41-979A-4618-B43E-30494517DE8A}" srcOrd="0" destOrd="0" presId="urn:microsoft.com/office/officeart/2018/2/layout/IconVerticalSolidList"/>
    <dgm:cxn modelId="{FB4EFE8D-AB36-4081-8E47-E82D59DDDAD3}" srcId="{2F36520B-5867-4F55-AC6B-03147034AB9E}" destId="{D9A3B6B8-8B40-4EBF-BC2D-9BB0331083BF}" srcOrd="0" destOrd="0" parTransId="{931A69A4-6657-4D5F-9D2D-114B839C35A3}" sibTransId="{C05E2FFC-CF7A-43FC-B05E-157797FE61F3}"/>
    <dgm:cxn modelId="{D29622AA-264E-4867-A2D6-71CFEDEF2648}" type="presOf" srcId="{2F36520B-5867-4F55-AC6B-03147034AB9E}" destId="{7CC864C0-7D27-4323-A347-EEC5EF3E0630}" srcOrd="0" destOrd="0" presId="urn:microsoft.com/office/officeart/2018/2/layout/IconVerticalSolidList"/>
    <dgm:cxn modelId="{3DCB36AA-2754-4275-81EB-5FC6C0BD3340}" srcId="{2F36520B-5867-4F55-AC6B-03147034AB9E}" destId="{E6F35AB1-28A3-4827-8D9B-068CB92FAB20}" srcOrd="2" destOrd="0" parTransId="{ED9A8A0E-8041-40A5-A47B-A48057D6AD3C}" sibTransId="{5D567C03-A6B1-40D3-A732-F9FC64E9982A}"/>
    <dgm:cxn modelId="{3239D7F7-F039-4065-AEB3-4C7D2C4137E5}" type="presOf" srcId="{D9DD330C-E37E-4B2B-A904-94366C994A60}" destId="{48B1F1A9-5DB8-43D1-B6B3-E7411349E5D0}" srcOrd="0" destOrd="0" presId="urn:microsoft.com/office/officeart/2018/2/layout/IconVerticalSolidList"/>
    <dgm:cxn modelId="{94BCCF48-6A63-430D-ADC7-D3C07E5024DD}" type="presParOf" srcId="{7CC864C0-7D27-4323-A347-EEC5EF3E0630}" destId="{D2D2411C-8888-4B81-BF77-52B236ABC47D}" srcOrd="0" destOrd="0" presId="urn:microsoft.com/office/officeart/2018/2/layout/IconVerticalSolidList"/>
    <dgm:cxn modelId="{D307EE96-F286-4C67-A85A-7479EFD5674A}" type="presParOf" srcId="{D2D2411C-8888-4B81-BF77-52B236ABC47D}" destId="{1A83A86B-2655-4DDA-A3A1-1390339F695F}" srcOrd="0" destOrd="0" presId="urn:microsoft.com/office/officeart/2018/2/layout/IconVerticalSolidList"/>
    <dgm:cxn modelId="{745A4FA1-8EB8-4276-A51D-B742E7A94C8D}" type="presParOf" srcId="{D2D2411C-8888-4B81-BF77-52B236ABC47D}" destId="{CA6EFE2B-D164-478C-85D6-1A3C1DFD7CD5}" srcOrd="1" destOrd="0" presId="urn:microsoft.com/office/officeart/2018/2/layout/IconVerticalSolidList"/>
    <dgm:cxn modelId="{9436EAF7-0779-43EF-A0C7-549021B374E7}" type="presParOf" srcId="{D2D2411C-8888-4B81-BF77-52B236ABC47D}" destId="{6369872E-6C3F-407B-8EB6-C12F8A61E734}" srcOrd="2" destOrd="0" presId="urn:microsoft.com/office/officeart/2018/2/layout/IconVerticalSolidList"/>
    <dgm:cxn modelId="{C542B1C6-C0B0-41F0-B8A4-396C5AF6C1BC}" type="presParOf" srcId="{D2D2411C-8888-4B81-BF77-52B236ABC47D}" destId="{A91A4B41-979A-4618-B43E-30494517DE8A}" srcOrd="3" destOrd="0" presId="urn:microsoft.com/office/officeart/2018/2/layout/IconVerticalSolidList"/>
    <dgm:cxn modelId="{5A69A5A4-9E6B-4EDB-86F6-3D0392B84549}" type="presParOf" srcId="{7CC864C0-7D27-4323-A347-EEC5EF3E0630}" destId="{4018DF97-04FE-4BF4-851F-E403E80B3C88}" srcOrd="1" destOrd="0" presId="urn:microsoft.com/office/officeart/2018/2/layout/IconVerticalSolidList"/>
    <dgm:cxn modelId="{E3A7B399-3ACD-4C8D-BEF0-37724EA363D0}" type="presParOf" srcId="{7CC864C0-7D27-4323-A347-EEC5EF3E0630}" destId="{38316984-FFFF-49A6-A2F7-F951BD9A179E}" srcOrd="2" destOrd="0" presId="urn:microsoft.com/office/officeart/2018/2/layout/IconVerticalSolidList"/>
    <dgm:cxn modelId="{E03B47EF-E950-492A-A85D-8E408DB133BF}" type="presParOf" srcId="{38316984-FFFF-49A6-A2F7-F951BD9A179E}" destId="{C365B6C3-948E-45EC-8C40-43BFE5E620BE}" srcOrd="0" destOrd="0" presId="urn:microsoft.com/office/officeart/2018/2/layout/IconVerticalSolidList"/>
    <dgm:cxn modelId="{60AB056A-86B3-4B4B-94DB-6E87556224AF}" type="presParOf" srcId="{38316984-FFFF-49A6-A2F7-F951BD9A179E}" destId="{E9F25D42-CED7-4418-AC1F-765CBD523964}" srcOrd="1" destOrd="0" presId="urn:microsoft.com/office/officeart/2018/2/layout/IconVerticalSolidList"/>
    <dgm:cxn modelId="{14AB134A-EFFF-4CC0-8A28-B53AC5389133}" type="presParOf" srcId="{38316984-FFFF-49A6-A2F7-F951BD9A179E}" destId="{59B2420B-04B2-4A87-8CEC-5EE18BBA55A1}" srcOrd="2" destOrd="0" presId="urn:microsoft.com/office/officeart/2018/2/layout/IconVerticalSolidList"/>
    <dgm:cxn modelId="{72758A06-3985-4CDC-B135-ADCE2D49F71A}" type="presParOf" srcId="{38316984-FFFF-49A6-A2F7-F951BD9A179E}" destId="{44A6AC3C-3C5D-4C8F-8745-A19370F8C054}" srcOrd="3" destOrd="0" presId="urn:microsoft.com/office/officeart/2018/2/layout/IconVerticalSolidList"/>
    <dgm:cxn modelId="{03FE3B20-2017-4DCF-B0AC-EF3B197A4316}" type="presParOf" srcId="{7CC864C0-7D27-4323-A347-EEC5EF3E0630}" destId="{FFE58244-C77A-4E9B-87D2-86E3B18DB681}" srcOrd="3" destOrd="0" presId="urn:microsoft.com/office/officeart/2018/2/layout/IconVerticalSolidList"/>
    <dgm:cxn modelId="{C35D3848-17B9-40B3-96E5-20929CCEAAD5}" type="presParOf" srcId="{7CC864C0-7D27-4323-A347-EEC5EF3E0630}" destId="{9AF52828-281F-49F5-A1EC-DB698148499F}" srcOrd="4" destOrd="0" presId="urn:microsoft.com/office/officeart/2018/2/layout/IconVerticalSolidList"/>
    <dgm:cxn modelId="{BD9E128A-1A8A-4ED7-BE94-8C9D080C3B8D}" type="presParOf" srcId="{9AF52828-281F-49F5-A1EC-DB698148499F}" destId="{C10A8242-CADE-4D92-9E61-63AEAAAFEE8C}" srcOrd="0" destOrd="0" presId="urn:microsoft.com/office/officeart/2018/2/layout/IconVerticalSolidList"/>
    <dgm:cxn modelId="{79853657-0BB3-4A58-A8F7-339B7F91BA19}" type="presParOf" srcId="{9AF52828-281F-49F5-A1EC-DB698148499F}" destId="{1169646F-EA0F-477E-963E-B7923A904670}" srcOrd="1" destOrd="0" presId="urn:microsoft.com/office/officeart/2018/2/layout/IconVerticalSolidList"/>
    <dgm:cxn modelId="{97613889-ED29-4124-B55A-BBC8EA81BAFF}" type="presParOf" srcId="{9AF52828-281F-49F5-A1EC-DB698148499F}" destId="{2E48B153-44BD-4ED8-B8AC-CA251898C86B}" srcOrd="2" destOrd="0" presId="urn:microsoft.com/office/officeart/2018/2/layout/IconVerticalSolidList"/>
    <dgm:cxn modelId="{86E5ACE7-3A34-4B7D-BDAF-8E331F9C4D7D}" type="presParOf" srcId="{9AF52828-281F-49F5-A1EC-DB698148499F}" destId="{2D40728D-4756-4BAF-8B03-369A1E7E4BC7}" srcOrd="3" destOrd="0" presId="urn:microsoft.com/office/officeart/2018/2/layout/IconVerticalSolidList"/>
    <dgm:cxn modelId="{A244BD79-EAB2-4BC7-AF08-957633C3EE1E}" type="presParOf" srcId="{7CC864C0-7D27-4323-A347-EEC5EF3E0630}" destId="{4B3D222C-A3F5-4F84-ADB3-5C9A9CF4D97F}" srcOrd="5" destOrd="0" presId="urn:microsoft.com/office/officeart/2018/2/layout/IconVerticalSolidList"/>
    <dgm:cxn modelId="{96745BAD-2894-40EC-9A74-8AB19B66D80C}" type="presParOf" srcId="{7CC864C0-7D27-4323-A347-EEC5EF3E0630}" destId="{1CDC12FF-AB64-4948-BB1F-CD75D5EC6BF3}" srcOrd="6" destOrd="0" presId="urn:microsoft.com/office/officeart/2018/2/layout/IconVerticalSolidList"/>
    <dgm:cxn modelId="{F605BDBD-729E-4697-80B5-DC050E938C6F}" type="presParOf" srcId="{1CDC12FF-AB64-4948-BB1F-CD75D5EC6BF3}" destId="{E2BEE8D8-0BB0-487F-ACC2-44FFEA5A2791}" srcOrd="0" destOrd="0" presId="urn:microsoft.com/office/officeart/2018/2/layout/IconVerticalSolidList"/>
    <dgm:cxn modelId="{4AECFD6A-3195-4596-A316-2873E4847DAA}" type="presParOf" srcId="{1CDC12FF-AB64-4948-BB1F-CD75D5EC6BF3}" destId="{42745D3E-7275-4D39-8D27-01031C996992}" srcOrd="1" destOrd="0" presId="urn:microsoft.com/office/officeart/2018/2/layout/IconVerticalSolidList"/>
    <dgm:cxn modelId="{AB603820-0C35-4983-99DF-DE6807BC0867}" type="presParOf" srcId="{1CDC12FF-AB64-4948-BB1F-CD75D5EC6BF3}" destId="{CB960BE4-73A3-434B-BA1E-CDAB967A51C9}" srcOrd="2" destOrd="0" presId="urn:microsoft.com/office/officeart/2018/2/layout/IconVerticalSolidList"/>
    <dgm:cxn modelId="{DB271455-DE2C-4E83-9078-10BD295EAD48}" type="presParOf" srcId="{1CDC12FF-AB64-4948-BB1F-CD75D5EC6BF3}" destId="{48B1F1A9-5DB8-43D1-B6B3-E7411349E5D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BAB2946B-A202-4C7D-B4C9-2448D8970037}" type="doc">
      <dgm:prSet loTypeId="urn:microsoft.com/office/officeart/2016/7/layout/RepeatingBendingProcessNew" loCatId="process" qsTypeId="urn:microsoft.com/office/officeart/2005/8/quickstyle/simple4" qsCatId="simple" csTypeId="urn:microsoft.com/office/officeart/2005/8/colors/colorful4" csCatId="colorful"/>
      <dgm:spPr/>
      <dgm:t>
        <a:bodyPr/>
        <a:lstStyle/>
        <a:p>
          <a:endParaRPr lang="en-US"/>
        </a:p>
      </dgm:t>
    </dgm:pt>
    <dgm:pt modelId="{8F9E0FAA-45EC-49F2-9EBF-C087BA5E8701}">
      <dgm:prSet/>
      <dgm:spPr/>
      <dgm:t>
        <a:bodyPr/>
        <a:lstStyle/>
        <a:p>
          <a:r>
            <a:rPr lang="en-US" b="0" i="0" baseline="0"/>
            <a:t>Internally:</a:t>
          </a:r>
          <a:endParaRPr lang="en-US"/>
        </a:p>
      </dgm:t>
    </dgm:pt>
    <dgm:pt modelId="{E74FB458-099F-4F65-99EC-ADFF3E8A9D65}" type="parTrans" cxnId="{18B94C1A-ABCB-47E6-A660-91DC33514ABA}">
      <dgm:prSet/>
      <dgm:spPr/>
      <dgm:t>
        <a:bodyPr/>
        <a:lstStyle/>
        <a:p>
          <a:endParaRPr lang="en-US"/>
        </a:p>
      </dgm:t>
    </dgm:pt>
    <dgm:pt modelId="{B8BB187A-328E-4251-A0B2-A259EDB2A7DD}" type="sibTrans" cxnId="{18B94C1A-ABCB-47E6-A660-91DC33514ABA}">
      <dgm:prSet/>
      <dgm:spPr/>
      <dgm:t>
        <a:bodyPr/>
        <a:lstStyle/>
        <a:p>
          <a:endParaRPr lang="en-US"/>
        </a:p>
      </dgm:t>
    </dgm:pt>
    <dgm:pt modelId="{A3AD54BC-5C70-415C-B293-51F52FF41AED}">
      <dgm:prSet/>
      <dgm:spPr/>
      <dgm:t>
        <a:bodyPr/>
        <a:lstStyle/>
        <a:p>
          <a:r>
            <a:rPr lang="en-US" b="1" i="0" baseline="0"/>
            <a:t>Source code</a:t>
          </a:r>
          <a:r>
            <a:rPr lang="en-US" b="0" i="0" baseline="0"/>
            <a:t> is parsed into an </a:t>
          </a:r>
          <a:r>
            <a:rPr lang="en-US" b="1" i="0" baseline="0"/>
            <a:t>Abstract Syntax Tree (AST)</a:t>
          </a:r>
          <a:r>
            <a:rPr lang="en-US" b="0" i="0" baseline="0"/>
            <a:t>.</a:t>
          </a:r>
          <a:endParaRPr lang="en-US"/>
        </a:p>
      </dgm:t>
    </dgm:pt>
    <dgm:pt modelId="{94FA4208-FBF1-4129-987F-E7FC0EA21780}" type="parTrans" cxnId="{20349312-0CFC-4E67-8C54-EFD55ED02EDB}">
      <dgm:prSet/>
      <dgm:spPr/>
      <dgm:t>
        <a:bodyPr/>
        <a:lstStyle/>
        <a:p>
          <a:endParaRPr lang="en-US"/>
        </a:p>
      </dgm:t>
    </dgm:pt>
    <dgm:pt modelId="{6A7E8B0B-ACD5-48BD-AB7E-F993DE9678D3}" type="sibTrans" cxnId="{20349312-0CFC-4E67-8C54-EFD55ED02EDB}">
      <dgm:prSet/>
      <dgm:spPr/>
      <dgm:t>
        <a:bodyPr/>
        <a:lstStyle/>
        <a:p>
          <a:endParaRPr lang="en-US"/>
        </a:p>
      </dgm:t>
    </dgm:pt>
    <dgm:pt modelId="{E7298E47-28D6-48B3-B985-4A8F569B10AF}">
      <dgm:prSet/>
      <dgm:spPr/>
      <dgm:t>
        <a:bodyPr/>
        <a:lstStyle/>
        <a:p>
          <a:r>
            <a:rPr lang="en-US" b="0" i="0" baseline="0"/>
            <a:t>AST is compiled into </a:t>
          </a:r>
          <a:r>
            <a:rPr lang="en-US" b="1" i="0" baseline="0"/>
            <a:t>bytecode</a:t>
          </a:r>
          <a:r>
            <a:rPr lang="en-US" b="0" i="0" baseline="0"/>
            <a:t> (Proto object).</a:t>
          </a:r>
          <a:endParaRPr lang="en-US"/>
        </a:p>
      </dgm:t>
    </dgm:pt>
    <dgm:pt modelId="{0A1D1C0B-B33E-435F-B960-9A08863730AF}" type="parTrans" cxnId="{7EF90F5F-2D5C-486E-BC2B-A62A242BF9AF}">
      <dgm:prSet/>
      <dgm:spPr/>
      <dgm:t>
        <a:bodyPr/>
        <a:lstStyle/>
        <a:p>
          <a:endParaRPr lang="en-US"/>
        </a:p>
      </dgm:t>
    </dgm:pt>
    <dgm:pt modelId="{78E205D1-D9BA-4906-9D5A-764D96FEA613}" type="sibTrans" cxnId="{7EF90F5F-2D5C-486E-BC2B-A62A242BF9AF}">
      <dgm:prSet/>
      <dgm:spPr/>
      <dgm:t>
        <a:bodyPr/>
        <a:lstStyle/>
        <a:p>
          <a:endParaRPr lang="en-US"/>
        </a:p>
      </dgm:t>
    </dgm:pt>
    <dgm:pt modelId="{91A4144D-CD32-42DE-98C6-7CA503E075FB}">
      <dgm:prSet/>
      <dgm:spPr/>
      <dgm:t>
        <a:bodyPr/>
        <a:lstStyle/>
        <a:p>
          <a:r>
            <a:rPr lang="en-US" b="0" i="0" baseline="0"/>
            <a:t>Bytecode is executed by the </a:t>
          </a:r>
          <a:r>
            <a:rPr lang="en-US" b="1" i="0" baseline="0"/>
            <a:t>Lua Virtual Machine (VM)</a:t>
          </a:r>
          <a:r>
            <a:rPr lang="en-US" b="0" i="0" baseline="0"/>
            <a:t>.</a:t>
          </a:r>
          <a:endParaRPr lang="en-US"/>
        </a:p>
      </dgm:t>
    </dgm:pt>
    <dgm:pt modelId="{AAB62C40-26BA-4F78-8125-D2DED58267A0}" type="parTrans" cxnId="{BB1A3F57-4001-42CA-938D-916E9E16708A}">
      <dgm:prSet/>
      <dgm:spPr/>
      <dgm:t>
        <a:bodyPr/>
        <a:lstStyle/>
        <a:p>
          <a:endParaRPr lang="en-US"/>
        </a:p>
      </dgm:t>
    </dgm:pt>
    <dgm:pt modelId="{804FB9DD-5E7C-40E0-9472-74C15BE803A1}" type="sibTrans" cxnId="{BB1A3F57-4001-42CA-938D-916E9E16708A}">
      <dgm:prSet/>
      <dgm:spPr/>
      <dgm:t>
        <a:bodyPr/>
        <a:lstStyle/>
        <a:p>
          <a:endParaRPr lang="en-US"/>
        </a:p>
      </dgm:t>
    </dgm:pt>
    <dgm:pt modelId="{F4402138-DBD2-43D3-9F41-FC159D0E9E4F}">
      <dgm:prSet/>
      <dgm:spPr/>
      <dgm:t>
        <a:bodyPr/>
        <a:lstStyle/>
        <a:p>
          <a:r>
            <a:rPr lang="en-US" b="0" i="0" baseline="0"/>
            <a:t>This is managed through:</a:t>
          </a:r>
          <a:endParaRPr lang="en-US"/>
        </a:p>
      </dgm:t>
    </dgm:pt>
    <dgm:pt modelId="{32528485-79F5-4B9D-A498-3A7E1D1C292A}" type="parTrans" cxnId="{BAB1BD13-0392-4D5B-B4A7-A60D213C2CAF}">
      <dgm:prSet/>
      <dgm:spPr/>
      <dgm:t>
        <a:bodyPr/>
        <a:lstStyle/>
        <a:p>
          <a:endParaRPr lang="en-US"/>
        </a:p>
      </dgm:t>
    </dgm:pt>
    <dgm:pt modelId="{4E311BF7-86F1-4625-B064-6A4F3FFCAB50}" type="sibTrans" cxnId="{BAB1BD13-0392-4D5B-B4A7-A60D213C2CAF}">
      <dgm:prSet/>
      <dgm:spPr/>
      <dgm:t>
        <a:bodyPr/>
        <a:lstStyle/>
        <a:p>
          <a:endParaRPr lang="en-US"/>
        </a:p>
      </dgm:t>
    </dgm:pt>
    <dgm:pt modelId="{BACDBF07-BCEA-4B63-B038-9DA88E9FD585}">
      <dgm:prSet/>
      <dgm:spPr/>
      <dgm:t>
        <a:bodyPr/>
        <a:lstStyle/>
        <a:p>
          <a:r>
            <a:rPr lang="en-US" b="0" i="0" baseline="0"/>
            <a:t>lua_load(): compiles a chunk.</a:t>
          </a:r>
          <a:endParaRPr lang="en-US"/>
        </a:p>
      </dgm:t>
    </dgm:pt>
    <dgm:pt modelId="{FB029D91-594F-4D16-9EA9-A337237FD942}" type="parTrans" cxnId="{C02EED34-5D6A-460D-9305-54CBF5227669}">
      <dgm:prSet/>
      <dgm:spPr/>
      <dgm:t>
        <a:bodyPr/>
        <a:lstStyle/>
        <a:p>
          <a:endParaRPr lang="en-US"/>
        </a:p>
      </dgm:t>
    </dgm:pt>
    <dgm:pt modelId="{979502FA-F039-4CC0-A927-135FE2CDD2C7}" type="sibTrans" cxnId="{C02EED34-5D6A-460D-9305-54CBF5227669}">
      <dgm:prSet/>
      <dgm:spPr/>
      <dgm:t>
        <a:bodyPr/>
        <a:lstStyle/>
        <a:p>
          <a:endParaRPr lang="en-US"/>
        </a:p>
      </dgm:t>
    </dgm:pt>
    <dgm:pt modelId="{96753155-6BA6-4E6B-952F-74495C7C575D}">
      <dgm:prSet/>
      <dgm:spPr/>
      <dgm:t>
        <a:bodyPr/>
        <a:lstStyle/>
        <a:p>
          <a:r>
            <a:rPr lang="en-US" b="0" i="0" baseline="0"/>
            <a:t>lua_pcall(): calls the compiled function safely.</a:t>
          </a:r>
          <a:endParaRPr lang="en-US"/>
        </a:p>
      </dgm:t>
    </dgm:pt>
    <dgm:pt modelId="{089A6E43-617A-4057-ACFF-2115AA8A4367}" type="parTrans" cxnId="{D55F8ECA-33DB-43DF-AA2F-7C81E80E749A}">
      <dgm:prSet/>
      <dgm:spPr/>
      <dgm:t>
        <a:bodyPr/>
        <a:lstStyle/>
        <a:p>
          <a:endParaRPr lang="en-US"/>
        </a:p>
      </dgm:t>
    </dgm:pt>
    <dgm:pt modelId="{46E8104D-58DE-49BF-893F-E96A80894EDB}" type="sibTrans" cxnId="{D55F8ECA-33DB-43DF-AA2F-7C81E80E749A}">
      <dgm:prSet/>
      <dgm:spPr/>
      <dgm:t>
        <a:bodyPr/>
        <a:lstStyle/>
        <a:p>
          <a:endParaRPr lang="en-US"/>
        </a:p>
      </dgm:t>
    </dgm:pt>
    <dgm:pt modelId="{C07AF0AB-24E5-49D3-A633-A2131F14C384}" type="pres">
      <dgm:prSet presAssocID="{BAB2946B-A202-4C7D-B4C9-2448D8970037}" presName="Name0" presStyleCnt="0">
        <dgm:presLayoutVars>
          <dgm:dir/>
          <dgm:resizeHandles val="exact"/>
        </dgm:presLayoutVars>
      </dgm:prSet>
      <dgm:spPr/>
    </dgm:pt>
    <dgm:pt modelId="{485A18E8-78CB-4931-A625-40A1371B5ACC}" type="pres">
      <dgm:prSet presAssocID="{8F9E0FAA-45EC-49F2-9EBF-C087BA5E8701}" presName="node" presStyleLbl="node1" presStyleIdx="0" presStyleCnt="7">
        <dgm:presLayoutVars>
          <dgm:bulletEnabled val="1"/>
        </dgm:presLayoutVars>
      </dgm:prSet>
      <dgm:spPr/>
    </dgm:pt>
    <dgm:pt modelId="{1780C7BE-C7C7-4EA1-9882-D3BE0293A682}" type="pres">
      <dgm:prSet presAssocID="{B8BB187A-328E-4251-A0B2-A259EDB2A7DD}" presName="sibTrans" presStyleLbl="sibTrans1D1" presStyleIdx="0" presStyleCnt="6"/>
      <dgm:spPr/>
    </dgm:pt>
    <dgm:pt modelId="{835CC308-5BCB-4AA2-9DF6-C29AE6B1CDA1}" type="pres">
      <dgm:prSet presAssocID="{B8BB187A-328E-4251-A0B2-A259EDB2A7DD}" presName="connectorText" presStyleLbl="sibTrans1D1" presStyleIdx="0" presStyleCnt="6"/>
      <dgm:spPr/>
    </dgm:pt>
    <dgm:pt modelId="{DB04B679-0C95-4E0C-B413-ACE01BF543CF}" type="pres">
      <dgm:prSet presAssocID="{A3AD54BC-5C70-415C-B293-51F52FF41AED}" presName="node" presStyleLbl="node1" presStyleIdx="1" presStyleCnt="7">
        <dgm:presLayoutVars>
          <dgm:bulletEnabled val="1"/>
        </dgm:presLayoutVars>
      </dgm:prSet>
      <dgm:spPr/>
    </dgm:pt>
    <dgm:pt modelId="{C2239193-6DDF-4131-ADD9-929434C2D1B3}" type="pres">
      <dgm:prSet presAssocID="{6A7E8B0B-ACD5-48BD-AB7E-F993DE9678D3}" presName="sibTrans" presStyleLbl="sibTrans1D1" presStyleIdx="1" presStyleCnt="6"/>
      <dgm:spPr/>
    </dgm:pt>
    <dgm:pt modelId="{8725890C-AD4D-4C77-B34D-01DB8FABD0CC}" type="pres">
      <dgm:prSet presAssocID="{6A7E8B0B-ACD5-48BD-AB7E-F993DE9678D3}" presName="connectorText" presStyleLbl="sibTrans1D1" presStyleIdx="1" presStyleCnt="6"/>
      <dgm:spPr/>
    </dgm:pt>
    <dgm:pt modelId="{AA02CC2F-AF9E-4593-BDE7-F6539C99C2F1}" type="pres">
      <dgm:prSet presAssocID="{E7298E47-28D6-48B3-B985-4A8F569B10AF}" presName="node" presStyleLbl="node1" presStyleIdx="2" presStyleCnt="7">
        <dgm:presLayoutVars>
          <dgm:bulletEnabled val="1"/>
        </dgm:presLayoutVars>
      </dgm:prSet>
      <dgm:spPr/>
    </dgm:pt>
    <dgm:pt modelId="{60155A2F-E33A-4878-AA23-C465B4A89687}" type="pres">
      <dgm:prSet presAssocID="{78E205D1-D9BA-4906-9D5A-764D96FEA613}" presName="sibTrans" presStyleLbl="sibTrans1D1" presStyleIdx="2" presStyleCnt="6"/>
      <dgm:spPr/>
    </dgm:pt>
    <dgm:pt modelId="{C7D390DF-2B36-45DC-9279-36BC00C537A4}" type="pres">
      <dgm:prSet presAssocID="{78E205D1-D9BA-4906-9D5A-764D96FEA613}" presName="connectorText" presStyleLbl="sibTrans1D1" presStyleIdx="2" presStyleCnt="6"/>
      <dgm:spPr/>
    </dgm:pt>
    <dgm:pt modelId="{15F335C7-923A-42B0-93E9-0AA015FE0D44}" type="pres">
      <dgm:prSet presAssocID="{91A4144D-CD32-42DE-98C6-7CA503E075FB}" presName="node" presStyleLbl="node1" presStyleIdx="3" presStyleCnt="7">
        <dgm:presLayoutVars>
          <dgm:bulletEnabled val="1"/>
        </dgm:presLayoutVars>
      </dgm:prSet>
      <dgm:spPr/>
    </dgm:pt>
    <dgm:pt modelId="{4576128F-9BEB-4FB7-96FC-5F382E52F5CF}" type="pres">
      <dgm:prSet presAssocID="{804FB9DD-5E7C-40E0-9472-74C15BE803A1}" presName="sibTrans" presStyleLbl="sibTrans1D1" presStyleIdx="3" presStyleCnt="6"/>
      <dgm:spPr/>
    </dgm:pt>
    <dgm:pt modelId="{985E9F98-8D3F-4938-A485-A506A8C026D7}" type="pres">
      <dgm:prSet presAssocID="{804FB9DD-5E7C-40E0-9472-74C15BE803A1}" presName="connectorText" presStyleLbl="sibTrans1D1" presStyleIdx="3" presStyleCnt="6"/>
      <dgm:spPr/>
    </dgm:pt>
    <dgm:pt modelId="{B1DBD4CD-0C0A-4FDB-9D39-6360E2F5160D}" type="pres">
      <dgm:prSet presAssocID="{F4402138-DBD2-43D3-9F41-FC159D0E9E4F}" presName="node" presStyleLbl="node1" presStyleIdx="4" presStyleCnt="7">
        <dgm:presLayoutVars>
          <dgm:bulletEnabled val="1"/>
        </dgm:presLayoutVars>
      </dgm:prSet>
      <dgm:spPr/>
    </dgm:pt>
    <dgm:pt modelId="{D54FEC7D-1550-4F80-8A23-0C9CE5EE1158}" type="pres">
      <dgm:prSet presAssocID="{4E311BF7-86F1-4625-B064-6A4F3FFCAB50}" presName="sibTrans" presStyleLbl="sibTrans1D1" presStyleIdx="4" presStyleCnt="6"/>
      <dgm:spPr/>
    </dgm:pt>
    <dgm:pt modelId="{C8AB5EB5-911A-4560-BCBE-C33BAF3DA071}" type="pres">
      <dgm:prSet presAssocID="{4E311BF7-86F1-4625-B064-6A4F3FFCAB50}" presName="connectorText" presStyleLbl="sibTrans1D1" presStyleIdx="4" presStyleCnt="6"/>
      <dgm:spPr/>
    </dgm:pt>
    <dgm:pt modelId="{4696DAC8-9899-415C-898D-88EBAA118B5B}" type="pres">
      <dgm:prSet presAssocID="{BACDBF07-BCEA-4B63-B038-9DA88E9FD585}" presName="node" presStyleLbl="node1" presStyleIdx="5" presStyleCnt="7">
        <dgm:presLayoutVars>
          <dgm:bulletEnabled val="1"/>
        </dgm:presLayoutVars>
      </dgm:prSet>
      <dgm:spPr/>
    </dgm:pt>
    <dgm:pt modelId="{DC192D52-6353-4B56-9B38-21D64A8F018D}" type="pres">
      <dgm:prSet presAssocID="{979502FA-F039-4CC0-A927-135FE2CDD2C7}" presName="sibTrans" presStyleLbl="sibTrans1D1" presStyleIdx="5" presStyleCnt="6"/>
      <dgm:spPr/>
    </dgm:pt>
    <dgm:pt modelId="{5B1CEE6D-B303-4A8C-9254-DB42E1CB00FB}" type="pres">
      <dgm:prSet presAssocID="{979502FA-F039-4CC0-A927-135FE2CDD2C7}" presName="connectorText" presStyleLbl="sibTrans1D1" presStyleIdx="5" presStyleCnt="6"/>
      <dgm:spPr/>
    </dgm:pt>
    <dgm:pt modelId="{571E1022-6A2F-4100-861E-2B234D1609A7}" type="pres">
      <dgm:prSet presAssocID="{96753155-6BA6-4E6B-952F-74495C7C575D}" presName="node" presStyleLbl="node1" presStyleIdx="6" presStyleCnt="7">
        <dgm:presLayoutVars>
          <dgm:bulletEnabled val="1"/>
        </dgm:presLayoutVars>
      </dgm:prSet>
      <dgm:spPr/>
    </dgm:pt>
  </dgm:ptLst>
  <dgm:cxnLst>
    <dgm:cxn modelId="{42601907-B882-4775-AD08-93BE2B1A6C49}" type="presOf" srcId="{A3AD54BC-5C70-415C-B293-51F52FF41AED}" destId="{DB04B679-0C95-4E0C-B413-ACE01BF543CF}" srcOrd="0" destOrd="0" presId="urn:microsoft.com/office/officeart/2016/7/layout/RepeatingBendingProcessNew"/>
    <dgm:cxn modelId="{20349312-0CFC-4E67-8C54-EFD55ED02EDB}" srcId="{BAB2946B-A202-4C7D-B4C9-2448D8970037}" destId="{A3AD54BC-5C70-415C-B293-51F52FF41AED}" srcOrd="1" destOrd="0" parTransId="{94FA4208-FBF1-4129-987F-E7FC0EA21780}" sibTransId="{6A7E8B0B-ACD5-48BD-AB7E-F993DE9678D3}"/>
    <dgm:cxn modelId="{BAB1BD13-0392-4D5B-B4A7-A60D213C2CAF}" srcId="{BAB2946B-A202-4C7D-B4C9-2448D8970037}" destId="{F4402138-DBD2-43D3-9F41-FC159D0E9E4F}" srcOrd="4" destOrd="0" parTransId="{32528485-79F5-4B9D-A498-3A7E1D1C292A}" sibTransId="{4E311BF7-86F1-4625-B064-6A4F3FFCAB50}"/>
    <dgm:cxn modelId="{10704414-CBEF-4E5E-9C8D-DF71FA8EE496}" type="presOf" srcId="{4E311BF7-86F1-4625-B064-6A4F3FFCAB50}" destId="{D54FEC7D-1550-4F80-8A23-0C9CE5EE1158}" srcOrd="0" destOrd="0" presId="urn:microsoft.com/office/officeart/2016/7/layout/RepeatingBendingProcessNew"/>
    <dgm:cxn modelId="{18B94C1A-ABCB-47E6-A660-91DC33514ABA}" srcId="{BAB2946B-A202-4C7D-B4C9-2448D8970037}" destId="{8F9E0FAA-45EC-49F2-9EBF-C087BA5E8701}" srcOrd="0" destOrd="0" parTransId="{E74FB458-099F-4F65-99EC-ADFF3E8A9D65}" sibTransId="{B8BB187A-328E-4251-A0B2-A259EDB2A7DD}"/>
    <dgm:cxn modelId="{9626261C-A270-4B0D-BAE2-F3965355F6C4}" type="presOf" srcId="{804FB9DD-5E7C-40E0-9472-74C15BE803A1}" destId="{985E9F98-8D3F-4938-A485-A506A8C026D7}" srcOrd="1" destOrd="0" presId="urn:microsoft.com/office/officeart/2016/7/layout/RepeatingBendingProcessNew"/>
    <dgm:cxn modelId="{BF906030-A04B-4C8E-B944-16497AE839DE}" type="presOf" srcId="{BAB2946B-A202-4C7D-B4C9-2448D8970037}" destId="{C07AF0AB-24E5-49D3-A633-A2131F14C384}" srcOrd="0" destOrd="0" presId="urn:microsoft.com/office/officeart/2016/7/layout/RepeatingBendingProcessNew"/>
    <dgm:cxn modelId="{C02EED34-5D6A-460D-9305-54CBF5227669}" srcId="{BAB2946B-A202-4C7D-B4C9-2448D8970037}" destId="{BACDBF07-BCEA-4B63-B038-9DA88E9FD585}" srcOrd="5" destOrd="0" parTransId="{FB029D91-594F-4D16-9EA9-A337237FD942}" sibTransId="{979502FA-F039-4CC0-A927-135FE2CDD2C7}"/>
    <dgm:cxn modelId="{5E6E2437-9459-4EDC-80AD-4374EDD6F38F}" type="presOf" srcId="{BACDBF07-BCEA-4B63-B038-9DA88E9FD585}" destId="{4696DAC8-9899-415C-898D-88EBAA118B5B}" srcOrd="0" destOrd="0" presId="urn:microsoft.com/office/officeart/2016/7/layout/RepeatingBendingProcessNew"/>
    <dgm:cxn modelId="{FD80E93F-C237-410C-B4B6-940611F8B142}" type="presOf" srcId="{96753155-6BA6-4E6B-952F-74495C7C575D}" destId="{571E1022-6A2F-4100-861E-2B234D1609A7}" srcOrd="0" destOrd="0" presId="urn:microsoft.com/office/officeart/2016/7/layout/RepeatingBendingProcessNew"/>
    <dgm:cxn modelId="{321B0440-47EB-4D7A-B63B-EA9861696E29}" type="presOf" srcId="{B8BB187A-328E-4251-A0B2-A259EDB2A7DD}" destId="{1780C7BE-C7C7-4EA1-9882-D3BE0293A682}" srcOrd="0" destOrd="0" presId="urn:microsoft.com/office/officeart/2016/7/layout/RepeatingBendingProcessNew"/>
    <dgm:cxn modelId="{7EF90F5F-2D5C-486E-BC2B-A62A242BF9AF}" srcId="{BAB2946B-A202-4C7D-B4C9-2448D8970037}" destId="{E7298E47-28D6-48B3-B985-4A8F569B10AF}" srcOrd="2" destOrd="0" parTransId="{0A1D1C0B-B33E-435F-B960-9A08863730AF}" sibTransId="{78E205D1-D9BA-4906-9D5A-764D96FEA613}"/>
    <dgm:cxn modelId="{B2E0514A-A1B2-4C5F-AC7D-93D122FAAA2B}" type="presOf" srcId="{78E205D1-D9BA-4906-9D5A-764D96FEA613}" destId="{C7D390DF-2B36-45DC-9279-36BC00C537A4}" srcOrd="1" destOrd="0" presId="urn:microsoft.com/office/officeart/2016/7/layout/RepeatingBendingProcessNew"/>
    <dgm:cxn modelId="{3DE8444B-B67D-4697-A9C6-64F42A46A07E}" type="presOf" srcId="{E7298E47-28D6-48B3-B985-4A8F569B10AF}" destId="{AA02CC2F-AF9E-4593-BDE7-F6539C99C2F1}" srcOrd="0" destOrd="0" presId="urn:microsoft.com/office/officeart/2016/7/layout/RepeatingBendingProcessNew"/>
    <dgm:cxn modelId="{B27D194C-0673-4CC7-9A65-F9F5EF7E2846}" type="presOf" srcId="{6A7E8B0B-ACD5-48BD-AB7E-F993DE9678D3}" destId="{8725890C-AD4D-4C77-B34D-01DB8FABD0CC}" srcOrd="1" destOrd="0" presId="urn:microsoft.com/office/officeart/2016/7/layout/RepeatingBendingProcessNew"/>
    <dgm:cxn modelId="{6BC67870-0B42-444D-822E-6DA434906A5B}" type="presOf" srcId="{B8BB187A-328E-4251-A0B2-A259EDB2A7DD}" destId="{835CC308-5BCB-4AA2-9DF6-C29AE6B1CDA1}" srcOrd="1" destOrd="0" presId="urn:microsoft.com/office/officeart/2016/7/layout/RepeatingBendingProcessNew"/>
    <dgm:cxn modelId="{BB1A3F57-4001-42CA-938D-916E9E16708A}" srcId="{BAB2946B-A202-4C7D-B4C9-2448D8970037}" destId="{91A4144D-CD32-42DE-98C6-7CA503E075FB}" srcOrd="3" destOrd="0" parTransId="{AAB62C40-26BA-4F78-8125-D2DED58267A0}" sibTransId="{804FB9DD-5E7C-40E0-9472-74C15BE803A1}"/>
    <dgm:cxn modelId="{B2D60F88-5D49-4D88-9098-EA2E31C813F3}" type="presOf" srcId="{8F9E0FAA-45EC-49F2-9EBF-C087BA5E8701}" destId="{485A18E8-78CB-4931-A625-40A1371B5ACC}" srcOrd="0" destOrd="0" presId="urn:microsoft.com/office/officeart/2016/7/layout/RepeatingBendingProcessNew"/>
    <dgm:cxn modelId="{69F34EC0-4DB8-4CEC-AC8B-210455ACB881}" type="presOf" srcId="{804FB9DD-5E7C-40E0-9472-74C15BE803A1}" destId="{4576128F-9BEB-4FB7-96FC-5F382E52F5CF}" srcOrd="0" destOrd="0" presId="urn:microsoft.com/office/officeart/2016/7/layout/RepeatingBendingProcessNew"/>
    <dgm:cxn modelId="{D55F8ECA-33DB-43DF-AA2F-7C81E80E749A}" srcId="{BAB2946B-A202-4C7D-B4C9-2448D8970037}" destId="{96753155-6BA6-4E6B-952F-74495C7C575D}" srcOrd="6" destOrd="0" parTransId="{089A6E43-617A-4057-ACFF-2115AA8A4367}" sibTransId="{46E8104D-58DE-49BF-893F-E96A80894EDB}"/>
    <dgm:cxn modelId="{8F4E8ECA-BAE8-4429-891E-8E6DA0826B89}" type="presOf" srcId="{78E205D1-D9BA-4906-9D5A-764D96FEA613}" destId="{60155A2F-E33A-4878-AA23-C465B4A89687}" srcOrd="0" destOrd="0" presId="urn:microsoft.com/office/officeart/2016/7/layout/RepeatingBendingProcessNew"/>
    <dgm:cxn modelId="{647670CB-4B4D-4D05-868E-F663D10193D3}" type="presOf" srcId="{979502FA-F039-4CC0-A927-135FE2CDD2C7}" destId="{5B1CEE6D-B303-4A8C-9254-DB42E1CB00FB}" srcOrd="1" destOrd="0" presId="urn:microsoft.com/office/officeart/2016/7/layout/RepeatingBendingProcessNew"/>
    <dgm:cxn modelId="{67082BCE-A161-411B-B96B-576D6C8D037F}" type="presOf" srcId="{4E311BF7-86F1-4625-B064-6A4F3FFCAB50}" destId="{C8AB5EB5-911A-4560-BCBE-C33BAF3DA071}" srcOrd="1" destOrd="0" presId="urn:microsoft.com/office/officeart/2016/7/layout/RepeatingBendingProcessNew"/>
    <dgm:cxn modelId="{BB628DD7-2FE6-40B0-B90D-A46F7E6A5B18}" type="presOf" srcId="{F4402138-DBD2-43D3-9F41-FC159D0E9E4F}" destId="{B1DBD4CD-0C0A-4FDB-9D39-6360E2F5160D}" srcOrd="0" destOrd="0" presId="urn:microsoft.com/office/officeart/2016/7/layout/RepeatingBendingProcessNew"/>
    <dgm:cxn modelId="{CF7435E1-6AA6-408D-901A-B34157C1AEEF}" type="presOf" srcId="{6A7E8B0B-ACD5-48BD-AB7E-F993DE9678D3}" destId="{C2239193-6DDF-4131-ADD9-929434C2D1B3}" srcOrd="0" destOrd="0" presId="urn:microsoft.com/office/officeart/2016/7/layout/RepeatingBendingProcessNew"/>
    <dgm:cxn modelId="{A3D196FB-9203-445C-B36E-ED322345D0B9}" type="presOf" srcId="{91A4144D-CD32-42DE-98C6-7CA503E075FB}" destId="{15F335C7-923A-42B0-93E9-0AA015FE0D44}" srcOrd="0" destOrd="0" presId="urn:microsoft.com/office/officeart/2016/7/layout/RepeatingBendingProcessNew"/>
    <dgm:cxn modelId="{294B2AFE-A933-4511-88F3-465FA923AAAE}" type="presOf" srcId="{979502FA-F039-4CC0-A927-135FE2CDD2C7}" destId="{DC192D52-6353-4B56-9B38-21D64A8F018D}" srcOrd="0" destOrd="0" presId="urn:microsoft.com/office/officeart/2016/7/layout/RepeatingBendingProcessNew"/>
    <dgm:cxn modelId="{B429ECB9-59D0-41B1-A60A-884A6C1354EA}" type="presParOf" srcId="{C07AF0AB-24E5-49D3-A633-A2131F14C384}" destId="{485A18E8-78CB-4931-A625-40A1371B5ACC}" srcOrd="0" destOrd="0" presId="urn:microsoft.com/office/officeart/2016/7/layout/RepeatingBendingProcessNew"/>
    <dgm:cxn modelId="{6964D52C-CDB7-40EF-856A-D4A2410E0100}" type="presParOf" srcId="{C07AF0AB-24E5-49D3-A633-A2131F14C384}" destId="{1780C7BE-C7C7-4EA1-9882-D3BE0293A682}" srcOrd="1" destOrd="0" presId="urn:microsoft.com/office/officeart/2016/7/layout/RepeatingBendingProcessNew"/>
    <dgm:cxn modelId="{336B6AFF-7FC6-411A-B48F-B29BBD543C65}" type="presParOf" srcId="{1780C7BE-C7C7-4EA1-9882-D3BE0293A682}" destId="{835CC308-5BCB-4AA2-9DF6-C29AE6B1CDA1}" srcOrd="0" destOrd="0" presId="urn:microsoft.com/office/officeart/2016/7/layout/RepeatingBendingProcessNew"/>
    <dgm:cxn modelId="{CF66356A-8E32-4B4F-AA3E-BD73899C7B33}" type="presParOf" srcId="{C07AF0AB-24E5-49D3-A633-A2131F14C384}" destId="{DB04B679-0C95-4E0C-B413-ACE01BF543CF}" srcOrd="2" destOrd="0" presId="urn:microsoft.com/office/officeart/2016/7/layout/RepeatingBendingProcessNew"/>
    <dgm:cxn modelId="{2C463563-5F33-4CA9-B7E7-0D855966AB05}" type="presParOf" srcId="{C07AF0AB-24E5-49D3-A633-A2131F14C384}" destId="{C2239193-6DDF-4131-ADD9-929434C2D1B3}" srcOrd="3" destOrd="0" presId="urn:microsoft.com/office/officeart/2016/7/layout/RepeatingBendingProcessNew"/>
    <dgm:cxn modelId="{90CCE6F1-ADC1-430D-8824-FC294360E279}" type="presParOf" srcId="{C2239193-6DDF-4131-ADD9-929434C2D1B3}" destId="{8725890C-AD4D-4C77-B34D-01DB8FABD0CC}" srcOrd="0" destOrd="0" presId="urn:microsoft.com/office/officeart/2016/7/layout/RepeatingBendingProcessNew"/>
    <dgm:cxn modelId="{B754C15A-5748-4103-B568-59A63DA13285}" type="presParOf" srcId="{C07AF0AB-24E5-49D3-A633-A2131F14C384}" destId="{AA02CC2F-AF9E-4593-BDE7-F6539C99C2F1}" srcOrd="4" destOrd="0" presId="urn:microsoft.com/office/officeart/2016/7/layout/RepeatingBendingProcessNew"/>
    <dgm:cxn modelId="{1700B157-AC41-4D83-8BC5-A75240AA49A4}" type="presParOf" srcId="{C07AF0AB-24E5-49D3-A633-A2131F14C384}" destId="{60155A2F-E33A-4878-AA23-C465B4A89687}" srcOrd="5" destOrd="0" presId="urn:microsoft.com/office/officeart/2016/7/layout/RepeatingBendingProcessNew"/>
    <dgm:cxn modelId="{6462BB3E-654C-4E84-820D-81C79BC29D72}" type="presParOf" srcId="{60155A2F-E33A-4878-AA23-C465B4A89687}" destId="{C7D390DF-2B36-45DC-9279-36BC00C537A4}" srcOrd="0" destOrd="0" presId="urn:microsoft.com/office/officeart/2016/7/layout/RepeatingBendingProcessNew"/>
    <dgm:cxn modelId="{0DAB5B37-41A0-41B9-8505-713427ECEE03}" type="presParOf" srcId="{C07AF0AB-24E5-49D3-A633-A2131F14C384}" destId="{15F335C7-923A-42B0-93E9-0AA015FE0D44}" srcOrd="6" destOrd="0" presId="urn:microsoft.com/office/officeart/2016/7/layout/RepeatingBendingProcessNew"/>
    <dgm:cxn modelId="{3037CAAC-9F51-4706-B1F7-9D21102EBB9C}" type="presParOf" srcId="{C07AF0AB-24E5-49D3-A633-A2131F14C384}" destId="{4576128F-9BEB-4FB7-96FC-5F382E52F5CF}" srcOrd="7" destOrd="0" presId="urn:microsoft.com/office/officeart/2016/7/layout/RepeatingBendingProcessNew"/>
    <dgm:cxn modelId="{4F32DA6C-4710-4138-BD8D-E90CCCB633C7}" type="presParOf" srcId="{4576128F-9BEB-4FB7-96FC-5F382E52F5CF}" destId="{985E9F98-8D3F-4938-A485-A506A8C026D7}" srcOrd="0" destOrd="0" presId="urn:microsoft.com/office/officeart/2016/7/layout/RepeatingBendingProcessNew"/>
    <dgm:cxn modelId="{58AFC4AC-7A8B-4609-B1D5-C1AE9678D157}" type="presParOf" srcId="{C07AF0AB-24E5-49D3-A633-A2131F14C384}" destId="{B1DBD4CD-0C0A-4FDB-9D39-6360E2F5160D}" srcOrd="8" destOrd="0" presId="urn:microsoft.com/office/officeart/2016/7/layout/RepeatingBendingProcessNew"/>
    <dgm:cxn modelId="{DB996082-8ECE-45BE-ACCF-EA31E1DF2579}" type="presParOf" srcId="{C07AF0AB-24E5-49D3-A633-A2131F14C384}" destId="{D54FEC7D-1550-4F80-8A23-0C9CE5EE1158}" srcOrd="9" destOrd="0" presId="urn:microsoft.com/office/officeart/2016/7/layout/RepeatingBendingProcessNew"/>
    <dgm:cxn modelId="{1DDFCB5D-CE69-4D23-AC13-14F16134DCA8}" type="presParOf" srcId="{D54FEC7D-1550-4F80-8A23-0C9CE5EE1158}" destId="{C8AB5EB5-911A-4560-BCBE-C33BAF3DA071}" srcOrd="0" destOrd="0" presId="urn:microsoft.com/office/officeart/2016/7/layout/RepeatingBendingProcessNew"/>
    <dgm:cxn modelId="{FDB06772-9EA5-4ECA-BF7A-2159D43F2CCC}" type="presParOf" srcId="{C07AF0AB-24E5-49D3-A633-A2131F14C384}" destId="{4696DAC8-9899-415C-898D-88EBAA118B5B}" srcOrd="10" destOrd="0" presId="urn:microsoft.com/office/officeart/2016/7/layout/RepeatingBendingProcessNew"/>
    <dgm:cxn modelId="{338F21C8-2AC7-4E20-B88F-C113540D16E3}" type="presParOf" srcId="{C07AF0AB-24E5-49D3-A633-A2131F14C384}" destId="{DC192D52-6353-4B56-9B38-21D64A8F018D}" srcOrd="11" destOrd="0" presId="urn:microsoft.com/office/officeart/2016/7/layout/RepeatingBendingProcessNew"/>
    <dgm:cxn modelId="{B80EAE97-9A56-4FAD-A936-19AEFD31A4D0}" type="presParOf" srcId="{DC192D52-6353-4B56-9B38-21D64A8F018D}" destId="{5B1CEE6D-B303-4A8C-9254-DB42E1CB00FB}" srcOrd="0" destOrd="0" presId="urn:microsoft.com/office/officeart/2016/7/layout/RepeatingBendingProcessNew"/>
    <dgm:cxn modelId="{42A01C1A-56E0-4408-B4F8-B89B9DC43DB9}" type="presParOf" srcId="{C07AF0AB-24E5-49D3-A633-A2131F14C384}" destId="{571E1022-6A2F-4100-861E-2B234D1609A7}" srcOrd="12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4F4A2CF8-4F06-48DB-9400-0093959C327C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D8F3CB94-E6FF-48A9-9F9B-537D86FDFED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/>
            <a:t>In Lua 5.2+, chunks run in a specific environment using the _ENV table:</a:t>
          </a:r>
          <a:endParaRPr lang="en-US"/>
        </a:p>
      </dgm:t>
    </dgm:pt>
    <dgm:pt modelId="{6F895546-BFEE-4591-A1B2-2AD3B2ED6BC8}" type="parTrans" cxnId="{C37036FA-57BC-4D35-9959-63C25AEC626A}">
      <dgm:prSet/>
      <dgm:spPr/>
      <dgm:t>
        <a:bodyPr/>
        <a:lstStyle/>
        <a:p>
          <a:endParaRPr lang="en-US"/>
        </a:p>
      </dgm:t>
    </dgm:pt>
    <dgm:pt modelId="{3EFD3546-FECC-486F-BF53-9EFBE8B5FFCD}" type="sibTrans" cxnId="{C37036FA-57BC-4D35-9959-63C25AEC626A}">
      <dgm:prSet/>
      <dgm:spPr/>
      <dgm:t>
        <a:bodyPr/>
        <a:lstStyle/>
        <a:p>
          <a:endParaRPr lang="en-US"/>
        </a:p>
      </dgm:t>
    </dgm:pt>
    <dgm:pt modelId="{D2EB00E6-6D86-4215-BC2F-EF00E84D1342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0"/>
            <a:t>_ENV = { print = print }</a:t>
          </a:r>
          <a:endParaRPr lang="en-US"/>
        </a:p>
      </dgm:t>
    </dgm:pt>
    <dgm:pt modelId="{076F3C4D-2EF9-440C-AD1C-862B27EE9920}" type="parTrans" cxnId="{497254A1-1C86-47A7-AB29-91D5EF28E26B}">
      <dgm:prSet/>
      <dgm:spPr/>
      <dgm:t>
        <a:bodyPr/>
        <a:lstStyle/>
        <a:p>
          <a:endParaRPr lang="en-US"/>
        </a:p>
      </dgm:t>
    </dgm:pt>
    <dgm:pt modelId="{F22DC2CD-83F2-4226-A2A0-E24D66DB9E82}" type="sibTrans" cxnId="{497254A1-1C86-47A7-AB29-91D5EF28E26B}">
      <dgm:prSet/>
      <dgm:spPr/>
      <dgm:t>
        <a:bodyPr/>
        <a:lstStyle/>
        <a:p>
          <a:endParaRPr lang="en-US"/>
        </a:p>
      </dgm:t>
    </dgm:pt>
    <dgm:pt modelId="{44C9E1FA-B052-4781-B4CC-C7179B1305D0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0"/>
            <a:t>load("print('Hello')")()  --&gt; OK</a:t>
          </a:r>
          <a:endParaRPr lang="en-US"/>
        </a:p>
      </dgm:t>
    </dgm:pt>
    <dgm:pt modelId="{CD98A02D-B827-4980-B734-C90C172CA427}" type="parTrans" cxnId="{7EC9012F-7C6F-46A0-91AB-C74824F02950}">
      <dgm:prSet/>
      <dgm:spPr/>
      <dgm:t>
        <a:bodyPr/>
        <a:lstStyle/>
        <a:p>
          <a:endParaRPr lang="en-US"/>
        </a:p>
      </dgm:t>
    </dgm:pt>
    <dgm:pt modelId="{B58DEAB2-E49C-4CB3-8107-6814640F2DB9}" type="sibTrans" cxnId="{7EC9012F-7C6F-46A0-91AB-C74824F02950}">
      <dgm:prSet/>
      <dgm:spPr/>
      <dgm:t>
        <a:bodyPr/>
        <a:lstStyle/>
        <a:p>
          <a:endParaRPr lang="en-US"/>
        </a:p>
      </dgm:t>
    </dgm:pt>
    <dgm:pt modelId="{37A5682B-8A53-411E-A318-DAC6E0BCAD96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0"/>
            <a:t>-- Limiting environment</a:t>
          </a:r>
          <a:endParaRPr lang="en-US"/>
        </a:p>
      </dgm:t>
    </dgm:pt>
    <dgm:pt modelId="{11882E76-1AD5-49EC-9AFA-EFD92C171DB2}" type="parTrans" cxnId="{A96D49E3-2256-4C6F-80D4-63CFC2838AA8}">
      <dgm:prSet/>
      <dgm:spPr/>
      <dgm:t>
        <a:bodyPr/>
        <a:lstStyle/>
        <a:p>
          <a:endParaRPr lang="en-US"/>
        </a:p>
      </dgm:t>
    </dgm:pt>
    <dgm:pt modelId="{F6332B65-48ED-475A-9B67-52D2E68D9C07}" type="sibTrans" cxnId="{A96D49E3-2256-4C6F-80D4-63CFC2838AA8}">
      <dgm:prSet/>
      <dgm:spPr/>
      <dgm:t>
        <a:bodyPr/>
        <a:lstStyle/>
        <a:p>
          <a:endParaRPr lang="en-US"/>
        </a:p>
      </dgm:t>
    </dgm:pt>
    <dgm:pt modelId="{B36BF1A3-C8A6-40A4-A563-CFF7CFF10FE0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0"/>
            <a:t>load("os.exit()")()       --&gt; Error if `os` is not in _ENV</a:t>
          </a:r>
          <a:endParaRPr lang="en-US"/>
        </a:p>
      </dgm:t>
    </dgm:pt>
    <dgm:pt modelId="{9B8B6736-ACDE-4C4C-9689-F873D5D3B0CC}" type="parTrans" cxnId="{77B49488-863A-4DFB-8A16-8AE4EF7F8D8C}">
      <dgm:prSet/>
      <dgm:spPr/>
      <dgm:t>
        <a:bodyPr/>
        <a:lstStyle/>
        <a:p>
          <a:endParaRPr lang="en-US"/>
        </a:p>
      </dgm:t>
    </dgm:pt>
    <dgm:pt modelId="{50AFC69A-608A-4862-80CA-634B8553C15A}" type="sibTrans" cxnId="{77B49488-863A-4DFB-8A16-8AE4EF7F8D8C}">
      <dgm:prSet/>
      <dgm:spPr/>
      <dgm:t>
        <a:bodyPr/>
        <a:lstStyle/>
        <a:p>
          <a:endParaRPr lang="en-US"/>
        </a:p>
      </dgm:t>
    </dgm:pt>
    <dgm:pt modelId="{50434198-C484-412B-B8DB-C7415C1108D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/>
            <a:t>In Lua 5.1, environments were set with setfenv.</a:t>
          </a:r>
          <a:endParaRPr lang="en-US"/>
        </a:p>
      </dgm:t>
    </dgm:pt>
    <dgm:pt modelId="{9B58F62C-3B96-46B1-90A5-F9486AA9148E}" type="parTrans" cxnId="{CE7DD88A-1728-40C6-B602-9014C4D7606B}">
      <dgm:prSet/>
      <dgm:spPr/>
      <dgm:t>
        <a:bodyPr/>
        <a:lstStyle/>
        <a:p>
          <a:endParaRPr lang="en-US"/>
        </a:p>
      </dgm:t>
    </dgm:pt>
    <dgm:pt modelId="{C562991F-63B4-4FDD-B454-FC5EE50601B7}" type="sibTrans" cxnId="{CE7DD88A-1728-40C6-B602-9014C4D7606B}">
      <dgm:prSet/>
      <dgm:spPr/>
      <dgm:t>
        <a:bodyPr/>
        <a:lstStyle/>
        <a:p>
          <a:endParaRPr lang="en-US"/>
        </a:p>
      </dgm:t>
    </dgm:pt>
    <dgm:pt modelId="{F4342181-4474-4385-A895-1EA9D0E2CB47}" type="pres">
      <dgm:prSet presAssocID="{4F4A2CF8-4F06-48DB-9400-0093959C327C}" presName="root" presStyleCnt="0">
        <dgm:presLayoutVars>
          <dgm:dir/>
          <dgm:resizeHandles val="exact"/>
        </dgm:presLayoutVars>
      </dgm:prSet>
      <dgm:spPr/>
    </dgm:pt>
    <dgm:pt modelId="{BDBF2E44-E698-4955-9A7A-ABE2D8D02742}" type="pres">
      <dgm:prSet presAssocID="{D8F3CB94-E6FF-48A9-9F9B-537D86FDFED0}" presName="compNode" presStyleCnt="0"/>
      <dgm:spPr/>
    </dgm:pt>
    <dgm:pt modelId="{E2EB444E-BED7-4DEF-BC6D-5C918765AC3D}" type="pres">
      <dgm:prSet presAssocID="{D8F3CB94-E6FF-48A9-9F9B-537D86FDFED0}" presName="bgRect" presStyleLbl="bgShp" presStyleIdx="0" presStyleCnt="6"/>
      <dgm:spPr/>
    </dgm:pt>
    <dgm:pt modelId="{F2A51164-243E-4945-915B-9160A10A601B}" type="pres">
      <dgm:prSet presAssocID="{D8F3CB94-E6FF-48A9-9F9B-537D86FDFED0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3E94F5EB-98AC-4E5C-A8BB-CB10D8E7F310}" type="pres">
      <dgm:prSet presAssocID="{D8F3CB94-E6FF-48A9-9F9B-537D86FDFED0}" presName="spaceRect" presStyleCnt="0"/>
      <dgm:spPr/>
    </dgm:pt>
    <dgm:pt modelId="{2CD06DE6-95C2-43E8-8C11-BAD383795963}" type="pres">
      <dgm:prSet presAssocID="{D8F3CB94-E6FF-48A9-9F9B-537D86FDFED0}" presName="parTx" presStyleLbl="revTx" presStyleIdx="0" presStyleCnt="6">
        <dgm:presLayoutVars>
          <dgm:chMax val="0"/>
          <dgm:chPref val="0"/>
        </dgm:presLayoutVars>
      </dgm:prSet>
      <dgm:spPr/>
    </dgm:pt>
    <dgm:pt modelId="{A415B8D3-EF4C-46CC-BDCE-A85BF2B68DFF}" type="pres">
      <dgm:prSet presAssocID="{3EFD3546-FECC-486F-BF53-9EFBE8B5FFCD}" presName="sibTrans" presStyleCnt="0"/>
      <dgm:spPr/>
    </dgm:pt>
    <dgm:pt modelId="{E9F474CE-ED22-416E-ACD1-FBD6EB1C5804}" type="pres">
      <dgm:prSet presAssocID="{D2EB00E6-6D86-4215-BC2F-EF00E84D1342}" presName="compNode" presStyleCnt="0"/>
      <dgm:spPr/>
    </dgm:pt>
    <dgm:pt modelId="{4D0BDA02-BED7-414D-B045-F67EF17F70EC}" type="pres">
      <dgm:prSet presAssocID="{D2EB00E6-6D86-4215-BC2F-EF00E84D1342}" presName="bgRect" presStyleLbl="bgShp" presStyleIdx="1" presStyleCnt="6"/>
      <dgm:spPr/>
    </dgm:pt>
    <dgm:pt modelId="{C6F30CE0-0A8B-4B28-AEE6-D042EC133C5D}" type="pres">
      <dgm:prSet presAssocID="{D2EB00E6-6D86-4215-BC2F-EF00E84D1342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inter"/>
        </a:ext>
      </dgm:extLst>
    </dgm:pt>
    <dgm:pt modelId="{260B9154-042D-45FE-BFD4-1BF269FFED94}" type="pres">
      <dgm:prSet presAssocID="{D2EB00E6-6D86-4215-BC2F-EF00E84D1342}" presName="spaceRect" presStyleCnt="0"/>
      <dgm:spPr/>
    </dgm:pt>
    <dgm:pt modelId="{65DC9DCC-1A8E-4069-BB47-C14D73678802}" type="pres">
      <dgm:prSet presAssocID="{D2EB00E6-6D86-4215-BC2F-EF00E84D1342}" presName="parTx" presStyleLbl="revTx" presStyleIdx="1" presStyleCnt="6">
        <dgm:presLayoutVars>
          <dgm:chMax val="0"/>
          <dgm:chPref val="0"/>
        </dgm:presLayoutVars>
      </dgm:prSet>
      <dgm:spPr/>
    </dgm:pt>
    <dgm:pt modelId="{E0476C31-4FBD-465D-8259-DF7504E7F6D0}" type="pres">
      <dgm:prSet presAssocID="{F22DC2CD-83F2-4226-A2A0-E24D66DB9E82}" presName="sibTrans" presStyleCnt="0"/>
      <dgm:spPr/>
    </dgm:pt>
    <dgm:pt modelId="{163FB4F4-53C8-4E53-A484-D4B52118059A}" type="pres">
      <dgm:prSet presAssocID="{44C9E1FA-B052-4781-B4CC-C7179B1305D0}" presName="compNode" presStyleCnt="0"/>
      <dgm:spPr/>
    </dgm:pt>
    <dgm:pt modelId="{3FE0892C-B1E6-4BA3-97CF-76ADDBCD5A8C}" type="pres">
      <dgm:prSet presAssocID="{44C9E1FA-B052-4781-B4CC-C7179B1305D0}" presName="bgRect" presStyleLbl="bgShp" presStyleIdx="2" presStyleCnt="6"/>
      <dgm:spPr/>
    </dgm:pt>
    <dgm:pt modelId="{9F3B9A30-C232-470B-9422-588C4D4143B5}" type="pres">
      <dgm:prSet presAssocID="{44C9E1FA-B052-4781-B4CC-C7179B1305D0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ax"/>
        </a:ext>
      </dgm:extLst>
    </dgm:pt>
    <dgm:pt modelId="{211CC9EE-7857-4131-82D1-C567AC857A46}" type="pres">
      <dgm:prSet presAssocID="{44C9E1FA-B052-4781-B4CC-C7179B1305D0}" presName="spaceRect" presStyleCnt="0"/>
      <dgm:spPr/>
    </dgm:pt>
    <dgm:pt modelId="{10C9BA76-63CF-49AB-9DD7-FA5FF58EC1B0}" type="pres">
      <dgm:prSet presAssocID="{44C9E1FA-B052-4781-B4CC-C7179B1305D0}" presName="parTx" presStyleLbl="revTx" presStyleIdx="2" presStyleCnt="6">
        <dgm:presLayoutVars>
          <dgm:chMax val="0"/>
          <dgm:chPref val="0"/>
        </dgm:presLayoutVars>
      </dgm:prSet>
      <dgm:spPr/>
    </dgm:pt>
    <dgm:pt modelId="{53D572C3-B954-4BD0-A1E7-099BD2D18CCE}" type="pres">
      <dgm:prSet presAssocID="{B58DEAB2-E49C-4CB3-8107-6814640F2DB9}" presName="sibTrans" presStyleCnt="0"/>
      <dgm:spPr/>
    </dgm:pt>
    <dgm:pt modelId="{C8988DEC-C44E-4AA0-8903-313464696B39}" type="pres">
      <dgm:prSet presAssocID="{37A5682B-8A53-411E-A318-DAC6E0BCAD96}" presName="compNode" presStyleCnt="0"/>
      <dgm:spPr/>
    </dgm:pt>
    <dgm:pt modelId="{AC0B1E68-9F1A-43D2-B849-DB7B837D1D33}" type="pres">
      <dgm:prSet presAssocID="{37A5682B-8A53-411E-A318-DAC6E0BCAD96}" presName="bgRect" presStyleLbl="bgShp" presStyleIdx="3" presStyleCnt="6"/>
      <dgm:spPr/>
    </dgm:pt>
    <dgm:pt modelId="{31C7DDA8-DB96-4428-B7C7-3D041A1D1335}" type="pres">
      <dgm:prSet presAssocID="{37A5682B-8A53-411E-A318-DAC6E0BCAD96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stainability"/>
        </a:ext>
      </dgm:extLst>
    </dgm:pt>
    <dgm:pt modelId="{D1C222FC-639C-42B9-8C68-A6481EAE1CB2}" type="pres">
      <dgm:prSet presAssocID="{37A5682B-8A53-411E-A318-DAC6E0BCAD96}" presName="spaceRect" presStyleCnt="0"/>
      <dgm:spPr/>
    </dgm:pt>
    <dgm:pt modelId="{38C4BFFC-1934-4F44-A341-D0C1146A8ADB}" type="pres">
      <dgm:prSet presAssocID="{37A5682B-8A53-411E-A318-DAC6E0BCAD96}" presName="parTx" presStyleLbl="revTx" presStyleIdx="3" presStyleCnt="6">
        <dgm:presLayoutVars>
          <dgm:chMax val="0"/>
          <dgm:chPref val="0"/>
        </dgm:presLayoutVars>
      </dgm:prSet>
      <dgm:spPr/>
    </dgm:pt>
    <dgm:pt modelId="{39430BD7-F157-4CB2-BE4F-DE79F935BD5C}" type="pres">
      <dgm:prSet presAssocID="{F6332B65-48ED-475A-9B67-52D2E68D9C07}" presName="sibTrans" presStyleCnt="0"/>
      <dgm:spPr/>
    </dgm:pt>
    <dgm:pt modelId="{2638AFCE-83FE-4A93-8DD9-97FD61F8F380}" type="pres">
      <dgm:prSet presAssocID="{B36BF1A3-C8A6-40A4-A563-CFF7CFF10FE0}" presName="compNode" presStyleCnt="0"/>
      <dgm:spPr/>
    </dgm:pt>
    <dgm:pt modelId="{61477306-4A28-421A-B4EB-19FE6A09E515}" type="pres">
      <dgm:prSet presAssocID="{B36BF1A3-C8A6-40A4-A563-CFF7CFF10FE0}" presName="bgRect" presStyleLbl="bgShp" presStyleIdx="4" presStyleCnt="6"/>
      <dgm:spPr/>
    </dgm:pt>
    <dgm:pt modelId="{2D51167C-427C-4ECD-A7AD-4BEEDF7650F2}" type="pres">
      <dgm:prSet presAssocID="{B36BF1A3-C8A6-40A4-A563-CFF7CFF10FE0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8121C405-4707-4D36-AF4B-9514A0E55C45}" type="pres">
      <dgm:prSet presAssocID="{B36BF1A3-C8A6-40A4-A563-CFF7CFF10FE0}" presName="spaceRect" presStyleCnt="0"/>
      <dgm:spPr/>
    </dgm:pt>
    <dgm:pt modelId="{4B8D698C-5D6E-45F9-B581-493562FEDE13}" type="pres">
      <dgm:prSet presAssocID="{B36BF1A3-C8A6-40A4-A563-CFF7CFF10FE0}" presName="parTx" presStyleLbl="revTx" presStyleIdx="4" presStyleCnt="6">
        <dgm:presLayoutVars>
          <dgm:chMax val="0"/>
          <dgm:chPref val="0"/>
        </dgm:presLayoutVars>
      </dgm:prSet>
      <dgm:spPr/>
    </dgm:pt>
    <dgm:pt modelId="{3915C92F-A498-46BE-A12C-FF1391BCB20A}" type="pres">
      <dgm:prSet presAssocID="{50AFC69A-608A-4862-80CA-634B8553C15A}" presName="sibTrans" presStyleCnt="0"/>
      <dgm:spPr/>
    </dgm:pt>
    <dgm:pt modelId="{F38A58A6-F48B-4566-8CB0-7A081C3CC9C0}" type="pres">
      <dgm:prSet presAssocID="{50434198-C484-412B-B8DB-C7415C1108D6}" presName="compNode" presStyleCnt="0"/>
      <dgm:spPr/>
    </dgm:pt>
    <dgm:pt modelId="{3A45F213-2350-49E9-B65A-BF8D69183107}" type="pres">
      <dgm:prSet presAssocID="{50434198-C484-412B-B8DB-C7415C1108D6}" presName="bgRect" presStyleLbl="bgShp" presStyleIdx="5" presStyleCnt="6"/>
      <dgm:spPr/>
    </dgm:pt>
    <dgm:pt modelId="{E53F6792-6692-4844-BD82-F90CECD8E1D4}" type="pres">
      <dgm:prSet presAssocID="{50434198-C484-412B-B8DB-C7415C1108D6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1B6A0FD7-487D-43A3-9B7C-A49F61889D50}" type="pres">
      <dgm:prSet presAssocID="{50434198-C484-412B-B8DB-C7415C1108D6}" presName="spaceRect" presStyleCnt="0"/>
      <dgm:spPr/>
    </dgm:pt>
    <dgm:pt modelId="{8CDCFEFB-23AB-4FA9-A36E-1C6D37751706}" type="pres">
      <dgm:prSet presAssocID="{50434198-C484-412B-B8DB-C7415C1108D6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61E37712-965C-4F54-8824-D6C2852729FE}" type="presOf" srcId="{4F4A2CF8-4F06-48DB-9400-0093959C327C}" destId="{F4342181-4474-4385-A895-1EA9D0E2CB47}" srcOrd="0" destOrd="0" presId="urn:microsoft.com/office/officeart/2018/2/layout/IconVerticalSolidList"/>
    <dgm:cxn modelId="{7EC9012F-7C6F-46A0-91AB-C74824F02950}" srcId="{4F4A2CF8-4F06-48DB-9400-0093959C327C}" destId="{44C9E1FA-B052-4781-B4CC-C7179B1305D0}" srcOrd="2" destOrd="0" parTransId="{CD98A02D-B827-4980-B734-C90C172CA427}" sibTransId="{B58DEAB2-E49C-4CB3-8107-6814640F2DB9}"/>
    <dgm:cxn modelId="{722C5665-E646-4DE4-98FE-AAFE1BADA005}" type="presOf" srcId="{44C9E1FA-B052-4781-B4CC-C7179B1305D0}" destId="{10C9BA76-63CF-49AB-9DD7-FA5FF58EC1B0}" srcOrd="0" destOrd="0" presId="urn:microsoft.com/office/officeart/2018/2/layout/IconVerticalSolidList"/>
    <dgm:cxn modelId="{382AEB67-8ABD-46F3-BAEE-E793A532557B}" type="presOf" srcId="{50434198-C484-412B-B8DB-C7415C1108D6}" destId="{8CDCFEFB-23AB-4FA9-A36E-1C6D37751706}" srcOrd="0" destOrd="0" presId="urn:microsoft.com/office/officeart/2018/2/layout/IconVerticalSolidList"/>
    <dgm:cxn modelId="{0C86464A-2C77-4061-A79F-41F2D21A962C}" type="presOf" srcId="{B36BF1A3-C8A6-40A4-A563-CFF7CFF10FE0}" destId="{4B8D698C-5D6E-45F9-B581-493562FEDE13}" srcOrd="0" destOrd="0" presId="urn:microsoft.com/office/officeart/2018/2/layout/IconVerticalSolidList"/>
    <dgm:cxn modelId="{A2F48386-C0EF-47F2-99F7-99F2909F4994}" type="presOf" srcId="{D8F3CB94-E6FF-48A9-9F9B-537D86FDFED0}" destId="{2CD06DE6-95C2-43E8-8C11-BAD383795963}" srcOrd="0" destOrd="0" presId="urn:microsoft.com/office/officeart/2018/2/layout/IconVerticalSolidList"/>
    <dgm:cxn modelId="{77B49488-863A-4DFB-8A16-8AE4EF7F8D8C}" srcId="{4F4A2CF8-4F06-48DB-9400-0093959C327C}" destId="{B36BF1A3-C8A6-40A4-A563-CFF7CFF10FE0}" srcOrd="4" destOrd="0" parTransId="{9B8B6736-ACDE-4C4C-9689-F873D5D3B0CC}" sibTransId="{50AFC69A-608A-4862-80CA-634B8553C15A}"/>
    <dgm:cxn modelId="{CE7DD88A-1728-40C6-B602-9014C4D7606B}" srcId="{4F4A2CF8-4F06-48DB-9400-0093959C327C}" destId="{50434198-C484-412B-B8DB-C7415C1108D6}" srcOrd="5" destOrd="0" parTransId="{9B58F62C-3B96-46B1-90A5-F9486AA9148E}" sibTransId="{C562991F-63B4-4FDD-B454-FC5EE50601B7}"/>
    <dgm:cxn modelId="{497254A1-1C86-47A7-AB29-91D5EF28E26B}" srcId="{4F4A2CF8-4F06-48DB-9400-0093959C327C}" destId="{D2EB00E6-6D86-4215-BC2F-EF00E84D1342}" srcOrd="1" destOrd="0" parTransId="{076F3C4D-2EF9-440C-AD1C-862B27EE9920}" sibTransId="{F22DC2CD-83F2-4226-A2A0-E24D66DB9E82}"/>
    <dgm:cxn modelId="{321CF7B1-4AE8-4FFA-B2D2-1565828C2AC6}" type="presOf" srcId="{37A5682B-8A53-411E-A318-DAC6E0BCAD96}" destId="{38C4BFFC-1934-4F44-A341-D0C1146A8ADB}" srcOrd="0" destOrd="0" presId="urn:microsoft.com/office/officeart/2018/2/layout/IconVerticalSolidList"/>
    <dgm:cxn modelId="{ADC643D7-3E1B-477B-9511-54BE941C8EA7}" type="presOf" srcId="{D2EB00E6-6D86-4215-BC2F-EF00E84D1342}" destId="{65DC9DCC-1A8E-4069-BB47-C14D73678802}" srcOrd="0" destOrd="0" presId="urn:microsoft.com/office/officeart/2018/2/layout/IconVerticalSolidList"/>
    <dgm:cxn modelId="{A96D49E3-2256-4C6F-80D4-63CFC2838AA8}" srcId="{4F4A2CF8-4F06-48DB-9400-0093959C327C}" destId="{37A5682B-8A53-411E-A318-DAC6E0BCAD96}" srcOrd="3" destOrd="0" parTransId="{11882E76-1AD5-49EC-9AFA-EFD92C171DB2}" sibTransId="{F6332B65-48ED-475A-9B67-52D2E68D9C07}"/>
    <dgm:cxn modelId="{C37036FA-57BC-4D35-9959-63C25AEC626A}" srcId="{4F4A2CF8-4F06-48DB-9400-0093959C327C}" destId="{D8F3CB94-E6FF-48A9-9F9B-537D86FDFED0}" srcOrd="0" destOrd="0" parTransId="{6F895546-BFEE-4591-A1B2-2AD3B2ED6BC8}" sibTransId="{3EFD3546-FECC-486F-BF53-9EFBE8B5FFCD}"/>
    <dgm:cxn modelId="{4960DA71-A253-4780-9537-EF36D9E15DE3}" type="presParOf" srcId="{F4342181-4474-4385-A895-1EA9D0E2CB47}" destId="{BDBF2E44-E698-4955-9A7A-ABE2D8D02742}" srcOrd="0" destOrd="0" presId="urn:microsoft.com/office/officeart/2018/2/layout/IconVerticalSolidList"/>
    <dgm:cxn modelId="{FD3AA654-8C17-4231-B99F-5F229D40B5E2}" type="presParOf" srcId="{BDBF2E44-E698-4955-9A7A-ABE2D8D02742}" destId="{E2EB444E-BED7-4DEF-BC6D-5C918765AC3D}" srcOrd="0" destOrd="0" presId="urn:microsoft.com/office/officeart/2018/2/layout/IconVerticalSolidList"/>
    <dgm:cxn modelId="{EFA4CD3A-5873-4FBE-AFE0-2C96074FF563}" type="presParOf" srcId="{BDBF2E44-E698-4955-9A7A-ABE2D8D02742}" destId="{F2A51164-243E-4945-915B-9160A10A601B}" srcOrd="1" destOrd="0" presId="urn:microsoft.com/office/officeart/2018/2/layout/IconVerticalSolidList"/>
    <dgm:cxn modelId="{AD88AA15-6CF8-4C18-AFF9-BF7B22D39E82}" type="presParOf" srcId="{BDBF2E44-E698-4955-9A7A-ABE2D8D02742}" destId="{3E94F5EB-98AC-4E5C-A8BB-CB10D8E7F310}" srcOrd="2" destOrd="0" presId="urn:microsoft.com/office/officeart/2018/2/layout/IconVerticalSolidList"/>
    <dgm:cxn modelId="{3011FC56-48C7-427A-A0EE-B594EAE7A7DD}" type="presParOf" srcId="{BDBF2E44-E698-4955-9A7A-ABE2D8D02742}" destId="{2CD06DE6-95C2-43E8-8C11-BAD383795963}" srcOrd="3" destOrd="0" presId="urn:microsoft.com/office/officeart/2018/2/layout/IconVerticalSolidList"/>
    <dgm:cxn modelId="{2E530028-63F8-4743-8C62-6FE5EA1D9362}" type="presParOf" srcId="{F4342181-4474-4385-A895-1EA9D0E2CB47}" destId="{A415B8D3-EF4C-46CC-BDCE-A85BF2B68DFF}" srcOrd="1" destOrd="0" presId="urn:microsoft.com/office/officeart/2018/2/layout/IconVerticalSolidList"/>
    <dgm:cxn modelId="{C11D4A00-2A57-40FC-8543-17AA1222C125}" type="presParOf" srcId="{F4342181-4474-4385-A895-1EA9D0E2CB47}" destId="{E9F474CE-ED22-416E-ACD1-FBD6EB1C5804}" srcOrd="2" destOrd="0" presId="urn:microsoft.com/office/officeart/2018/2/layout/IconVerticalSolidList"/>
    <dgm:cxn modelId="{BD2D2039-AE95-4FED-BC5B-827E4330CDB5}" type="presParOf" srcId="{E9F474CE-ED22-416E-ACD1-FBD6EB1C5804}" destId="{4D0BDA02-BED7-414D-B045-F67EF17F70EC}" srcOrd="0" destOrd="0" presId="urn:microsoft.com/office/officeart/2018/2/layout/IconVerticalSolidList"/>
    <dgm:cxn modelId="{CB6AC473-5713-4421-B00C-44ACE0F58589}" type="presParOf" srcId="{E9F474CE-ED22-416E-ACD1-FBD6EB1C5804}" destId="{C6F30CE0-0A8B-4B28-AEE6-D042EC133C5D}" srcOrd="1" destOrd="0" presId="urn:microsoft.com/office/officeart/2018/2/layout/IconVerticalSolidList"/>
    <dgm:cxn modelId="{E80EEF73-62B4-4E94-AD19-648F970563ED}" type="presParOf" srcId="{E9F474CE-ED22-416E-ACD1-FBD6EB1C5804}" destId="{260B9154-042D-45FE-BFD4-1BF269FFED94}" srcOrd="2" destOrd="0" presId="urn:microsoft.com/office/officeart/2018/2/layout/IconVerticalSolidList"/>
    <dgm:cxn modelId="{24F5B244-F95A-4999-B23D-654368B02970}" type="presParOf" srcId="{E9F474CE-ED22-416E-ACD1-FBD6EB1C5804}" destId="{65DC9DCC-1A8E-4069-BB47-C14D73678802}" srcOrd="3" destOrd="0" presId="urn:microsoft.com/office/officeart/2018/2/layout/IconVerticalSolidList"/>
    <dgm:cxn modelId="{DE41F6F6-9BC7-4663-8BA7-1FF282B3DDEF}" type="presParOf" srcId="{F4342181-4474-4385-A895-1EA9D0E2CB47}" destId="{E0476C31-4FBD-465D-8259-DF7504E7F6D0}" srcOrd="3" destOrd="0" presId="urn:microsoft.com/office/officeart/2018/2/layout/IconVerticalSolidList"/>
    <dgm:cxn modelId="{1C95CF1E-9273-4B13-B57D-76452C6CBA61}" type="presParOf" srcId="{F4342181-4474-4385-A895-1EA9D0E2CB47}" destId="{163FB4F4-53C8-4E53-A484-D4B52118059A}" srcOrd="4" destOrd="0" presId="urn:microsoft.com/office/officeart/2018/2/layout/IconVerticalSolidList"/>
    <dgm:cxn modelId="{04FE07AF-633E-4D07-B6CC-5AB592D52790}" type="presParOf" srcId="{163FB4F4-53C8-4E53-A484-D4B52118059A}" destId="{3FE0892C-B1E6-4BA3-97CF-76ADDBCD5A8C}" srcOrd="0" destOrd="0" presId="urn:microsoft.com/office/officeart/2018/2/layout/IconVerticalSolidList"/>
    <dgm:cxn modelId="{006A687C-A492-4374-8EC0-5B16F881D017}" type="presParOf" srcId="{163FB4F4-53C8-4E53-A484-D4B52118059A}" destId="{9F3B9A30-C232-470B-9422-588C4D4143B5}" srcOrd="1" destOrd="0" presId="urn:microsoft.com/office/officeart/2018/2/layout/IconVerticalSolidList"/>
    <dgm:cxn modelId="{FA99CB22-2519-4F3C-A99F-0EE154AA5102}" type="presParOf" srcId="{163FB4F4-53C8-4E53-A484-D4B52118059A}" destId="{211CC9EE-7857-4131-82D1-C567AC857A46}" srcOrd="2" destOrd="0" presId="urn:microsoft.com/office/officeart/2018/2/layout/IconVerticalSolidList"/>
    <dgm:cxn modelId="{A2871C4D-3FF9-4696-AEEF-A78A68DD1346}" type="presParOf" srcId="{163FB4F4-53C8-4E53-A484-D4B52118059A}" destId="{10C9BA76-63CF-49AB-9DD7-FA5FF58EC1B0}" srcOrd="3" destOrd="0" presId="urn:microsoft.com/office/officeart/2018/2/layout/IconVerticalSolidList"/>
    <dgm:cxn modelId="{95FE61FA-BD14-47F4-84F9-DD1BB15FF69B}" type="presParOf" srcId="{F4342181-4474-4385-A895-1EA9D0E2CB47}" destId="{53D572C3-B954-4BD0-A1E7-099BD2D18CCE}" srcOrd="5" destOrd="0" presId="urn:microsoft.com/office/officeart/2018/2/layout/IconVerticalSolidList"/>
    <dgm:cxn modelId="{AD1370C1-BCC2-4352-AF8A-51F30DA43004}" type="presParOf" srcId="{F4342181-4474-4385-A895-1EA9D0E2CB47}" destId="{C8988DEC-C44E-4AA0-8903-313464696B39}" srcOrd="6" destOrd="0" presId="urn:microsoft.com/office/officeart/2018/2/layout/IconVerticalSolidList"/>
    <dgm:cxn modelId="{06463F3F-E5E2-4EDE-AE7F-7539F607371C}" type="presParOf" srcId="{C8988DEC-C44E-4AA0-8903-313464696B39}" destId="{AC0B1E68-9F1A-43D2-B849-DB7B837D1D33}" srcOrd="0" destOrd="0" presId="urn:microsoft.com/office/officeart/2018/2/layout/IconVerticalSolidList"/>
    <dgm:cxn modelId="{48366439-B7AB-4D6F-96C1-3E30DBFB09AE}" type="presParOf" srcId="{C8988DEC-C44E-4AA0-8903-313464696B39}" destId="{31C7DDA8-DB96-4428-B7C7-3D041A1D1335}" srcOrd="1" destOrd="0" presId="urn:microsoft.com/office/officeart/2018/2/layout/IconVerticalSolidList"/>
    <dgm:cxn modelId="{DC554E73-CC1A-4166-9E17-C1F452DDC53B}" type="presParOf" srcId="{C8988DEC-C44E-4AA0-8903-313464696B39}" destId="{D1C222FC-639C-42B9-8C68-A6481EAE1CB2}" srcOrd="2" destOrd="0" presId="urn:microsoft.com/office/officeart/2018/2/layout/IconVerticalSolidList"/>
    <dgm:cxn modelId="{778E9ED1-DF2C-41B3-976F-C341427AC036}" type="presParOf" srcId="{C8988DEC-C44E-4AA0-8903-313464696B39}" destId="{38C4BFFC-1934-4F44-A341-D0C1146A8ADB}" srcOrd="3" destOrd="0" presId="urn:microsoft.com/office/officeart/2018/2/layout/IconVerticalSolidList"/>
    <dgm:cxn modelId="{EFC81874-1076-4C33-A2D8-3E0853E33FB4}" type="presParOf" srcId="{F4342181-4474-4385-A895-1EA9D0E2CB47}" destId="{39430BD7-F157-4CB2-BE4F-DE79F935BD5C}" srcOrd="7" destOrd="0" presId="urn:microsoft.com/office/officeart/2018/2/layout/IconVerticalSolidList"/>
    <dgm:cxn modelId="{50AD89FE-BDE4-4F93-8850-7418CB499EB3}" type="presParOf" srcId="{F4342181-4474-4385-A895-1EA9D0E2CB47}" destId="{2638AFCE-83FE-4A93-8DD9-97FD61F8F380}" srcOrd="8" destOrd="0" presId="urn:microsoft.com/office/officeart/2018/2/layout/IconVerticalSolidList"/>
    <dgm:cxn modelId="{AEB2C5A3-B1C3-45C3-A6EA-022741C940AA}" type="presParOf" srcId="{2638AFCE-83FE-4A93-8DD9-97FD61F8F380}" destId="{61477306-4A28-421A-B4EB-19FE6A09E515}" srcOrd="0" destOrd="0" presId="urn:microsoft.com/office/officeart/2018/2/layout/IconVerticalSolidList"/>
    <dgm:cxn modelId="{B608C393-77F0-44E1-9AEB-67D706E5645A}" type="presParOf" srcId="{2638AFCE-83FE-4A93-8DD9-97FD61F8F380}" destId="{2D51167C-427C-4ECD-A7AD-4BEEDF7650F2}" srcOrd="1" destOrd="0" presId="urn:microsoft.com/office/officeart/2018/2/layout/IconVerticalSolidList"/>
    <dgm:cxn modelId="{535179F8-F609-4B44-AE0E-EA877AC8582C}" type="presParOf" srcId="{2638AFCE-83FE-4A93-8DD9-97FD61F8F380}" destId="{8121C405-4707-4D36-AF4B-9514A0E55C45}" srcOrd="2" destOrd="0" presId="urn:microsoft.com/office/officeart/2018/2/layout/IconVerticalSolidList"/>
    <dgm:cxn modelId="{B1965588-3C99-475F-88E4-7211BFAEB53E}" type="presParOf" srcId="{2638AFCE-83FE-4A93-8DD9-97FD61F8F380}" destId="{4B8D698C-5D6E-45F9-B581-493562FEDE13}" srcOrd="3" destOrd="0" presId="urn:microsoft.com/office/officeart/2018/2/layout/IconVerticalSolidList"/>
    <dgm:cxn modelId="{AF4CCC83-0D70-4117-A9F2-7F9819C797F2}" type="presParOf" srcId="{F4342181-4474-4385-A895-1EA9D0E2CB47}" destId="{3915C92F-A498-46BE-A12C-FF1391BCB20A}" srcOrd="9" destOrd="0" presId="urn:microsoft.com/office/officeart/2018/2/layout/IconVerticalSolidList"/>
    <dgm:cxn modelId="{5C1235AC-C9EE-476B-95D4-15390603C2C5}" type="presParOf" srcId="{F4342181-4474-4385-A895-1EA9D0E2CB47}" destId="{F38A58A6-F48B-4566-8CB0-7A081C3CC9C0}" srcOrd="10" destOrd="0" presId="urn:microsoft.com/office/officeart/2018/2/layout/IconVerticalSolidList"/>
    <dgm:cxn modelId="{F83D8A2E-508F-443E-ABC5-795FF4CD18BE}" type="presParOf" srcId="{F38A58A6-F48B-4566-8CB0-7A081C3CC9C0}" destId="{3A45F213-2350-49E9-B65A-BF8D69183107}" srcOrd="0" destOrd="0" presId="urn:microsoft.com/office/officeart/2018/2/layout/IconVerticalSolidList"/>
    <dgm:cxn modelId="{95AE40AC-B5DE-4BCF-A6C0-03847A0DEA59}" type="presParOf" srcId="{F38A58A6-F48B-4566-8CB0-7A081C3CC9C0}" destId="{E53F6792-6692-4844-BD82-F90CECD8E1D4}" srcOrd="1" destOrd="0" presId="urn:microsoft.com/office/officeart/2018/2/layout/IconVerticalSolidList"/>
    <dgm:cxn modelId="{96A0593F-9557-4105-9AB8-33E1C0E582C3}" type="presParOf" srcId="{F38A58A6-F48B-4566-8CB0-7A081C3CC9C0}" destId="{1B6A0FD7-487D-43A3-9B7C-A49F61889D50}" srcOrd="2" destOrd="0" presId="urn:microsoft.com/office/officeart/2018/2/layout/IconVerticalSolidList"/>
    <dgm:cxn modelId="{3E882680-7A0D-4288-BADD-C34D91B80D0D}" type="presParOf" srcId="{F38A58A6-F48B-4566-8CB0-7A081C3CC9C0}" destId="{8CDCFEFB-23AB-4FA9-A36E-1C6D3775170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3EAB9DB7-DDF2-4F4A-93AA-9987DF03CFA5}" type="doc">
      <dgm:prSet loTypeId="urn:microsoft.com/office/officeart/2005/8/layout/hProcess9" loCatId="process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IN"/>
        </a:p>
      </dgm:t>
    </dgm:pt>
    <dgm:pt modelId="{162B11AE-B25B-4234-826C-8A67230BBD4E}">
      <dgm:prSet phldrT="[Text]" custT="1"/>
      <dgm:spPr/>
      <dgm:t>
        <a:bodyPr/>
        <a:lstStyle/>
        <a:p>
          <a:r>
            <a:rPr lang="en-IN" sz="1800" dirty="0"/>
            <a:t>Lexer → Tokens</a:t>
          </a:r>
        </a:p>
        <a:p>
          <a:r>
            <a:rPr lang="en-IN" sz="1800" dirty="0"/>
            <a:t> ↓ (</a:t>
          </a:r>
          <a:r>
            <a:rPr lang="en-IN" sz="1800" dirty="0" err="1"/>
            <a:t>lparser.c</a:t>
          </a:r>
          <a:r>
            <a:rPr lang="en-IN" sz="1800" dirty="0"/>
            <a:t>)</a:t>
          </a:r>
        </a:p>
      </dgm:t>
    </dgm:pt>
    <dgm:pt modelId="{068663E0-6397-4606-A6B3-8EFF04C88C78}" type="parTrans" cxnId="{571C07B2-E527-4035-B413-C53A887B0202}">
      <dgm:prSet/>
      <dgm:spPr/>
      <dgm:t>
        <a:bodyPr/>
        <a:lstStyle/>
        <a:p>
          <a:endParaRPr lang="en-IN"/>
        </a:p>
      </dgm:t>
    </dgm:pt>
    <dgm:pt modelId="{A8737B5D-C74F-4562-BC58-D59388519F39}" type="sibTrans" cxnId="{571C07B2-E527-4035-B413-C53A887B0202}">
      <dgm:prSet/>
      <dgm:spPr/>
      <dgm:t>
        <a:bodyPr/>
        <a:lstStyle/>
        <a:p>
          <a:endParaRPr lang="en-IN"/>
        </a:p>
      </dgm:t>
    </dgm:pt>
    <dgm:pt modelId="{A954B54C-64B2-4C44-A5AF-164AFF2531C1}">
      <dgm:prSet phldrT="[Text]" custT="1"/>
      <dgm:spPr/>
      <dgm:t>
        <a:bodyPr/>
        <a:lstStyle/>
        <a:p>
          <a:r>
            <a:rPr lang="en-IN" sz="1800" dirty="0"/>
            <a:t>Parser → AST</a:t>
          </a:r>
        </a:p>
        <a:p>
          <a:r>
            <a:rPr lang="en-IN" sz="1800" dirty="0"/>
            <a:t> ↓ (</a:t>
          </a:r>
          <a:r>
            <a:rPr lang="en-IN" sz="1800" dirty="0" err="1"/>
            <a:t>lcode.c</a:t>
          </a:r>
          <a:r>
            <a:rPr lang="en-IN" sz="1800" dirty="0"/>
            <a:t>)</a:t>
          </a:r>
        </a:p>
      </dgm:t>
    </dgm:pt>
    <dgm:pt modelId="{FD854CF1-FD88-4362-97E6-CB2FFCBADDDE}" type="parTrans" cxnId="{CB12B547-7A82-473E-AB51-1EA67265E370}">
      <dgm:prSet/>
      <dgm:spPr/>
      <dgm:t>
        <a:bodyPr/>
        <a:lstStyle/>
        <a:p>
          <a:endParaRPr lang="en-IN"/>
        </a:p>
      </dgm:t>
    </dgm:pt>
    <dgm:pt modelId="{6E17EF3A-E87E-474F-A04E-3E45CDA7D11E}" type="sibTrans" cxnId="{CB12B547-7A82-473E-AB51-1EA67265E370}">
      <dgm:prSet/>
      <dgm:spPr/>
      <dgm:t>
        <a:bodyPr/>
        <a:lstStyle/>
        <a:p>
          <a:endParaRPr lang="en-IN"/>
        </a:p>
      </dgm:t>
    </dgm:pt>
    <dgm:pt modelId="{C339192D-9B29-4B48-B60D-374690D74F89}">
      <dgm:prSet phldrT="[Text]" custT="1"/>
      <dgm:spPr/>
      <dgm:t>
        <a:bodyPr/>
        <a:lstStyle/>
        <a:p>
          <a:r>
            <a:rPr lang="en-IN" sz="1800" dirty="0"/>
            <a:t> </a:t>
          </a:r>
          <a:r>
            <a:rPr lang="en-IN" sz="1800" dirty="0" err="1"/>
            <a:t>CodeGen</a:t>
          </a:r>
          <a:r>
            <a:rPr lang="en-IN" sz="1800" dirty="0"/>
            <a:t> → Bytecode (Proto)</a:t>
          </a:r>
        </a:p>
        <a:p>
          <a:r>
            <a:rPr lang="en-IN" sz="1800" dirty="0"/>
            <a:t> ↓ (</a:t>
          </a:r>
          <a:r>
            <a:rPr lang="en-IN" sz="1800" dirty="0" err="1"/>
            <a:t>lvm.c</a:t>
          </a:r>
          <a:r>
            <a:rPr lang="en-IN" sz="1800" dirty="0"/>
            <a:t>)</a:t>
          </a:r>
        </a:p>
      </dgm:t>
    </dgm:pt>
    <dgm:pt modelId="{083E2A2C-46C8-4E52-BDF4-70A9677C97EE}" type="parTrans" cxnId="{4577D2E5-DA22-4D7D-B8B7-831886BCE5EA}">
      <dgm:prSet/>
      <dgm:spPr/>
      <dgm:t>
        <a:bodyPr/>
        <a:lstStyle/>
        <a:p>
          <a:endParaRPr lang="en-IN"/>
        </a:p>
      </dgm:t>
    </dgm:pt>
    <dgm:pt modelId="{15486085-8DBE-4227-B4CC-1CB36B7C34F3}" type="sibTrans" cxnId="{4577D2E5-DA22-4D7D-B8B7-831886BCE5EA}">
      <dgm:prSet/>
      <dgm:spPr/>
      <dgm:t>
        <a:bodyPr/>
        <a:lstStyle/>
        <a:p>
          <a:endParaRPr lang="en-IN"/>
        </a:p>
      </dgm:t>
    </dgm:pt>
    <dgm:pt modelId="{4F22C83C-A3AB-4805-91C4-880AF510D63E}">
      <dgm:prSet phldrT="[Text]"/>
      <dgm:spPr/>
      <dgm:t>
        <a:bodyPr/>
        <a:lstStyle/>
        <a:p>
          <a:r>
            <a:rPr lang="en-IN" dirty="0"/>
            <a:t> Execution in Lua VM</a:t>
          </a:r>
        </a:p>
      </dgm:t>
    </dgm:pt>
    <dgm:pt modelId="{195D9171-E023-45F0-8FF0-98616119EE8B}" type="parTrans" cxnId="{2E4BCB1C-F88D-41C2-A837-BD50C4AA21E0}">
      <dgm:prSet/>
      <dgm:spPr/>
      <dgm:t>
        <a:bodyPr/>
        <a:lstStyle/>
        <a:p>
          <a:endParaRPr lang="en-IN"/>
        </a:p>
      </dgm:t>
    </dgm:pt>
    <dgm:pt modelId="{50048654-55C4-4D77-B6D5-40C69F8BF78C}" type="sibTrans" cxnId="{2E4BCB1C-F88D-41C2-A837-BD50C4AA21E0}">
      <dgm:prSet/>
      <dgm:spPr/>
      <dgm:t>
        <a:bodyPr/>
        <a:lstStyle/>
        <a:p>
          <a:endParaRPr lang="en-IN"/>
        </a:p>
      </dgm:t>
    </dgm:pt>
    <dgm:pt modelId="{29388B40-2AE1-4E49-805A-A405728A9DA5}" type="pres">
      <dgm:prSet presAssocID="{3EAB9DB7-DDF2-4F4A-93AA-9987DF03CFA5}" presName="CompostProcess" presStyleCnt="0">
        <dgm:presLayoutVars>
          <dgm:dir/>
          <dgm:resizeHandles val="exact"/>
        </dgm:presLayoutVars>
      </dgm:prSet>
      <dgm:spPr/>
    </dgm:pt>
    <dgm:pt modelId="{3F12E496-34E7-481E-B60E-99BCF7990B28}" type="pres">
      <dgm:prSet presAssocID="{3EAB9DB7-DDF2-4F4A-93AA-9987DF03CFA5}" presName="arrow" presStyleLbl="bgShp" presStyleIdx="0" presStyleCnt="1" custScaleX="117647"/>
      <dgm:spPr>
        <a:xfrm>
          <a:off x="2" y="0"/>
          <a:ext cx="9003946" cy="4064000"/>
        </a:xfrm>
        <a:prstGeom prst="rightArrow">
          <a:avLst/>
        </a:prstGeom>
      </dgm:spPr>
    </dgm:pt>
    <dgm:pt modelId="{1DEB17DB-F692-4F48-A933-65953C9BE84D}" type="pres">
      <dgm:prSet presAssocID="{3EAB9DB7-DDF2-4F4A-93AA-9987DF03CFA5}" presName="linearProcess" presStyleCnt="0"/>
      <dgm:spPr/>
    </dgm:pt>
    <dgm:pt modelId="{A3EE80D6-2CC8-431A-B910-066F05932C52}" type="pres">
      <dgm:prSet presAssocID="{162B11AE-B25B-4234-826C-8A67230BBD4E}" presName="textNode" presStyleLbl="node1" presStyleIdx="0" presStyleCnt="4" custScaleX="34040" custScaleY="82696" custLinFactX="5513" custLinFactNeighborX="100000" custLinFactNeighborY="-4307">
        <dgm:presLayoutVars>
          <dgm:bulletEnabled val="1"/>
        </dgm:presLayoutVars>
      </dgm:prSet>
      <dgm:spPr/>
    </dgm:pt>
    <dgm:pt modelId="{A2B674FB-A0CC-4CC5-9713-73C1AE039676}" type="pres">
      <dgm:prSet presAssocID="{A8737B5D-C74F-4562-BC58-D59388519F39}" presName="sibTrans" presStyleCnt="0"/>
      <dgm:spPr/>
    </dgm:pt>
    <dgm:pt modelId="{067EEC94-CBF4-47AF-AFF4-9EB6DFA15A15}" type="pres">
      <dgm:prSet presAssocID="{A954B54C-64B2-4C44-A5AF-164AFF2531C1}" presName="textNode" presStyleLbl="node1" presStyleIdx="1" presStyleCnt="4" custScaleX="36822" custScaleY="80659" custLinFactX="4773" custLinFactNeighborX="100000" custLinFactNeighborY="-7517">
        <dgm:presLayoutVars>
          <dgm:bulletEnabled val="1"/>
        </dgm:presLayoutVars>
      </dgm:prSet>
      <dgm:spPr/>
    </dgm:pt>
    <dgm:pt modelId="{EC83A89E-52FE-441B-A2F5-D380DFF5E8B7}" type="pres">
      <dgm:prSet presAssocID="{6E17EF3A-E87E-474F-A04E-3E45CDA7D11E}" presName="sibTrans" presStyleCnt="0"/>
      <dgm:spPr/>
    </dgm:pt>
    <dgm:pt modelId="{7AF0AE08-5574-4963-BCEE-3387A11935C8}" type="pres">
      <dgm:prSet presAssocID="{C339192D-9B29-4B48-B60D-374690D74F89}" presName="textNode" presStyleLbl="node1" presStyleIdx="2" presStyleCnt="4" custScaleX="34290" custScaleY="81619" custLinFactX="5341" custLinFactNeighborX="100000" custLinFactNeighborY="-7865">
        <dgm:presLayoutVars>
          <dgm:bulletEnabled val="1"/>
        </dgm:presLayoutVars>
      </dgm:prSet>
      <dgm:spPr/>
    </dgm:pt>
    <dgm:pt modelId="{4B1A12D7-8371-4677-91A2-71D4D8606352}" type="pres">
      <dgm:prSet presAssocID="{15486085-8DBE-4227-B4CC-1CB36B7C34F3}" presName="sibTrans" presStyleCnt="0"/>
      <dgm:spPr/>
    </dgm:pt>
    <dgm:pt modelId="{6869AF13-8CDC-4022-920E-AEC2BD0EB511}" type="pres">
      <dgm:prSet presAssocID="{4F22C83C-A3AB-4805-91C4-880AF510D63E}" presName="textNode" presStyleLbl="node1" presStyleIdx="3" presStyleCnt="4" custScaleX="36829" custScaleY="77386" custLinFactX="1287" custLinFactNeighborX="100000" custLinFactNeighborY="-8182">
        <dgm:presLayoutVars>
          <dgm:bulletEnabled val="1"/>
        </dgm:presLayoutVars>
      </dgm:prSet>
      <dgm:spPr/>
    </dgm:pt>
  </dgm:ptLst>
  <dgm:cxnLst>
    <dgm:cxn modelId="{2E4BCB1C-F88D-41C2-A837-BD50C4AA21E0}" srcId="{3EAB9DB7-DDF2-4F4A-93AA-9987DF03CFA5}" destId="{4F22C83C-A3AB-4805-91C4-880AF510D63E}" srcOrd="3" destOrd="0" parTransId="{195D9171-E023-45F0-8FF0-98616119EE8B}" sibTransId="{50048654-55C4-4D77-B6D5-40C69F8BF78C}"/>
    <dgm:cxn modelId="{1960252B-F2A2-4CE0-A1AF-480F3ADF9108}" type="presOf" srcId="{162B11AE-B25B-4234-826C-8A67230BBD4E}" destId="{A3EE80D6-2CC8-431A-B910-066F05932C52}" srcOrd="0" destOrd="0" presId="urn:microsoft.com/office/officeart/2005/8/layout/hProcess9"/>
    <dgm:cxn modelId="{3494D05F-E428-4987-9887-AC34892DC93E}" type="presOf" srcId="{3EAB9DB7-DDF2-4F4A-93AA-9987DF03CFA5}" destId="{29388B40-2AE1-4E49-805A-A405728A9DA5}" srcOrd="0" destOrd="0" presId="urn:microsoft.com/office/officeart/2005/8/layout/hProcess9"/>
    <dgm:cxn modelId="{CB12B547-7A82-473E-AB51-1EA67265E370}" srcId="{3EAB9DB7-DDF2-4F4A-93AA-9987DF03CFA5}" destId="{A954B54C-64B2-4C44-A5AF-164AFF2531C1}" srcOrd="1" destOrd="0" parTransId="{FD854CF1-FD88-4362-97E6-CB2FFCBADDDE}" sibTransId="{6E17EF3A-E87E-474F-A04E-3E45CDA7D11E}"/>
    <dgm:cxn modelId="{571C07B2-E527-4035-B413-C53A887B0202}" srcId="{3EAB9DB7-DDF2-4F4A-93AA-9987DF03CFA5}" destId="{162B11AE-B25B-4234-826C-8A67230BBD4E}" srcOrd="0" destOrd="0" parTransId="{068663E0-6397-4606-A6B3-8EFF04C88C78}" sibTransId="{A8737B5D-C74F-4562-BC58-D59388519F39}"/>
    <dgm:cxn modelId="{7EC6D8D5-4599-4B6F-A11E-3C2E86AF2DC6}" type="presOf" srcId="{4F22C83C-A3AB-4805-91C4-880AF510D63E}" destId="{6869AF13-8CDC-4022-920E-AEC2BD0EB511}" srcOrd="0" destOrd="0" presId="urn:microsoft.com/office/officeart/2005/8/layout/hProcess9"/>
    <dgm:cxn modelId="{70B09DE3-3AFD-454D-AE81-207FFEBAAC81}" type="presOf" srcId="{A954B54C-64B2-4C44-A5AF-164AFF2531C1}" destId="{067EEC94-CBF4-47AF-AFF4-9EB6DFA15A15}" srcOrd="0" destOrd="0" presId="urn:microsoft.com/office/officeart/2005/8/layout/hProcess9"/>
    <dgm:cxn modelId="{4577D2E5-DA22-4D7D-B8B7-831886BCE5EA}" srcId="{3EAB9DB7-DDF2-4F4A-93AA-9987DF03CFA5}" destId="{C339192D-9B29-4B48-B60D-374690D74F89}" srcOrd="2" destOrd="0" parTransId="{083E2A2C-46C8-4E52-BDF4-70A9677C97EE}" sibTransId="{15486085-8DBE-4227-B4CC-1CB36B7C34F3}"/>
    <dgm:cxn modelId="{3ACCC0FA-5A06-4649-AA48-9BC1FDCB9948}" type="presOf" srcId="{C339192D-9B29-4B48-B60D-374690D74F89}" destId="{7AF0AE08-5574-4963-BCEE-3387A11935C8}" srcOrd="0" destOrd="0" presId="urn:microsoft.com/office/officeart/2005/8/layout/hProcess9"/>
    <dgm:cxn modelId="{8F433402-BD23-4EFF-8D01-C99D39D24374}" type="presParOf" srcId="{29388B40-2AE1-4E49-805A-A405728A9DA5}" destId="{3F12E496-34E7-481E-B60E-99BCF7990B28}" srcOrd="0" destOrd="0" presId="urn:microsoft.com/office/officeart/2005/8/layout/hProcess9"/>
    <dgm:cxn modelId="{913AD91C-D79B-4837-9135-992A7114DD94}" type="presParOf" srcId="{29388B40-2AE1-4E49-805A-A405728A9DA5}" destId="{1DEB17DB-F692-4F48-A933-65953C9BE84D}" srcOrd="1" destOrd="0" presId="urn:microsoft.com/office/officeart/2005/8/layout/hProcess9"/>
    <dgm:cxn modelId="{7BB160A1-5BDF-4E95-8AC3-9B3E139ED140}" type="presParOf" srcId="{1DEB17DB-F692-4F48-A933-65953C9BE84D}" destId="{A3EE80D6-2CC8-431A-B910-066F05932C52}" srcOrd="0" destOrd="0" presId="urn:microsoft.com/office/officeart/2005/8/layout/hProcess9"/>
    <dgm:cxn modelId="{B1EC42D0-99A7-4CA8-852B-425700FC5940}" type="presParOf" srcId="{1DEB17DB-F692-4F48-A933-65953C9BE84D}" destId="{A2B674FB-A0CC-4CC5-9713-73C1AE039676}" srcOrd="1" destOrd="0" presId="urn:microsoft.com/office/officeart/2005/8/layout/hProcess9"/>
    <dgm:cxn modelId="{56012855-5BB4-4145-AB93-E1E69ED82B41}" type="presParOf" srcId="{1DEB17DB-F692-4F48-A933-65953C9BE84D}" destId="{067EEC94-CBF4-47AF-AFF4-9EB6DFA15A15}" srcOrd="2" destOrd="0" presId="urn:microsoft.com/office/officeart/2005/8/layout/hProcess9"/>
    <dgm:cxn modelId="{9AC276FE-A6BE-4844-B617-20C40D0BD79A}" type="presParOf" srcId="{1DEB17DB-F692-4F48-A933-65953C9BE84D}" destId="{EC83A89E-52FE-441B-A2F5-D380DFF5E8B7}" srcOrd="3" destOrd="0" presId="urn:microsoft.com/office/officeart/2005/8/layout/hProcess9"/>
    <dgm:cxn modelId="{F366FDA4-DBDA-4EF8-8D2E-0860E2547A99}" type="presParOf" srcId="{1DEB17DB-F692-4F48-A933-65953C9BE84D}" destId="{7AF0AE08-5574-4963-BCEE-3387A11935C8}" srcOrd="4" destOrd="0" presId="urn:microsoft.com/office/officeart/2005/8/layout/hProcess9"/>
    <dgm:cxn modelId="{679A11EB-E40A-4F0E-9690-060267C2FF3A}" type="presParOf" srcId="{1DEB17DB-F692-4F48-A933-65953C9BE84D}" destId="{4B1A12D7-8371-4677-91A2-71D4D8606352}" srcOrd="5" destOrd="0" presId="urn:microsoft.com/office/officeart/2005/8/layout/hProcess9"/>
    <dgm:cxn modelId="{D71E731B-C61D-406D-AF58-936BFFD74402}" type="presParOf" srcId="{1DEB17DB-F692-4F48-A933-65953C9BE84D}" destId="{6869AF13-8CDC-4022-920E-AEC2BD0EB511}" srcOrd="6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3AAEB064-54EE-4576-9546-41D5B27F8E77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82E5E945-40F9-40A3-B173-BDC6E5CFD3D2}">
      <dgm:prSet/>
      <dgm:spPr/>
      <dgm:t>
        <a:bodyPr/>
        <a:lstStyle/>
        <a:p>
          <a:r>
            <a:rPr lang="en-US" b="1" i="0" baseline="0"/>
            <a:t>Dynamic evaluation</a:t>
          </a:r>
          <a:r>
            <a:rPr lang="en-US" b="0" i="0" baseline="0"/>
            <a:t>: load() code at runtime</a:t>
          </a:r>
          <a:endParaRPr lang="en-US"/>
        </a:p>
      </dgm:t>
    </dgm:pt>
    <dgm:pt modelId="{2D5CD339-241E-46BD-A838-9AFE7CD4C28F}" type="parTrans" cxnId="{E13B91C7-F21E-4F4C-9361-4D1ABDBD32D8}">
      <dgm:prSet/>
      <dgm:spPr/>
      <dgm:t>
        <a:bodyPr/>
        <a:lstStyle/>
        <a:p>
          <a:endParaRPr lang="en-US"/>
        </a:p>
      </dgm:t>
    </dgm:pt>
    <dgm:pt modelId="{9BD3BBFE-D842-49F2-8C78-61EA12A06480}" type="sibTrans" cxnId="{E13B91C7-F21E-4F4C-9361-4D1ABDBD32D8}">
      <dgm:prSet/>
      <dgm:spPr/>
      <dgm:t>
        <a:bodyPr/>
        <a:lstStyle/>
        <a:p>
          <a:endParaRPr lang="en-US"/>
        </a:p>
      </dgm:t>
    </dgm:pt>
    <dgm:pt modelId="{1C73991C-0AE1-4AF5-99AE-F3FA9530778C}">
      <dgm:prSet/>
      <dgm:spPr/>
      <dgm:t>
        <a:bodyPr/>
        <a:lstStyle/>
        <a:p>
          <a:r>
            <a:rPr lang="en-US" b="1" i="0" baseline="0"/>
            <a:t>Code sandboxing</a:t>
          </a:r>
          <a:r>
            <a:rPr lang="en-US" b="0" i="0" baseline="0"/>
            <a:t>: run chunks in restricted environments</a:t>
          </a:r>
          <a:endParaRPr lang="en-US"/>
        </a:p>
      </dgm:t>
    </dgm:pt>
    <dgm:pt modelId="{831A63FD-B093-4CD5-8A91-D73D2B158CBE}" type="parTrans" cxnId="{847C73AE-9CBB-4890-9247-CA142E3B1A5B}">
      <dgm:prSet/>
      <dgm:spPr/>
      <dgm:t>
        <a:bodyPr/>
        <a:lstStyle/>
        <a:p>
          <a:endParaRPr lang="en-US"/>
        </a:p>
      </dgm:t>
    </dgm:pt>
    <dgm:pt modelId="{DA6B17C5-1832-484B-BD93-AA65EDDD334F}" type="sibTrans" cxnId="{847C73AE-9CBB-4890-9247-CA142E3B1A5B}">
      <dgm:prSet/>
      <dgm:spPr/>
      <dgm:t>
        <a:bodyPr/>
        <a:lstStyle/>
        <a:p>
          <a:endParaRPr lang="en-US"/>
        </a:p>
      </dgm:t>
    </dgm:pt>
    <dgm:pt modelId="{79660BD2-CDAA-49CE-BD83-E443BDC99C08}">
      <dgm:prSet/>
      <dgm:spPr/>
      <dgm:t>
        <a:bodyPr/>
        <a:lstStyle/>
        <a:p>
          <a:r>
            <a:rPr lang="en-US" b="1" i="0" baseline="0"/>
            <a:t>Plugin systems</a:t>
          </a:r>
          <a:r>
            <a:rPr lang="en-US" b="0" i="0" baseline="0"/>
            <a:t>: load custom logic from files or DB</a:t>
          </a:r>
          <a:endParaRPr lang="en-US"/>
        </a:p>
      </dgm:t>
    </dgm:pt>
    <dgm:pt modelId="{7938C363-4C7D-48B6-A8EC-EB2941109BEC}" type="parTrans" cxnId="{AA097DA0-BFC9-4C7E-8D34-118754071664}">
      <dgm:prSet/>
      <dgm:spPr/>
      <dgm:t>
        <a:bodyPr/>
        <a:lstStyle/>
        <a:p>
          <a:endParaRPr lang="en-US"/>
        </a:p>
      </dgm:t>
    </dgm:pt>
    <dgm:pt modelId="{F9A355CF-FE45-49D9-B2B3-529ADB9A1EAB}" type="sibTrans" cxnId="{AA097DA0-BFC9-4C7E-8D34-118754071664}">
      <dgm:prSet/>
      <dgm:spPr/>
      <dgm:t>
        <a:bodyPr/>
        <a:lstStyle/>
        <a:p>
          <a:endParaRPr lang="en-US"/>
        </a:p>
      </dgm:t>
    </dgm:pt>
    <dgm:pt modelId="{B121AA82-F216-4613-B83D-9F37FE9C1C4A}">
      <dgm:prSet/>
      <dgm:spPr/>
      <dgm:t>
        <a:bodyPr/>
        <a:lstStyle/>
        <a:p>
          <a:r>
            <a:rPr lang="en-US" b="1" i="0" baseline="0"/>
            <a:t>Optimization</a:t>
          </a:r>
          <a:r>
            <a:rPr lang="en-US" b="0" i="0" baseline="0"/>
            <a:t>: use luac to speed up load time</a:t>
          </a:r>
          <a:endParaRPr lang="en-US"/>
        </a:p>
      </dgm:t>
    </dgm:pt>
    <dgm:pt modelId="{5752CC2E-1A15-4D49-912F-7EF998E204CD}" type="parTrans" cxnId="{8718F40C-C97B-4B1B-B4B1-01B4012587B2}">
      <dgm:prSet/>
      <dgm:spPr/>
      <dgm:t>
        <a:bodyPr/>
        <a:lstStyle/>
        <a:p>
          <a:endParaRPr lang="en-US"/>
        </a:p>
      </dgm:t>
    </dgm:pt>
    <dgm:pt modelId="{3F217DFD-0386-4624-A4F8-53FDF7780A0C}" type="sibTrans" cxnId="{8718F40C-C97B-4B1B-B4B1-01B4012587B2}">
      <dgm:prSet/>
      <dgm:spPr/>
      <dgm:t>
        <a:bodyPr/>
        <a:lstStyle/>
        <a:p>
          <a:endParaRPr lang="en-US"/>
        </a:p>
      </dgm:t>
    </dgm:pt>
    <dgm:pt modelId="{4AF87E38-859B-46D1-B619-5A4C33A36643}" type="pres">
      <dgm:prSet presAssocID="{3AAEB064-54EE-4576-9546-41D5B27F8E77}" presName="root" presStyleCnt="0">
        <dgm:presLayoutVars>
          <dgm:dir/>
          <dgm:resizeHandles val="exact"/>
        </dgm:presLayoutVars>
      </dgm:prSet>
      <dgm:spPr/>
    </dgm:pt>
    <dgm:pt modelId="{085D024C-BE18-4505-B886-CF5C5B384996}" type="pres">
      <dgm:prSet presAssocID="{82E5E945-40F9-40A3-B173-BDC6E5CFD3D2}" presName="compNode" presStyleCnt="0"/>
      <dgm:spPr/>
    </dgm:pt>
    <dgm:pt modelId="{AECDC399-ED93-4069-ADA2-1795AD73C84F}" type="pres">
      <dgm:prSet presAssocID="{82E5E945-40F9-40A3-B173-BDC6E5CFD3D2}" presName="bgRect" presStyleLbl="bgShp" presStyleIdx="0" presStyleCnt="4"/>
      <dgm:spPr/>
    </dgm:pt>
    <dgm:pt modelId="{778BA20E-A90A-4274-B3FC-40F0BB4597CD}" type="pres">
      <dgm:prSet presAssocID="{82E5E945-40F9-40A3-B173-BDC6E5CFD3D2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401517B1-A2C6-4C58-ADA9-195474208D82}" type="pres">
      <dgm:prSet presAssocID="{82E5E945-40F9-40A3-B173-BDC6E5CFD3D2}" presName="spaceRect" presStyleCnt="0"/>
      <dgm:spPr/>
    </dgm:pt>
    <dgm:pt modelId="{CB1A60CB-0AC4-46AD-A7EE-40BE1D20A68A}" type="pres">
      <dgm:prSet presAssocID="{82E5E945-40F9-40A3-B173-BDC6E5CFD3D2}" presName="parTx" presStyleLbl="revTx" presStyleIdx="0" presStyleCnt="4">
        <dgm:presLayoutVars>
          <dgm:chMax val="0"/>
          <dgm:chPref val="0"/>
        </dgm:presLayoutVars>
      </dgm:prSet>
      <dgm:spPr/>
    </dgm:pt>
    <dgm:pt modelId="{470EDEFE-5F14-4D4B-9219-62321FD7C698}" type="pres">
      <dgm:prSet presAssocID="{9BD3BBFE-D842-49F2-8C78-61EA12A06480}" presName="sibTrans" presStyleCnt="0"/>
      <dgm:spPr/>
    </dgm:pt>
    <dgm:pt modelId="{1DBBAB45-58C3-49EF-8E5C-CA95C751BE26}" type="pres">
      <dgm:prSet presAssocID="{1C73991C-0AE1-4AF5-99AE-F3FA9530778C}" presName="compNode" presStyleCnt="0"/>
      <dgm:spPr/>
    </dgm:pt>
    <dgm:pt modelId="{E500CE00-C8EF-43C8-A6D7-D162487EEBEE}" type="pres">
      <dgm:prSet presAssocID="{1C73991C-0AE1-4AF5-99AE-F3FA9530778C}" presName="bgRect" presStyleLbl="bgShp" presStyleIdx="1" presStyleCnt="4"/>
      <dgm:spPr/>
    </dgm:pt>
    <dgm:pt modelId="{758E44D0-5F54-4AC8-B190-77E1B48DF26E}" type="pres">
      <dgm:prSet presAssocID="{1C73991C-0AE1-4AF5-99AE-F3FA9530778C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nlock"/>
        </a:ext>
      </dgm:extLst>
    </dgm:pt>
    <dgm:pt modelId="{E75F48E2-0CF3-45A6-A4F0-1032BC443492}" type="pres">
      <dgm:prSet presAssocID="{1C73991C-0AE1-4AF5-99AE-F3FA9530778C}" presName="spaceRect" presStyleCnt="0"/>
      <dgm:spPr/>
    </dgm:pt>
    <dgm:pt modelId="{4EFBDC8B-20DA-40F0-B83A-4DDE8D333F35}" type="pres">
      <dgm:prSet presAssocID="{1C73991C-0AE1-4AF5-99AE-F3FA9530778C}" presName="parTx" presStyleLbl="revTx" presStyleIdx="1" presStyleCnt="4">
        <dgm:presLayoutVars>
          <dgm:chMax val="0"/>
          <dgm:chPref val="0"/>
        </dgm:presLayoutVars>
      </dgm:prSet>
      <dgm:spPr/>
    </dgm:pt>
    <dgm:pt modelId="{9F519E65-441B-4857-BACB-C0616CE79FF8}" type="pres">
      <dgm:prSet presAssocID="{DA6B17C5-1832-484B-BD93-AA65EDDD334F}" presName="sibTrans" presStyleCnt="0"/>
      <dgm:spPr/>
    </dgm:pt>
    <dgm:pt modelId="{6FD1C9C3-9654-4E3E-8E30-30FC0924FA95}" type="pres">
      <dgm:prSet presAssocID="{79660BD2-CDAA-49CE-BD83-E443BDC99C08}" presName="compNode" presStyleCnt="0"/>
      <dgm:spPr/>
    </dgm:pt>
    <dgm:pt modelId="{E230406D-BBC9-4DE3-A7C5-0038E7E6FC1B}" type="pres">
      <dgm:prSet presAssocID="{79660BD2-CDAA-49CE-BD83-E443BDC99C08}" presName="bgRect" presStyleLbl="bgShp" presStyleIdx="2" presStyleCnt="4"/>
      <dgm:spPr/>
    </dgm:pt>
    <dgm:pt modelId="{7E2E4858-1515-4AC9-96E6-D01F63E3C27A}" type="pres">
      <dgm:prSet presAssocID="{79660BD2-CDAA-49CE-BD83-E443BDC99C08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A3A1A82F-0DC6-4A2B-89AD-7A814D7CF98B}" type="pres">
      <dgm:prSet presAssocID="{79660BD2-CDAA-49CE-BD83-E443BDC99C08}" presName="spaceRect" presStyleCnt="0"/>
      <dgm:spPr/>
    </dgm:pt>
    <dgm:pt modelId="{29852715-0251-4482-93EC-3E273D526AD2}" type="pres">
      <dgm:prSet presAssocID="{79660BD2-CDAA-49CE-BD83-E443BDC99C08}" presName="parTx" presStyleLbl="revTx" presStyleIdx="2" presStyleCnt="4">
        <dgm:presLayoutVars>
          <dgm:chMax val="0"/>
          <dgm:chPref val="0"/>
        </dgm:presLayoutVars>
      </dgm:prSet>
      <dgm:spPr/>
    </dgm:pt>
    <dgm:pt modelId="{6AC0DC74-0891-4245-94FB-C383534AFD5B}" type="pres">
      <dgm:prSet presAssocID="{F9A355CF-FE45-49D9-B2B3-529ADB9A1EAB}" presName="sibTrans" presStyleCnt="0"/>
      <dgm:spPr/>
    </dgm:pt>
    <dgm:pt modelId="{B30EA22B-7450-42D8-BC36-E181FB6849F8}" type="pres">
      <dgm:prSet presAssocID="{B121AA82-F216-4613-B83D-9F37FE9C1C4A}" presName="compNode" presStyleCnt="0"/>
      <dgm:spPr/>
    </dgm:pt>
    <dgm:pt modelId="{C5527335-068A-4CFA-BB13-E681BD422E21}" type="pres">
      <dgm:prSet presAssocID="{B121AA82-F216-4613-B83D-9F37FE9C1C4A}" presName="bgRect" presStyleLbl="bgShp" presStyleIdx="3" presStyleCnt="4"/>
      <dgm:spPr/>
    </dgm:pt>
    <dgm:pt modelId="{453DEA3B-28EA-4E2C-8F60-7B0752AADDEE}" type="pres">
      <dgm:prSet presAssocID="{B121AA82-F216-4613-B83D-9F37FE9C1C4A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7D5A55EC-D6A9-4902-9536-8A372509CC02}" type="pres">
      <dgm:prSet presAssocID="{B121AA82-F216-4613-B83D-9F37FE9C1C4A}" presName="spaceRect" presStyleCnt="0"/>
      <dgm:spPr/>
    </dgm:pt>
    <dgm:pt modelId="{5620FCFD-07DB-4607-BA5C-6317FE88EDB2}" type="pres">
      <dgm:prSet presAssocID="{B121AA82-F216-4613-B83D-9F37FE9C1C4A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8718F40C-C97B-4B1B-B4B1-01B4012587B2}" srcId="{3AAEB064-54EE-4576-9546-41D5B27F8E77}" destId="{B121AA82-F216-4613-B83D-9F37FE9C1C4A}" srcOrd="3" destOrd="0" parTransId="{5752CC2E-1A15-4D49-912F-7EF998E204CD}" sibTransId="{3F217DFD-0386-4624-A4F8-53FDF7780A0C}"/>
    <dgm:cxn modelId="{7495D440-B416-446B-9695-057587BFF86F}" type="presOf" srcId="{79660BD2-CDAA-49CE-BD83-E443BDC99C08}" destId="{29852715-0251-4482-93EC-3E273D526AD2}" srcOrd="0" destOrd="0" presId="urn:microsoft.com/office/officeart/2018/2/layout/IconVerticalSolidList"/>
    <dgm:cxn modelId="{5DB13A6A-04E7-4F2A-BAD5-3BAE87CB3D88}" type="presOf" srcId="{82E5E945-40F9-40A3-B173-BDC6E5CFD3D2}" destId="{CB1A60CB-0AC4-46AD-A7EE-40BE1D20A68A}" srcOrd="0" destOrd="0" presId="urn:microsoft.com/office/officeart/2018/2/layout/IconVerticalSolidList"/>
    <dgm:cxn modelId="{579AE54B-06B1-4E44-90E9-F60D8C70B2B0}" type="presOf" srcId="{B121AA82-F216-4613-B83D-9F37FE9C1C4A}" destId="{5620FCFD-07DB-4607-BA5C-6317FE88EDB2}" srcOrd="0" destOrd="0" presId="urn:microsoft.com/office/officeart/2018/2/layout/IconVerticalSolidList"/>
    <dgm:cxn modelId="{23C3DE7E-9933-4879-B54C-D4304895B4D8}" type="presOf" srcId="{3AAEB064-54EE-4576-9546-41D5B27F8E77}" destId="{4AF87E38-859B-46D1-B619-5A4C33A36643}" srcOrd="0" destOrd="0" presId="urn:microsoft.com/office/officeart/2018/2/layout/IconVerticalSolidList"/>
    <dgm:cxn modelId="{AA097DA0-BFC9-4C7E-8D34-118754071664}" srcId="{3AAEB064-54EE-4576-9546-41D5B27F8E77}" destId="{79660BD2-CDAA-49CE-BD83-E443BDC99C08}" srcOrd="2" destOrd="0" parTransId="{7938C363-4C7D-48B6-A8EC-EB2941109BEC}" sibTransId="{F9A355CF-FE45-49D9-B2B3-529ADB9A1EAB}"/>
    <dgm:cxn modelId="{847C73AE-9CBB-4890-9247-CA142E3B1A5B}" srcId="{3AAEB064-54EE-4576-9546-41D5B27F8E77}" destId="{1C73991C-0AE1-4AF5-99AE-F3FA9530778C}" srcOrd="1" destOrd="0" parTransId="{831A63FD-B093-4CD5-8A91-D73D2B158CBE}" sibTransId="{DA6B17C5-1832-484B-BD93-AA65EDDD334F}"/>
    <dgm:cxn modelId="{E13B91C7-F21E-4F4C-9361-4D1ABDBD32D8}" srcId="{3AAEB064-54EE-4576-9546-41D5B27F8E77}" destId="{82E5E945-40F9-40A3-B173-BDC6E5CFD3D2}" srcOrd="0" destOrd="0" parTransId="{2D5CD339-241E-46BD-A838-9AFE7CD4C28F}" sibTransId="{9BD3BBFE-D842-49F2-8C78-61EA12A06480}"/>
    <dgm:cxn modelId="{0CB798E8-E05D-487A-A8C0-EDCE4AC30830}" type="presOf" srcId="{1C73991C-0AE1-4AF5-99AE-F3FA9530778C}" destId="{4EFBDC8B-20DA-40F0-B83A-4DDE8D333F35}" srcOrd="0" destOrd="0" presId="urn:microsoft.com/office/officeart/2018/2/layout/IconVerticalSolidList"/>
    <dgm:cxn modelId="{1C1B4F6E-0816-4613-8329-91B6A8D34ACC}" type="presParOf" srcId="{4AF87E38-859B-46D1-B619-5A4C33A36643}" destId="{085D024C-BE18-4505-B886-CF5C5B384996}" srcOrd="0" destOrd="0" presId="urn:microsoft.com/office/officeart/2018/2/layout/IconVerticalSolidList"/>
    <dgm:cxn modelId="{AC4AB576-FBB8-41A6-8BC6-3793CB78D970}" type="presParOf" srcId="{085D024C-BE18-4505-B886-CF5C5B384996}" destId="{AECDC399-ED93-4069-ADA2-1795AD73C84F}" srcOrd="0" destOrd="0" presId="urn:microsoft.com/office/officeart/2018/2/layout/IconVerticalSolidList"/>
    <dgm:cxn modelId="{9C9F4A54-744C-49DB-9D22-415654C1A1EE}" type="presParOf" srcId="{085D024C-BE18-4505-B886-CF5C5B384996}" destId="{778BA20E-A90A-4274-B3FC-40F0BB4597CD}" srcOrd="1" destOrd="0" presId="urn:microsoft.com/office/officeart/2018/2/layout/IconVerticalSolidList"/>
    <dgm:cxn modelId="{66630946-6B2A-4548-A9E5-7AF0EB41A0A1}" type="presParOf" srcId="{085D024C-BE18-4505-B886-CF5C5B384996}" destId="{401517B1-A2C6-4C58-ADA9-195474208D82}" srcOrd="2" destOrd="0" presId="urn:microsoft.com/office/officeart/2018/2/layout/IconVerticalSolidList"/>
    <dgm:cxn modelId="{2CBFF30A-2F8A-403C-BA7A-B87B265FC014}" type="presParOf" srcId="{085D024C-BE18-4505-B886-CF5C5B384996}" destId="{CB1A60CB-0AC4-46AD-A7EE-40BE1D20A68A}" srcOrd="3" destOrd="0" presId="urn:microsoft.com/office/officeart/2018/2/layout/IconVerticalSolidList"/>
    <dgm:cxn modelId="{4344A985-32E0-4DC4-8080-F861DB91F2F5}" type="presParOf" srcId="{4AF87E38-859B-46D1-B619-5A4C33A36643}" destId="{470EDEFE-5F14-4D4B-9219-62321FD7C698}" srcOrd="1" destOrd="0" presId="urn:microsoft.com/office/officeart/2018/2/layout/IconVerticalSolidList"/>
    <dgm:cxn modelId="{A416D3C6-3306-466F-857F-B0240ACC7B0B}" type="presParOf" srcId="{4AF87E38-859B-46D1-B619-5A4C33A36643}" destId="{1DBBAB45-58C3-49EF-8E5C-CA95C751BE26}" srcOrd="2" destOrd="0" presId="urn:microsoft.com/office/officeart/2018/2/layout/IconVerticalSolidList"/>
    <dgm:cxn modelId="{A4731A9D-B8C9-486B-8F57-DCA9B94955E5}" type="presParOf" srcId="{1DBBAB45-58C3-49EF-8E5C-CA95C751BE26}" destId="{E500CE00-C8EF-43C8-A6D7-D162487EEBEE}" srcOrd="0" destOrd="0" presId="urn:microsoft.com/office/officeart/2018/2/layout/IconVerticalSolidList"/>
    <dgm:cxn modelId="{B69AC4F5-F0FA-4E65-B2D4-EA93FA2B5BB1}" type="presParOf" srcId="{1DBBAB45-58C3-49EF-8E5C-CA95C751BE26}" destId="{758E44D0-5F54-4AC8-B190-77E1B48DF26E}" srcOrd="1" destOrd="0" presId="urn:microsoft.com/office/officeart/2018/2/layout/IconVerticalSolidList"/>
    <dgm:cxn modelId="{6979D7CA-B033-482E-B31E-A51E408BBA50}" type="presParOf" srcId="{1DBBAB45-58C3-49EF-8E5C-CA95C751BE26}" destId="{E75F48E2-0CF3-45A6-A4F0-1032BC443492}" srcOrd="2" destOrd="0" presId="urn:microsoft.com/office/officeart/2018/2/layout/IconVerticalSolidList"/>
    <dgm:cxn modelId="{BE1653B6-611B-43D3-8F7C-0765B602A331}" type="presParOf" srcId="{1DBBAB45-58C3-49EF-8E5C-CA95C751BE26}" destId="{4EFBDC8B-20DA-40F0-B83A-4DDE8D333F35}" srcOrd="3" destOrd="0" presId="urn:microsoft.com/office/officeart/2018/2/layout/IconVerticalSolidList"/>
    <dgm:cxn modelId="{A7477A0B-EA94-4D96-9B77-6E1AD2CD306C}" type="presParOf" srcId="{4AF87E38-859B-46D1-B619-5A4C33A36643}" destId="{9F519E65-441B-4857-BACB-C0616CE79FF8}" srcOrd="3" destOrd="0" presId="urn:microsoft.com/office/officeart/2018/2/layout/IconVerticalSolidList"/>
    <dgm:cxn modelId="{6F831559-426C-448A-B258-BA3D0219588A}" type="presParOf" srcId="{4AF87E38-859B-46D1-B619-5A4C33A36643}" destId="{6FD1C9C3-9654-4E3E-8E30-30FC0924FA95}" srcOrd="4" destOrd="0" presId="urn:microsoft.com/office/officeart/2018/2/layout/IconVerticalSolidList"/>
    <dgm:cxn modelId="{4C79790C-7219-4ACD-879E-2D2803637B59}" type="presParOf" srcId="{6FD1C9C3-9654-4E3E-8E30-30FC0924FA95}" destId="{E230406D-BBC9-4DE3-A7C5-0038E7E6FC1B}" srcOrd="0" destOrd="0" presId="urn:microsoft.com/office/officeart/2018/2/layout/IconVerticalSolidList"/>
    <dgm:cxn modelId="{DB1E36A9-468E-4D07-AB7B-14DE28EF0572}" type="presParOf" srcId="{6FD1C9C3-9654-4E3E-8E30-30FC0924FA95}" destId="{7E2E4858-1515-4AC9-96E6-D01F63E3C27A}" srcOrd="1" destOrd="0" presId="urn:microsoft.com/office/officeart/2018/2/layout/IconVerticalSolidList"/>
    <dgm:cxn modelId="{EF9F44F0-4BAB-4507-A191-0038AFA1E862}" type="presParOf" srcId="{6FD1C9C3-9654-4E3E-8E30-30FC0924FA95}" destId="{A3A1A82F-0DC6-4A2B-89AD-7A814D7CF98B}" srcOrd="2" destOrd="0" presId="urn:microsoft.com/office/officeart/2018/2/layout/IconVerticalSolidList"/>
    <dgm:cxn modelId="{2B055863-1182-4CE4-91BB-EFAB1510964C}" type="presParOf" srcId="{6FD1C9C3-9654-4E3E-8E30-30FC0924FA95}" destId="{29852715-0251-4482-93EC-3E273D526AD2}" srcOrd="3" destOrd="0" presId="urn:microsoft.com/office/officeart/2018/2/layout/IconVerticalSolidList"/>
    <dgm:cxn modelId="{48D664A4-46B3-45DD-9D9E-9A3B411E5786}" type="presParOf" srcId="{4AF87E38-859B-46D1-B619-5A4C33A36643}" destId="{6AC0DC74-0891-4245-94FB-C383534AFD5B}" srcOrd="5" destOrd="0" presId="urn:microsoft.com/office/officeart/2018/2/layout/IconVerticalSolidList"/>
    <dgm:cxn modelId="{7C1BC92B-8A07-4B37-B51C-34B36F60FD0F}" type="presParOf" srcId="{4AF87E38-859B-46D1-B619-5A4C33A36643}" destId="{B30EA22B-7450-42D8-BC36-E181FB6849F8}" srcOrd="6" destOrd="0" presId="urn:microsoft.com/office/officeart/2018/2/layout/IconVerticalSolidList"/>
    <dgm:cxn modelId="{D9A3E678-F6C9-4B30-8884-2454D979E6EB}" type="presParOf" srcId="{B30EA22B-7450-42D8-BC36-E181FB6849F8}" destId="{C5527335-068A-4CFA-BB13-E681BD422E21}" srcOrd="0" destOrd="0" presId="urn:microsoft.com/office/officeart/2018/2/layout/IconVerticalSolidList"/>
    <dgm:cxn modelId="{5A319B33-C8D3-46F9-8211-228420CB527B}" type="presParOf" srcId="{B30EA22B-7450-42D8-BC36-E181FB6849F8}" destId="{453DEA3B-28EA-4E2C-8F60-7B0752AADDEE}" srcOrd="1" destOrd="0" presId="urn:microsoft.com/office/officeart/2018/2/layout/IconVerticalSolidList"/>
    <dgm:cxn modelId="{1D02B916-E451-4CCD-AEFE-AE67BD51D30F}" type="presParOf" srcId="{B30EA22B-7450-42D8-BC36-E181FB6849F8}" destId="{7D5A55EC-D6A9-4902-9536-8A372509CC02}" srcOrd="2" destOrd="0" presId="urn:microsoft.com/office/officeart/2018/2/layout/IconVerticalSolidList"/>
    <dgm:cxn modelId="{451486DF-6936-4CDE-A3FD-AF6941991062}" type="presParOf" srcId="{B30EA22B-7450-42D8-BC36-E181FB6849F8}" destId="{5620FCFD-07DB-4607-BA5C-6317FE88EDB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69BB7E50-13D7-45E4-800D-93BFD1AFA60A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6C485869-645B-428A-87E2-84200A63454F}">
      <dgm:prSet/>
      <dgm:spPr/>
      <dgm:t>
        <a:bodyPr/>
        <a:lstStyle/>
        <a:p>
          <a:r>
            <a:rPr lang="es-ES"/>
            <a:t>x = 10        -- global</a:t>
          </a:r>
          <a:endParaRPr lang="en-US"/>
        </a:p>
      </dgm:t>
    </dgm:pt>
    <dgm:pt modelId="{287A176C-EAE7-4409-94F6-241F8E16F918}" type="parTrans" cxnId="{B8A97CFB-4B69-4773-8941-9AB259A59740}">
      <dgm:prSet/>
      <dgm:spPr/>
      <dgm:t>
        <a:bodyPr/>
        <a:lstStyle/>
        <a:p>
          <a:endParaRPr lang="en-US"/>
        </a:p>
      </dgm:t>
    </dgm:pt>
    <dgm:pt modelId="{D91B430E-487C-44D9-B1E0-62FA6750B641}" type="sibTrans" cxnId="{B8A97CFB-4B69-4773-8941-9AB259A59740}">
      <dgm:prSet/>
      <dgm:spPr/>
      <dgm:t>
        <a:bodyPr/>
        <a:lstStyle/>
        <a:p>
          <a:endParaRPr lang="en-US"/>
        </a:p>
      </dgm:t>
    </dgm:pt>
    <dgm:pt modelId="{BB0DA3A3-F421-484D-BFCA-00B79E4A8FA3}">
      <dgm:prSet/>
      <dgm:spPr/>
      <dgm:t>
        <a:bodyPr/>
        <a:lstStyle/>
        <a:p>
          <a:r>
            <a:rPr lang="es-ES"/>
            <a:t>local y = 5   -- local</a:t>
          </a:r>
          <a:endParaRPr lang="en-US"/>
        </a:p>
      </dgm:t>
    </dgm:pt>
    <dgm:pt modelId="{4F680064-CE6C-47F2-8926-E06F788C8688}" type="parTrans" cxnId="{CC07332E-9C73-4598-BFED-3735016DD82C}">
      <dgm:prSet/>
      <dgm:spPr/>
      <dgm:t>
        <a:bodyPr/>
        <a:lstStyle/>
        <a:p>
          <a:endParaRPr lang="en-US"/>
        </a:p>
      </dgm:t>
    </dgm:pt>
    <dgm:pt modelId="{30273782-E59A-442C-B5E6-8C829F01F86E}" type="sibTrans" cxnId="{CC07332E-9C73-4598-BFED-3735016DD82C}">
      <dgm:prSet/>
      <dgm:spPr/>
      <dgm:t>
        <a:bodyPr/>
        <a:lstStyle/>
        <a:p>
          <a:endParaRPr lang="en-US"/>
        </a:p>
      </dgm:t>
    </dgm:pt>
    <dgm:pt modelId="{5D3AEE1A-E266-4D99-8B39-C28344755A22}">
      <dgm:prSet/>
      <dgm:spPr/>
      <dgm:t>
        <a:bodyPr/>
        <a:lstStyle/>
        <a:p>
          <a:r>
            <a:rPr lang="es-ES"/>
            <a:t>print(x, y)</a:t>
          </a:r>
          <a:endParaRPr lang="en-US"/>
        </a:p>
      </dgm:t>
    </dgm:pt>
    <dgm:pt modelId="{F1ACC8D6-D52F-49F6-9D35-DB346A76ECC5}" type="parTrans" cxnId="{88537CE8-5EB3-444E-94BB-A02A2F7989CD}">
      <dgm:prSet/>
      <dgm:spPr/>
      <dgm:t>
        <a:bodyPr/>
        <a:lstStyle/>
        <a:p>
          <a:endParaRPr lang="en-US"/>
        </a:p>
      </dgm:t>
    </dgm:pt>
    <dgm:pt modelId="{2338B1CB-7001-4CC7-A639-CA51CCB6E2C7}" type="sibTrans" cxnId="{88537CE8-5EB3-444E-94BB-A02A2F7989CD}">
      <dgm:prSet/>
      <dgm:spPr/>
      <dgm:t>
        <a:bodyPr/>
        <a:lstStyle/>
        <a:p>
          <a:endParaRPr lang="en-US"/>
        </a:p>
      </dgm:t>
    </dgm:pt>
    <dgm:pt modelId="{4A5A8C39-8CB4-4DC2-8A0E-D5551540865C}" type="pres">
      <dgm:prSet presAssocID="{69BB7E50-13D7-45E4-800D-93BFD1AFA60A}" presName="root" presStyleCnt="0">
        <dgm:presLayoutVars>
          <dgm:dir/>
          <dgm:resizeHandles val="exact"/>
        </dgm:presLayoutVars>
      </dgm:prSet>
      <dgm:spPr/>
    </dgm:pt>
    <dgm:pt modelId="{99D5DDC2-FFF6-419E-8D64-CB286C59DEF7}" type="pres">
      <dgm:prSet presAssocID="{6C485869-645B-428A-87E2-84200A63454F}" presName="compNode" presStyleCnt="0"/>
      <dgm:spPr/>
    </dgm:pt>
    <dgm:pt modelId="{D2031F20-04F5-4737-9FD0-1B8B4D28945E}" type="pres">
      <dgm:prSet presAssocID="{6C485869-645B-428A-87E2-84200A63454F}" presName="bgRect" presStyleLbl="bgShp" presStyleIdx="0" presStyleCnt="3"/>
      <dgm:spPr/>
    </dgm:pt>
    <dgm:pt modelId="{55C82790-0EC6-4713-A9D4-8018FC56E90F}" type="pres">
      <dgm:prSet presAssocID="{6C485869-645B-428A-87E2-84200A63454F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g under Magnifying Glass"/>
        </a:ext>
      </dgm:extLst>
    </dgm:pt>
    <dgm:pt modelId="{3C8D14E2-764B-4193-B6A7-FC14990894EB}" type="pres">
      <dgm:prSet presAssocID="{6C485869-645B-428A-87E2-84200A63454F}" presName="spaceRect" presStyleCnt="0"/>
      <dgm:spPr/>
    </dgm:pt>
    <dgm:pt modelId="{27E46B8D-ED6F-4FF4-9787-03A17345534D}" type="pres">
      <dgm:prSet presAssocID="{6C485869-645B-428A-87E2-84200A63454F}" presName="parTx" presStyleLbl="revTx" presStyleIdx="0" presStyleCnt="3">
        <dgm:presLayoutVars>
          <dgm:chMax val="0"/>
          <dgm:chPref val="0"/>
        </dgm:presLayoutVars>
      </dgm:prSet>
      <dgm:spPr/>
    </dgm:pt>
    <dgm:pt modelId="{76ABF430-E5F8-4D43-9B8A-7C06B933A788}" type="pres">
      <dgm:prSet presAssocID="{D91B430E-487C-44D9-B1E0-62FA6750B641}" presName="sibTrans" presStyleCnt="0"/>
      <dgm:spPr/>
    </dgm:pt>
    <dgm:pt modelId="{2E8A3D9F-AA69-453F-AE78-AF35E4A78357}" type="pres">
      <dgm:prSet presAssocID="{BB0DA3A3-F421-484D-BFCA-00B79E4A8FA3}" presName="compNode" presStyleCnt="0"/>
      <dgm:spPr/>
    </dgm:pt>
    <dgm:pt modelId="{91202BF0-E698-44A4-8A5C-DF92827C9BA2}" type="pres">
      <dgm:prSet presAssocID="{BB0DA3A3-F421-484D-BFCA-00B79E4A8FA3}" presName="bgRect" presStyleLbl="bgShp" presStyleIdx="1" presStyleCnt="3"/>
      <dgm:spPr/>
    </dgm:pt>
    <dgm:pt modelId="{63BCDDFB-F87C-4821-B88A-FA8F5DA4C1AA}" type="pres">
      <dgm:prSet presAssocID="{BB0DA3A3-F421-484D-BFCA-00B79E4A8FA3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ragon Dance"/>
        </a:ext>
      </dgm:extLst>
    </dgm:pt>
    <dgm:pt modelId="{63BA9738-292E-4C86-A9C0-E91B750341FE}" type="pres">
      <dgm:prSet presAssocID="{BB0DA3A3-F421-484D-BFCA-00B79E4A8FA3}" presName="spaceRect" presStyleCnt="0"/>
      <dgm:spPr/>
    </dgm:pt>
    <dgm:pt modelId="{5B484125-4D7F-491A-9478-7593CDEFFCB6}" type="pres">
      <dgm:prSet presAssocID="{BB0DA3A3-F421-484D-BFCA-00B79E4A8FA3}" presName="parTx" presStyleLbl="revTx" presStyleIdx="1" presStyleCnt="3">
        <dgm:presLayoutVars>
          <dgm:chMax val="0"/>
          <dgm:chPref val="0"/>
        </dgm:presLayoutVars>
      </dgm:prSet>
      <dgm:spPr/>
    </dgm:pt>
    <dgm:pt modelId="{F6AF5E5C-DC8C-4CA8-80EC-0478C8B8FD6E}" type="pres">
      <dgm:prSet presAssocID="{30273782-E59A-442C-B5E6-8C829F01F86E}" presName="sibTrans" presStyleCnt="0"/>
      <dgm:spPr/>
    </dgm:pt>
    <dgm:pt modelId="{D8374F6B-420D-4E36-B2D8-CBC176867726}" type="pres">
      <dgm:prSet presAssocID="{5D3AEE1A-E266-4D99-8B39-C28344755A22}" presName="compNode" presStyleCnt="0"/>
      <dgm:spPr/>
    </dgm:pt>
    <dgm:pt modelId="{72CCC691-F0B2-4EE5-98A3-49CA500009D4}" type="pres">
      <dgm:prSet presAssocID="{5D3AEE1A-E266-4D99-8B39-C28344755A22}" presName="bgRect" presStyleLbl="bgShp" presStyleIdx="2" presStyleCnt="3"/>
      <dgm:spPr/>
    </dgm:pt>
    <dgm:pt modelId="{1BDDC688-69EA-490D-B674-8D58AF765714}" type="pres">
      <dgm:prSet presAssocID="{5D3AEE1A-E266-4D99-8B39-C28344755A22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inter"/>
        </a:ext>
      </dgm:extLst>
    </dgm:pt>
    <dgm:pt modelId="{70746359-58B2-4A7A-AFC3-5CA4AFE6E4AB}" type="pres">
      <dgm:prSet presAssocID="{5D3AEE1A-E266-4D99-8B39-C28344755A22}" presName="spaceRect" presStyleCnt="0"/>
      <dgm:spPr/>
    </dgm:pt>
    <dgm:pt modelId="{B6DCFAB6-6E2D-4490-985C-A263DB1E6861}" type="pres">
      <dgm:prSet presAssocID="{5D3AEE1A-E266-4D99-8B39-C28344755A22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CC07332E-9C73-4598-BFED-3735016DD82C}" srcId="{69BB7E50-13D7-45E4-800D-93BFD1AFA60A}" destId="{BB0DA3A3-F421-484D-BFCA-00B79E4A8FA3}" srcOrd="1" destOrd="0" parTransId="{4F680064-CE6C-47F2-8926-E06F788C8688}" sibTransId="{30273782-E59A-442C-B5E6-8C829F01F86E}"/>
    <dgm:cxn modelId="{5F42E03D-A371-43D0-8A36-54F4E6E1FA45}" type="presOf" srcId="{6C485869-645B-428A-87E2-84200A63454F}" destId="{27E46B8D-ED6F-4FF4-9787-03A17345534D}" srcOrd="0" destOrd="0" presId="urn:microsoft.com/office/officeart/2018/2/layout/IconVerticalSolidList"/>
    <dgm:cxn modelId="{1DA3F195-B504-4003-AF2B-BAD0FE443E87}" type="presOf" srcId="{BB0DA3A3-F421-484D-BFCA-00B79E4A8FA3}" destId="{5B484125-4D7F-491A-9478-7593CDEFFCB6}" srcOrd="0" destOrd="0" presId="urn:microsoft.com/office/officeart/2018/2/layout/IconVerticalSolidList"/>
    <dgm:cxn modelId="{A28B55B8-2FEC-4661-9BA1-E38C3B207FF7}" type="presOf" srcId="{69BB7E50-13D7-45E4-800D-93BFD1AFA60A}" destId="{4A5A8C39-8CB4-4DC2-8A0E-D5551540865C}" srcOrd="0" destOrd="0" presId="urn:microsoft.com/office/officeart/2018/2/layout/IconVerticalSolidList"/>
    <dgm:cxn modelId="{88537CE8-5EB3-444E-94BB-A02A2F7989CD}" srcId="{69BB7E50-13D7-45E4-800D-93BFD1AFA60A}" destId="{5D3AEE1A-E266-4D99-8B39-C28344755A22}" srcOrd="2" destOrd="0" parTransId="{F1ACC8D6-D52F-49F6-9D35-DB346A76ECC5}" sibTransId="{2338B1CB-7001-4CC7-A639-CA51CCB6E2C7}"/>
    <dgm:cxn modelId="{848739EF-9915-4351-A9E1-E2E1F6F6BABB}" type="presOf" srcId="{5D3AEE1A-E266-4D99-8B39-C28344755A22}" destId="{B6DCFAB6-6E2D-4490-985C-A263DB1E6861}" srcOrd="0" destOrd="0" presId="urn:microsoft.com/office/officeart/2018/2/layout/IconVerticalSolidList"/>
    <dgm:cxn modelId="{B8A97CFB-4B69-4773-8941-9AB259A59740}" srcId="{69BB7E50-13D7-45E4-800D-93BFD1AFA60A}" destId="{6C485869-645B-428A-87E2-84200A63454F}" srcOrd="0" destOrd="0" parTransId="{287A176C-EAE7-4409-94F6-241F8E16F918}" sibTransId="{D91B430E-487C-44D9-B1E0-62FA6750B641}"/>
    <dgm:cxn modelId="{5A5F8BB2-F112-49E2-B45C-CF689430C05C}" type="presParOf" srcId="{4A5A8C39-8CB4-4DC2-8A0E-D5551540865C}" destId="{99D5DDC2-FFF6-419E-8D64-CB286C59DEF7}" srcOrd="0" destOrd="0" presId="urn:microsoft.com/office/officeart/2018/2/layout/IconVerticalSolidList"/>
    <dgm:cxn modelId="{E1CA85DE-1E5E-4B0C-A2D4-26CF164927C7}" type="presParOf" srcId="{99D5DDC2-FFF6-419E-8D64-CB286C59DEF7}" destId="{D2031F20-04F5-4737-9FD0-1B8B4D28945E}" srcOrd="0" destOrd="0" presId="urn:microsoft.com/office/officeart/2018/2/layout/IconVerticalSolidList"/>
    <dgm:cxn modelId="{74A13101-BEE5-4262-9916-79F647489284}" type="presParOf" srcId="{99D5DDC2-FFF6-419E-8D64-CB286C59DEF7}" destId="{55C82790-0EC6-4713-A9D4-8018FC56E90F}" srcOrd="1" destOrd="0" presId="urn:microsoft.com/office/officeart/2018/2/layout/IconVerticalSolidList"/>
    <dgm:cxn modelId="{75175453-FE11-4A57-A6EB-F8BD1159B87A}" type="presParOf" srcId="{99D5DDC2-FFF6-419E-8D64-CB286C59DEF7}" destId="{3C8D14E2-764B-4193-B6A7-FC14990894EB}" srcOrd="2" destOrd="0" presId="urn:microsoft.com/office/officeart/2018/2/layout/IconVerticalSolidList"/>
    <dgm:cxn modelId="{DD58A4EC-09F0-4D32-BE79-871CE9D5B530}" type="presParOf" srcId="{99D5DDC2-FFF6-419E-8D64-CB286C59DEF7}" destId="{27E46B8D-ED6F-4FF4-9787-03A17345534D}" srcOrd="3" destOrd="0" presId="urn:microsoft.com/office/officeart/2018/2/layout/IconVerticalSolidList"/>
    <dgm:cxn modelId="{ACEEA5E3-64FE-40B6-9A27-B3864965D6E4}" type="presParOf" srcId="{4A5A8C39-8CB4-4DC2-8A0E-D5551540865C}" destId="{76ABF430-E5F8-4D43-9B8A-7C06B933A788}" srcOrd="1" destOrd="0" presId="urn:microsoft.com/office/officeart/2018/2/layout/IconVerticalSolidList"/>
    <dgm:cxn modelId="{9A5F4B9E-DB6F-4D19-AC1E-DA21716BD658}" type="presParOf" srcId="{4A5A8C39-8CB4-4DC2-8A0E-D5551540865C}" destId="{2E8A3D9F-AA69-453F-AE78-AF35E4A78357}" srcOrd="2" destOrd="0" presId="urn:microsoft.com/office/officeart/2018/2/layout/IconVerticalSolidList"/>
    <dgm:cxn modelId="{A9C4DDAD-B960-4798-9CE7-8EA20C5090C4}" type="presParOf" srcId="{2E8A3D9F-AA69-453F-AE78-AF35E4A78357}" destId="{91202BF0-E698-44A4-8A5C-DF92827C9BA2}" srcOrd="0" destOrd="0" presId="urn:microsoft.com/office/officeart/2018/2/layout/IconVerticalSolidList"/>
    <dgm:cxn modelId="{7C0AB88B-D0EA-4F4E-AD66-9D8650ADE765}" type="presParOf" srcId="{2E8A3D9F-AA69-453F-AE78-AF35E4A78357}" destId="{63BCDDFB-F87C-4821-B88A-FA8F5DA4C1AA}" srcOrd="1" destOrd="0" presId="urn:microsoft.com/office/officeart/2018/2/layout/IconVerticalSolidList"/>
    <dgm:cxn modelId="{F2C7DF07-E041-4714-9D77-65DD465477E9}" type="presParOf" srcId="{2E8A3D9F-AA69-453F-AE78-AF35E4A78357}" destId="{63BA9738-292E-4C86-A9C0-E91B750341FE}" srcOrd="2" destOrd="0" presId="urn:microsoft.com/office/officeart/2018/2/layout/IconVerticalSolidList"/>
    <dgm:cxn modelId="{1456B10A-3C4C-499A-B0E5-D78D8DDD7B00}" type="presParOf" srcId="{2E8A3D9F-AA69-453F-AE78-AF35E4A78357}" destId="{5B484125-4D7F-491A-9478-7593CDEFFCB6}" srcOrd="3" destOrd="0" presId="urn:microsoft.com/office/officeart/2018/2/layout/IconVerticalSolidList"/>
    <dgm:cxn modelId="{30BB382D-AC7A-4242-B696-FDF3B0AD7A0F}" type="presParOf" srcId="{4A5A8C39-8CB4-4DC2-8A0E-D5551540865C}" destId="{F6AF5E5C-DC8C-4CA8-80EC-0478C8B8FD6E}" srcOrd="3" destOrd="0" presId="urn:microsoft.com/office/officeart/2018/2/layout/IconVerticalSolidList"/>
    <dgm:cxn modelId="{5B2D1583-C656-4B96-8C8A-6D85A11007F0}" type="presParOf" srcId="{4A5A8C39-8CB4-4DC2-8A0E-D5551540865C}" destId="{D8374F6B-420D-4E36-B2D8-CBC176867726}" srcOrd="4" destOrd="0" presId="urn:microsoft.com/office/officeart/2018/2/layout/IconVerticalSolidList"/>
    <dgm:cxn modelId="{467D4A57-655D-4898-A891-8FC70E377AAE}" type="presParOf" srcId="{D8374F6B-420D-4E36-B2D8-CBC176867726}" destId="{72CCC691-F0B2-4EE5-98A3-49CA500009D4}" srcOrd="0" destOrd="0" presId="urn:microsoft.com/office/officeart/2018/2/layout/IconVerticalSolidList"/>
    <dgm:cxn modelId="{12D83B8D-5C49-485F-B206-1BA9B8424407}" type="presParOf" srcId="{D8374F6B-420D-4E36-B2D8-CBC176867726}" destId="{1BDDC688-69EA-490D-B674-8D58AF765714}" srcOrd="1" destOrd="0" presId="urn:microsoft.com/office/officeart/2018/2/layout/IconVerticalSolidList"/>
    <dgm:cxn modelId="{CAAA9267-A395-430F-92BF-402AB2F84819}" type="presParOf" srcId="{D8374F6B-420D-4E36-B2D8-CBC176867726}" destId="{70746359-58B2-4A7A-AFC3-5CA4AFE6E4AB}" srcOrd="2" destOrd="0" presId="urn:microsoft.com/office/officeart/2018/2/layout/IconVerticalSolidList"/>
    <dgm:cxn modelId="{1143757A-873B-4B90-9C83-34E511E9B5C0}" type="presParOf" srcId="{D8374F6B-420D-4E36-B2D8-CBC176867726}" destId="{B6DCFAB6-6E2D-4490-985C-A263DB1E686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A2838522-270F-4EFF-B7C7-7F111E095C81}" type="doc">
      <dgm:prSet loTypeId="urn:microsoft.com/office/officeart/2005/8/layout/list1" loCatId="list" qsTypeId="urn:microsoft.com/office/officeart/2005/8/quickstyle/simple4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81E54F24-67E7-4150-B20D-D1825CCC14B4}">
      <dgm:prSet/>
      <dgm:spPr/>
      <dgm:t>
        <a:bodyPr/>
        <a:lstStyle/>
        <a:p>
          <a:r>
            <a:rPr lang="en-US" b="0"/>
            <a:t>Lua: Types and Values Overview</a:t>
          </a:r>
          <a:endParaRPr lang="en-US"/>
        </a:p>
      </dgm:t>
    </dgm:pt>
    <dgm:pt modelId="{6E7BD57F-C670-49FF-8685-E5E5151FE1E4}" type="parTrans" cxnId="{71B8453C-E011-40CC-8984-EF9DFA0C68FD}">
      <dgm:prSet/>
      <dgm:spPr/>
      <dgm:t>
        <a:bodyPr/>
        <a:lstStyle/>
        <a:p>
          <a:endParaRPr lang="en-US"/>
        </a:p>
      </dgm:t>
    </dgm:pt>
    <dgm:pt modelId="{FF3FA744-0C46-4FDB-95E3-C95364849F0A}" type="sibTrans" cxnId="{71B8453C-E011-40CC-8984-EF9DFA0C68FD}">
      <dgm:prSet/>
      <dgm:spPr/>
      <dgm:t>
        <a:bodyPr/>
        <a:lstStyle/>
        <a:p>
          <a:endParaRPr lang="en-US"/>
        </a:p>
      </dgm:t>
    </dgm:pt>
    <dgm:pt modelId="{C19BE797-00F3-49FE-8571-3E11A83CFCAE}">
      <dgm:prSet/>
      <dgm:spPr/>
      <dgm:t>
        <a:bodyPr/>
        <a:lstStyle/>
        <a:p>
          <a:r>
            <a:rPr lang="en-US" b="0"/>
            <a:t>Lua has 8 basic types </a:t>
          </a:r>
          <a:endParaRPr lang="en-US"/>
        </a:p>
      </dgm:t>
    </dgm:pt>
    <dgm:pt modelId="{0018610D-7D8E-4A92-BBA3-9A18A6B1CD0C}" type="parTrans" cxnId="{B84049B2-8A9C-4953-A5F2-A39471825FB4}">
      <dgm:prSet/>
      <dgm:spPr/>
      <dgm:t>
        <a:bodyPr/>
        <a:lstStyle/>
        <a:p>
          <a:endParaRPr lang="en-US"/>
        </a:p>
      </dgm:t>
    </dgm:pt>
    <dgm:pt modelId="{4E9F405F-7BDC-4BD6-A47D-47AAB09B49D3}" type="sibTrans" cxnId="{B84049B2-8A9C-4953-A5F2-A39471825FB4}">
      <dgm:prSet/>
      <dgm:spPr/>
      <dgm:t>
        <a:bodyPr/>
        <a:lstStyle/>
        <a:p>
          <a:endParaRPr lang="en-US"/>
        </a:p>
      </dgm:t>
    </dgm:pt>
    <dgm:pt modelId="{71ED7B27-703F-49AD-B370-1D715D98F44B}">
      <dgm:prSet/>
      <dgm:spPr/>
      <dgm:t>
        <a:bodyPr/>
        <a:lstStyle/>
        <a:p>
          <a:r>
            <a:rPr lang="en-US"/>
            <a:t>nil</a:t>
          </a:r>
        </a:p>
      </dgm:t>
    </dgm:pt>
    <dgm:pt modelId="{BB544E69-384E-4259-A7D2-A1BD98CE611D}" type="parTrans" cxnId="{64126688-69A7-42CA-AFE7-CB020E6487EB}">
      <dgm:prSet/>
      <dgm:spPr/>
      <dgm:t>
        <a:bodyPr/>
        <a:lstStyle/>
        <a:p>
          <a:endParaRPr lang="en-US"/>
        </a:p>
      </dgm:t>
    </dgm:pt>
    <dgm:pt modelId="{952A0223-AB32-4B81-BBD4-0FA4BFF15B84}" type="sibTrans" cxnId="{64126688-69A7-42CA-AFE7-CB020E6487EB}">
      <dgm:prSet/>
      <dgm:spPr/>
      <dgm:t>
        <a:bodyPr/>
        <a:lstStyle/>
        <a:p>
          <a:endParaRPr lang="en-US"/>
        </a:p>
      </dgm:t>
    </dgm:pt>
    <dgm:pt modelId="{7BD4BB6F-6A84-4762-B431-6F3475977928}">
      <dgm:prSet/>
      <dgm:spPr/>
      <dgm:t>
        <a:bodyPr/>
        <a:lstStyle/>
        <a:p>
          <a:r>
            <a:rPr lang="en-US"/>
            <a:t>Boolean</a:t>
          </a:r>
        </a:p>
      </dgm:t>
    </dgm:pt>
    <dgm:pt modelId="{BE3AEB0F-35F2-4C02-8C71-908352C634BC}" type="parTrans" cxnId="{74B651EA-D05C-4949-A4A2-E1F22638DE7D}">
      <dgm:prSet/>
      <dgm:spPr/>
      <dgm:t>
        <a:bodyPr/>
        <a:lstStyle/>
        <a:p>
          <a:endParaRPr lang="en-US"/>
        </a:p>
      </dgm:t>
    </dgm:pt>
    <dgm:pt modelId="{1ED11139-EFB4-4ED7-8A91-CBB2EEBE9521}" type="sibTrans" cxnId="{74B651EA-D05C-4949-A4A2-E1F22638DE7D}">
      <dgm:prSet/>
      <dgm:spPr/>
      <dgm:t>
        <a:bodyPr/>
        <a:lstStyle/>
        <a:p>
          <a:endParaRPr lang="en-US"/>
        </a:p>
      </dgm:t>
    </dgm:pt>
    <dgm:pt modelId="{F4F0D8C1-2A7B-4CD9-841F-101236DF04F9}">
      <dgm:prSet/>
      <dgm:spPr/>
      <dgm:t>
        <a:bodyPr/>
        <a:lstStyle/>
        <a:p>
          <a:r>
            <a:rPr lang="en-US"/>
            <a:t>Number</a:t>
          </a:r>
        </a:p>
      </dgm:t>
    </dgm:pt>
    <dgm:pt modelId="{7F1ADF53-209F-4CDE-A8FA-35AD01A757FA}" type="parTrans" cxnId="{BA5543CB-A627-4C30-B41D-030FB45C5B2C}">
      <dgm:prSet/>
      <dgm:spPr/>
      <dgm:t>
        <a:bodyPr/>
        <a:lstStyle/>
        <a:p>
          <a:endParaRPr lang="en-US"/>
        </a:p>
      </dgm:t>
    </dgm:pt>
    <dgm:pt modelId="{9D7C8F7E-1A3E-4356-B7C8-1F39E36C5C8B}" type="sibTrans" cxnId="{BA5543CB-A627-4C30-B41D-030FB45C5B2C}">
      <dgm:prSet/>
      <dgm:spPr/>
      <dgm:t>
        <a:bodyPr/>
        <a:lstStyle/>
        <a:p>
          <a:endParaRPr lang="en-US"/>
        </a:p>
      </dgm:t>
    </dgm:pt>
    <dgm:pt modelId="{678765BA-79B8-4493-AA26-9FDBC24107B5}">
      <dgm:prSet/>
      <dgm:spPr/>
      <dgm:t>
        <a:bodyPr/>
        <a:lstStyle/>
        <a:p>
          <a:r>
            <a:rPr lang="en-US"/>
            <a:t>String</a:t>
          </a:r>
        </a:p>
      </dgm:t>
    </dgm:pt>
    <dgm:pt modelId="{9B785AE5-FB13-47EA-B039-B4B0DFE0D343}" type="parTrans" cxnId="{B697DD46-3BC8-44F7-93F1-67A8FBB39ABD}">
      <dgm:prSet/>
      <dgm:spPr/>
      <dgm:t>
        <a:bodyPr/>
        <a:lstStyle/>
        <a:p>
          <a:endParaRPr lang="en-US"/>
        </a:p>
      </dgm:t>
    </dgm:pt>
    <dgm:pt modelId="{F9818480-2C53-4D89-BE56-9D1E89978B04}" type="sibTrans" cxnId="{B697DD46-3BC8-44F7-93F1-67A8FBB39ABD}">
      <dgm:prSet/>
      <dgm:spPr/>
      <dgm:t>
        <a:bodyPr/>
        <a:lstStyle/>
        <a:p>
          <a:endParaRPr lang="en-US"/>
        </a:p>
      </dgm:t>
    </dgm:pt>
    <dgm:pt modelId="{646B1160-5AC5-4DAB-AB18-0BCA4FA63829}">
      <dgm:prSet/>
      <dgm:spPr/>
      <dgm:t>
        <a:bodyPr/>
        <a:lstStyle/>
        <a:p>
          <a:r>
            <a:rPr lang="en-US"/>
            <a:t>Function</a:t>
          </a:r>
        </a:p>
      </dgm:t>
    </dgm:pt>
    <dgm:pt modelId="{D07969BE-989E-4D1C-9AA7-CDD241BDAAC6}" type="parTrans" cxnId="{1649A857-05BB-44F9-AA78-3C9FE2213B25}">
      <dgm:prSet/>
      <dgm:spPr/>
      <dgm:t>
        <a:bodyPr/>
        <a:lstStyle/>
        <a:p>
          <a:endParaRPr lang="en-US"/>
        </a:p>
      </dgm:t>
    </dgm:pt>
    <dgm:pt modelId="{447357FC-C64C-4D2D-B643-7786DBC8608E}" type="sibTrans" cxnId="{1649A857-05BB-44F9-AA78-3C9FE2213B25}">
      <dgm:prSet/>
      <dgm:spPr/>
      <dgm:t>
        <a:bodyPr/>
        <a:lstStyle/>
        <a:p>
          <a:endParaRPr lang="en-US"/>
        </a:p>
      </dgm:t>
    </dgm:pt>
    <dgm:pt modelId="{D69759A5-803F-40AF-96EC-102A23EB4FD3}">
      <dgm:prSet/>
      <dgm:spPr/>
      <dgm:t>
        <a:bodyPr/>
        <a:lstStyle/>
        <a:p>
          <a:r>
            <a:rPr lang="en-US"/>
            <a:t>Userdata</a:t>
          </a:r>
        </a:p>
      </dgm:t>
    </dgm:pt>
    <dgm:pt modelId="{BD52694E-5820-4E3E-B334-82310F0A3DA1}" type="parTrans" cxnId="{113654F5-A636-4BBA-B6CA-AD5FBF80F3E7}">
      <dgm:prSet/>
      <dgm:spPr/>
      <dgm:t>
        <a:bodyPr/>
        <a:lstStyle/>
        <a:p>
          <a:endParaRPr lang="en-US"/>
        </a:p>
      </dgm:t>
    </dgm:pt>
    <dgm:pt modelId="{957A38FB-7A52-4D55-8196-B65F9F28B762}" type="sibTrans" cxnId="{113654F5-A636-4BBA-B6CA-AD5FBF80F3E7}">
      <dgm:prSet/>
      <dgm:spPr/>
      <dgm:t>
        <a:bodyPr/>
        <a:lstStyle/>
        <a:p>
          <a:endParaRPr lang="en-US"/>
        </a:p>
      </dgm:t>
    </dgm:pt>
    <dgm:pt modelId="{4F6D476F-F379-451D-B072-289FA1B777BD}">
      <dgm:prSet/>
      <dgm:spPr/>
      <dgm:t>
        <a:bodyPr/>
        <a:lstStyle/>
        <a:p>
          <a:r>
            <a:rPr lang="en-US"/>
            <a:t>Thread</a:t>
          </a:r>
        </a:p>
      </dgm:t>
    </dgm:pt>
    <dgm:pt modelId="{D4F361F2-A6E2-4ACF-BA0C-26BDE7C65682}" type="parTrans" cxnId="{393C3471-70B9-49DC-9F4F-4263D25B7078}">
      <dgm:prSet/>
      <dgm:spPr/>
      <dgm:t>
        <a:bodyPr/>
        <a:lstStyle/>
        <a:p>
          <a:endParaRPr lang="en-US"/>
        </a:p>
      </dgm:t>
    </dgm:pt>
    <dgm:pt modelId="{A5D9ABBC-1780-44EE-889F-3AC44C0E4E5D}" type="sibTrans" cxnId="{393C3471-70B9-49DC-9F4F-4263D25B7078}">
      <dgm:prSet/>
      <dgm:spPr/>
      <dgm:t>
        <a:bodyPr/>
        <a:lstStyle/>
        <a:p>
          <a:endParaRPr lang="en-US"/>
        </a:p>
      </dgm:t>
    </dgm:pt>
    <dgm:pt modelId="{A0772511-565E-4C96-9518-3C981128FE1F}">
      <dgm:prSet/>
      <dgm:spPr/>
      <dgm:t>
        <a:bodyPr/>
        <a:lstStyle/>
        <a:p>
          <a:r>
            <a:rPr lang="en-US"/>
            <a:t>table</a:t>
          </a:r>
        </a:p>
      </dgm:t>
    </dgm:pt>
    <dgm:pt modelId="{D7F212B0-E25F-4607-9FEF-F6CF601EE6B4}" type="parTrans" cxnId="{8C00C711-3168-4038-8CA4-B31331066AE4}">
      <dgm:prSet/>
      <dgm:spPr/>
      <dgm:t>
        <a:bodyPr/>
        <a:lstStyle/>
        <a:p>
          <a:endParaRPr lang="en-US"/>
        </a:p>
      </dgm:t>
    </dgm:pt>
    <dgm:pt modelId="{28898988-DF99-4D64-95C4-04C45D287DF3}" type="sibTrans" cxnId="{8C00C711-3168-4038-8CA4-B31331066AE4}">
      <dgm:prSet/>
      <dgm:spPr/>
      <dgm:t>
        <a:bodyPr/>
        <a:lstStyle/>
        <a:p>
          <a:endParaRPr lang="en-US"/>
        </a:p>
      </dgm:t>
    </dgm:pt>
    <dgm:pt modelId="{54F7DC6B-189B-4104-95E3-A95832255341}" type="pres">
      <dgm:prSet presAssocID="{A2838522-270F-4EFF-B7C7-7F111E095C81}" presName="linear" presStyleCnt="0">
        <dgm:presLayoutVars>
          <dgm:dir/>
          <dgm:animLvl val="lvl"/>
          <dgm:resizeHandles val="exact"/>
        </dgm:presLayoutVars>
      </dgm:prSet>
      <dgm:spPr/>
    </dgm:pt>
    <dgm:pt modelId="{F7D6E9DD-7A65-4D69-A3E9-43154D3BBDF1}" type="pres">
      <dgm:prSet presAssocID="{81E54F24-67E7-4150-B20D-D1825CCC14B4}" presName="parentLin" presStyleCnt="0"/>
      <dgm:spPr/>
    </dgm:pt>
    <dgm:pt modelId="{1FB52F82-EB94-44CC-A872-13D481B8029E}" type="pres">
      <dgm:prSet presAssocID="{81E54F24-67E7-4150-B20D-D1825CCC14B4}" presName="parentLeftMargin" presStyleLbl="node1" presStyleIdx="0" presStyleCnt="2"/>
      <dgm:spPr/>
    </dgm:pt>
    <dgm:pt modelId="{9DC00A39-3B32-4EE3-8E09-4D307B192C2A}" type="pres">
      <dgm:prSet presAssocID="{81E54F24-67E7-4150-B20D-D1825CCC14B4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D3107678-B3A4-4216-9988-D38649A733A1}" type="pres">
      <dgm:prSet presAssocID="{81E54F24-67E7-4150-B20D-D1825CCC14B4}" presName="negativeSpace" presStyleCnt="0"/>
      <dgm:spPr/>
    </dgm:pt>
    <dgm:pt modelId="{F3FCF081-77FD-46DF-A7BC-00FF29AC8009}" type="pres">
      <dgm:prSet presAssocID="{81E54F24-67E7-4150-B20D-D1825CCC14B4}" presName="childText" presStyleLbl="conFgAcc1" presStyleIdx="0" presStyleCnt="2">
        <dgm:presLayoutVars>
          <dgm:bulletEnabled val="1"/>
        </dgm:presLayoutVars>
      </dgm:prSet>
      <dgm:spPr/>
    </dgm:pt>
    <dgm:pt modelId="{70EFFFEA-8D42-48E2-8ABB-D7540F03DB72}" type="pres">
      <dgm:prSet presAssocID="{FF3FA744-0C46-4FDB-95E3-C95364849F0A}" presName="spaceBetweenRectangles" presStyleCnt="0"/>
      <dgm:spPr/>
    </dgm:pt>
    <dgm:pt modelId="{8A9DAF39-2743-4D3B-A4C1-D29046DB0BEB}" type="pres">
      <dgm:prSet presAssocID="{C19BE797-00F3-49FE-8571-3E11A83CFCAE}" presName="parentLin" presStyleCnt="0"/>
      <dgm:spPr/>
    </dgm:pt>
    <dgm:pt modelId="{9E9F2EB9-3B3D-46B8-BFD7-14B81B3E3269}" type="pres">
      <dgm:prSet presAssocID="{C19BE797-00F3-49FE-8571-3E11A83CFCAE}" presName="parentLeftMargin" presStyleLbl="node1" presStyleIdx="0" presStyleCnt="2"/>
      <dgm:spPr/>
    </dgm:pt>
    <dgm:pt modelId="{7ABE9647-1854-4DBA-98A7-3EAF30EA6C85}" type="pres">
      <dgm:prSet presAssocID="{C19BE797-00F3-49FE-8571-3E11A83CFCAE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E13CC717-0812-41CB-8AFF-098E5E3BD825}" type="pres">
      <dgm:prSet presAssocID="{C19BE797-00F3-49FE-8571-3E11A83CFCAE}" presName="negativeSpace" presStyleCnt="0"/>
      <dgm:spPr/>
    </dgm:pt>
    <dgm:pt modelId="{B7289661-A5D1-4EF5-9928-A9B2F5E0D4BD}" type="pres">
      <dgm:prSet presAssocID="{C19BE797-00F3-49FE-8571-3E11A83CFCAE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8C00C711-3168-4038-8CA4-B31331066AE4}" srcId="{C19BE797-00F3-49FE-8571-3E11A83CFCAE}" destId="{A0772511-565E-4C96-9518-3C981128FE1F}" srcOrd="7" destOrd="0" parTransId="{D7F212B0-E25F-4607-9FEF-F6CF601EE6B4}" sibTransId="{28898988-DF99-4D64-95C4-04C45D287DF3}"/>
    <dgm:cxn modelId="{E7A4C325-D843-477F-8D35-9D0FB5DD59B7}" type="presOf" srcId="{81E54F24-67E7-4150-B20D-D1825CCC14B4}" destId="{9DC00A39-3B32-4EE3-8E09-4D307B192C2A}" srcOrd="1" destOrd="0" presId="urn:microsoft.com/office/officeart/2005/8/layout/list1"/>
    <dgm:cxn modelId="{71B8453C-E011-40CC-8984-EF9DFA0C68FD}" srcId="{A2838522-270F-4EFF-B7C7-7F111E095C81}" destId="{81E54F24-67E7-4150-B20D-D1825CCC14B4}" srcOrd="0" destOrd="0" parTransId="{6E7BD57F-C670-49FF-8685-E5E5151FE1E4}" sibTransId="{FF3FA744-0C46-4FDB-95E3-C95364849F0A}"/>
    <dgm:cxn modelId="{A6CF6D5E-80E9-46A9-9401-B2E7BF853DDA}" type="presOf" srcId="{81E54F24-67E7-4150-B20D-D1825CCC14B4}" destId="{1FB52F82-EB94-44CC-A872-13D481B8029E}" srcOrd="0" destOrd="0" presId="urn:microsoft.com/office/officeart/2005/8/layout/list1"/>
    <dgm:cxn modelId="{96A8B341-A3F7-4006-8AF4-1DB3599D8761}" type="presOf" srcId="{F4F0D8C1-2A7B-4CD9-841F-101236DF04F9}" destId="{B7289661-A5D1-4EF5-9928-A9B2F5E0D4BD}" srcOrd="0" destOrd="2" presId="urn:microsoft.com/office/officeart/2005/8/layout/list1"/>
    <dgm:cxn modelId="{B697DD46-3BC8-44F7-93F1-67A8FBB39ABD}" srcId="{C19BE797-00F3-49FE-8571-3E11A83CFCAE}" destId="{678765BA-79B8-4493-AA26-9FDBC24107B5}" srcOrd="3" destOrd="0" parTransId="{9B785AE5-FB13-47EA-B039-B4B0DFE0D343}" sibTransId="{F9818480-2C53-4D89-BE56-9D1E89978B04}"/>
    <dgm:cxn modelId="{31DCAD6E-EED3-479B-841C-77C48D974EC4}" type="presOf" srcId="{646B1160-5AC5-4DAB-AB18-0BCA4FA63829}" destId="{B7289661-A5D1-4EF5-9928-A9B2F5E0D4BD}" srcOrd="0" destOrd="4" presId="urn:microsoft.com/office/officeart/2005/8/layout/list1"/>
    <dgm:cxn modelId="{393C3471-70B9-49DC-9F4F-4263D25B7078}" srcId="{C19BE797-00F3-49FE-8571-3E11A83CFCAE}" destId="{4F6D476F-F379-451D-B072-289FA1B777BD}" srcOrd="6" destOrd="0" parTransId="{D4F361F2-A6E2-4ACF-BA0C-26BDE7C65682}" sibTransId="{A5D9ABBC-1780-44EE-889F-3AC44C0E4E5D}"/>
    <dgm:cxn modelId="{33ECDC52-30C0-4584-B231-91D8732F17B3}" type="presOf" srcId="{C19BE797-00F3-49FE-8571-3E11A83CFCAE}" destId="{9E9F2EB9-3B3D-46B8-BFD7-14B81B3E3269}" srcOrd="0" destOrd="0" presId="urn:microsoft.com/office/officeart/2005/8/layout/list1"/>
    <dgm:cxn modelId="{1649A857-05BB-44F9-AA78-3C9FE2213B25}" srcId="{C19BE797-00F3-49FE-8571-3E11A83CFCAE}" destId="{646B1160-5AC5-4DAB-AB18-0BCA4FA63829}" srcOrd="4" destOrd="0" parTransId="{D07969BE-989E-4D1C-9AA7-CDD241BDAAC6}" sibTransId="{447357FC-C64C-4D2D-B643-7786DBC8608E}"/>
    <dgm:cxn modelId="{E7DDA787-77E0-4D47-B0EB-AF2621EA755F}" type="presOf" srcId="{71ED7B27-703F-49AD-B370-1D715D98F44B}" destId="{B7289661-A5D1-4EF5-9928-A9B2F5E0D4BD}" srcOrd="0" destOrd="0" presId="urn:microsoft.com/office/officeart/2005/8/layout/list1"/>
    <dgm:cxn modelId="{64126688-69A7-42CA-AFE7-CB020E6487EB}" srcId="{C19BE797-00F3-49FE-8571-3E11A83CFCAE}" destId="{71ED7B27-703F-49AD-B370-1D715D98F44B}" srcOrd="0" destOrd="0" parTransId="{BB544E69-384E-4259-A7D2-A1BD98CE611D}" sibTransId="{952A0223-AB32-4B81-BBD4-0FA4BFF15B84}"/>
    <dgm:cxn modelId="{E360F693-9BB4-4F14-B285-5818092F1445}" type="presOf" srcId="{4F6D476F-F379-451D-B072-289FA1B777BD}" destId="{B7289661-A5D1-4EF5-9928-A9B2F5E0D4BD}" srcOrd="0" destOrd="6" presId="urn:microsoft.com/office/officeart/2005/8/layout/list1"/>
    <dgm:cxn modelId="{C5250DB1-A2B5-4AE7-B8B5-5F87100ABDBE}" type="presOf" srcId="{678765BA-79B8-4493-AA26-9FDBC24107B5}" destId="{B7289661-A5D1-4EF5-9928-A9B2F5E0D4BD}" srcOrd="0" destOrd="3" presId="urn:microsoft.com/office/officeart/2005/8/layout/list1"/>
    <dgm:cxn modelId="{B84049B2-8A9C-4953-A5F2-A39471825FB4}" srcId="{A2838522-270F-4EFF-B7C7-7F111E095C81}" destId="{C19BE797-00F3-49FE-8571-3E11A83CFCAE}" srcOrd="1" destOrd="0" parTransId="{0018610D-7D8E-4A92-BBA3-9A18A6B1CD0C}" sibTransId="{4E9F405F-7BDC-4BD6-A47D-47AAB09B49D3}"/>
    <dgm:cxn modelId="{1BB324C1-6415-43FF-8C88-EB52C25BE64F}" type="presOf" srcId="{7BD4BB6F-6A84-4762-B431-6F3475977928}" destId="{B7289661-A5D1-4EF5-9928-A9B2F5E0D4BD}" srcOrd="0" destOrd="1" presId="urn:microsoft.com/office/officeart/2005/8/layout/list1"/>
    <dgm:cxn modelId="{BEE067C5-F611-40A1-A4DD-A3C4245D00E5}" type="presOf" srcId="{A2838522-270F-4EFF-B7C7-7F111E095C81}" destId="{54F7DC6B-189B-4104-95E3-A95832255341}" srcOrd="0" destOrd="0" presId="urn:microsoft.com/office/officeart/2005/8/layout/list1"/>
    <dgm:cxn modelId="{BA5543CB-A627-4C30-B41D-030FB45C5B2C}" srcId="{C19BE797-00F3-49FE-8571-3E11A83CFCAE}" destId="{F4F0D8C1-2A7B-4CD9-841F-101236DF04F9}" srcOrd="2" destOrd="0" parTransId="{7F1ADF53-209F-4CDE-A8FA-35AD01A757FA}" sibTransId="{9D7C8F7E-1A3E-4356-B7C8-1F39E36C5C8B}"/>
    <dgm:cxn modelId="{350501CD-0161-4764-AB8B-A05FDB4464BC}" type="presOf" srcId="{A0772511-565E-4C96-9518-3C981128FE1F}" destId="{B7289661-A5D1-4EF5-9928-A9B2F5E0D4BD}" srcOrd="0" destOrd="7" presId="urn:microsoft.com/office/officeart/2005/8/layout/list1"/>
    <dgm:cxn modelId="{4A10FBDB-8817-408A-82D9-58618974B9BB}" type="presOf" srcId="{C19BE797-00F3-49FE-8571-3E11A83CFCAE}" destId="{7ABE9647-1854-4DBA-98A7-3EAF30EA6C85}" srcOrd="1" destOrd="0" presId="urn:microsoft.com/office/officeart/2005/8/layout/list1"/>
    <dgm:cxn modelId="{7A0A6ADE-C338-41D4-A19E-03FBBB696E9F}" type="presOf" srcId="{D69759A5-803F-40AF-96EC-102A23EB4FD3}" destId="{B7289661-A5D1-4EF5-9928-A9B2F5E0D4BD}" srcOrd="0" destOrd="5" presId="urn:microsoft.com/office/officeart/2005/8/layout/list1"/>
    <dgm:cxn modelId="{74B651EA-D05C-4949-A4A2-E1F22638DE7D}" srcId="{C19BE797-00F3-49FE-8571-3E11A83CFCAE}" destId="{7BD4BB6F-6A84-4762-B431-6F3475977928}" srcOrd="1" destOrd="0" parTransId="{BE3AEB0F-35F2-4C02-8C71-908352C634BC}" sibTransId="{1ED11139-EFB4-4ED7-8A91-CBB2EEBE9521}"/>
    <dgm:cxn modelId="{113654F5-A636-4BBA-B6CA-AD5FBF80F3E7}" srcId="{C19BE797-00F3-49FE-8571-3E11A83CFCAE}" destId="{D69759A5-803F-40AF-96EC-102A23EB4FD3}" srcOrd="5" destOrd="0" parTransId="{BD52694E-5820-4E3E-B334-82310F0A3DA1}" sibTransId="{957A38FB-7A52-4D55-8196-B65F9F28B762}"/>
    <dgm:cxn modelId="{4D71E230-D2EB-4B0E-A519-3D902656DA25}" type="presParOf" srcId="{54F7DC6B-189B-4104-95E3-A95832255341}" destId="{F7D6E9DD-7A65-4D69-A3E9-43154D3BBDF1}" srcOrd="0" destOrd="0" presId="urn:microsoft.com/office/officeart/2005/8/layout/list1"/>
    <dgm:cxn modelId="{721C0446-1AA3-4F5C-81FB-FA5DDE58F0BA}" type="presParOf" srcId="{F7D6E9DD-7A65-4D69-A3E9-43154D3BBDF1}" destId="{1FB52F82-EB94-44CC-A872-13D481B8029E}" srcOrd="0" destOrd="0" presId="urn:microsoft.com/office/officeart/2005/8/layout/list1"/>
    <dgm:cxn modelId="{328479FB-AA8C-44B7-8E22-79A84D14590A}" type="presParOf" srcId="{F7D6E9DD-7A65-4D69-A3E9-43154D3BBDF1}" destId="{9DC00A39-3B32-4EE3-8E09-4D307B192C2A}" srcOrd="1" destOrd="0" presId="urn:microsoft.com/office/officeart/2005/8/layout/list1"/>
    <dgm:cxn modelId="{9DB8BFCA-7323-4243-B9B2-FC6F8F4BA6F3}" type="presParOf" srcId="{54F7DC6B-189B-4104-95E3-A95832255341}" destId="{D3107678-B3A4-4216-9988-D38649A733A1}" srcOrd="1" destOrd="0" presId="urn:microsoft.com/office/officeart/2005/8/layout/list1"/>
    <dgm:cxn modelId="{E93C004E-DC2C-43AA-BD9C-B78EDC7EBAB5}" type="presParOf" srcId="{54F7DC6B-189B-4104-95E3-A95832255341}" destId="{F3FCF081-77FD-46DF-A7BC-00FF29AC8009}" srcOrd="2" destOrd="0" presId="urn:microsoft.com/office/officeart/2005/8/layout/list1"/>
    <dgm:cxn modelId="{B702F134-B212-4453-9138-FF969FD51A5D}" type="presParOf" srcId="{54F7DC6B-189B-4104-95E3-A95832255341}" destId="{70EFFFEA-8D42-48E2-8ABB-D7540F03DB72}" srcOrd="3" destOrd="0" presId="urn:microsoft.com/office/officeart/2005/8/layout/list1"/>
    <dgm:cxn modelId="{F2B0A854-D4EC-45AF-B564-70B183C9C21F}" type="presParOf" srcId="{54F7DC6B-189B-4104-95E3-A95832255341}" destId="{8A9DAF39-2743-4D3B-A4C1-D29046DB0BEB}" srcOrd="4" destOrd="0" presId="urn:microsoft.com/office/officeart/2005/8/layout/list1"/>
    <dgm:cxn modelId="{111C4450-050C-40FF-A810-2492D2C1CD50}" type="presParOf" srcId="{8A9DAF39-2743-4D3B-A4C1-D29046DB0BEB}" destId="{9E9F2EB9-3B3D-46B8-BFD7-14B81B3E3269}" srcOrd="0" destOrd="0" presId="urn:microsoft.com/office/officeart/2005/8/layout/list1"/>
    <dgm:cxn modelId="{01B31668-45ED-4D38-ABDB-C4409B78584F}" type="presParOf" srcId="{8A9DAF39-2743-4D3B-A4C1-D29046DB0BEB}" destId="{7ABE9647-1854-4DBA-98A7-3EAF30EA6C85}" srcOrd="1" destOrd="0" presId="urn:microsoft.com/office/officeart/2005/8/layout/list1"/>
    <dgm:cxn modelId="{02A5EFAA-5352-43D5-A1F8-041F4B90E9A4}" type="presParOf" srcId="{54F7DC6B-189B-4104-95E3-A95832255341}" destId="{E13CC717-0812-41CB-8AFF-098E5E3BD825}" srcOrd="5" destOrd="0" presId="urn:microsoft.com/office/officeart/2005/8/layout/list1"/>
    <dgm:cxn modelId="{8DDA9314-F44C-4226-A2F7-3FA1686F1748}" type="presParOf" srcId="{54F7DC6B-189B-4104-95E3-A95832255341}" destId="{B7289661-A5D1-4EF5-9928-A9B2F5E0D4BD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6BC2F836-A2FD-459B-85BF-8EF63BE464BF}" type="doc">
      <dgm:prSet loTypeId="urn:microsoft.com/office/officeart/2005/8/layout/arrow2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IN"/>
        </a:p>
      </dgm:t>
    </dgm:pt>
    <dgm:pt modelId="{DAA50961-FF5E-4DA9-BAC4-FEE95213F6ED}">
      <dgm:prSet phldrT="[Text]"/>
      <dgm:spPr/>
      <dgm:t>
        <a:bodyPr/>
        <a:lstStyle/>
        <a:p>
          <a:r>
            <a:rPr lang="en-IN" dirty="0"/>
            <a:t>Front-End Apps</a:t>
          </a:r>
        </a:p>
        <a:p>
          <a:r>
            <a:rPr lang="en-IN" dirty="0"/>
            <a:t> (Dashboard, Excel Add-in, Studio) </a:t>
          </a:r>
        </a:p>
      </dgm:t>
    </dgm:pt>
    <dgm:pt modelId="{6D7DC031-95E9-45C8-B3BC-5EF1D2B3D984}" type="parTrans" cxnId="{6A9F6D32-9B64-4014-9F21-C1A394C53109}">
      <dgm:prSet/>
      <dgm:spPr/>
      <dgm:t>
        <a:bodyPr/>
        <a:lstStyle/>
        <a:p>
          <a:endParaRPr lang="en-IN"/>
        </a:p>
      </dgm:t>
    </dgm:pt>
    <dgm:pt modelId="{CB6FF617-0C83-490F-9832-4624F3246041}" type="sibTrans" cxnId="{6A9F6D32-9B64-4014-9F21-C1A394C53109}">
      <dgm:prSet/>
      <dgm:spPr/>
      <dgm:t>
        <a:bodyPr/>
        <a:lstStyle/>
        <a:p>
          <a:endParaRPr lang="en-IN"/>
        </a:p>
      </dgm:t>
    </dgm:pt>
    <dgm:pt modelId="{7FFEA315-B9A8-446F-BD59-10902F2EFD30}">
      <dgm:prSet phldrT="[Text]" phldr="1"/>
      <dgm:spPr/>
      <dgm:t>
        <a:bodyPr/>
        <a:lstStyle/>
        <a:p>
          <a:endParaRPr lang="en-IN" dirty="0"/>
        </a:p>
      </dgm:t>
    </dgm:pt>
    <dgm:pt modelId="{8A09DFCC-40BF-4F04-8277-A81DC903E7F8}" type="parTrans" cxnId="{CD912376-CEF3-4287-AECB-13E2D09FF5FA}">
      <dgm:prSet/>
      <dgm:spPr/>
      <dgm:t>
        <a:bodyPr/>
        <a:lstStyle/>
        <a:p>
          <a:endParaRPr lang="en-IN"/>
        </a:p>
      </dgm:t>
    </dgm:pt>
    <dgm:pt modelId="{EE53A655-BF15-4F61-89D8-3AB4568C9BF7}" type="sibTrans" cxnId="{CD912376-CEF3-4287-AECB-13E2D09FF5FA}">
      <dgm:prSet/>
      <dgm:spPr/>
      <dgm:t>
        <a:bodyPr/>
        <a:lstStyle/>
        <a:p>
          <a:endParaRPr lang="en-IN"/>
        </a:p>
      </dgm:t>
    </dgm:pt>
    <dgm:pt modelId="{396D8361-BFC8-4968-A03C-25ADE4EDDBF6}">
      <dgm:prSet phldrT="[Text]"/>
      <dgm:spPr/>
      <dgm:t>
        <a:bodyPr/>
        <a:lstStyle/>
        <a:p>
          <a:r>
            <a:rPr lang="en-IN" dirty="0"/>
            <a:t>Core Service (Server) </a:t>
          </a:r>
        </a:p>
      </dgm:t>
    </dgm:pt>
    <dgm:pt modelId="{1EEA1A5C-0760-44FE-8B51-AEF036391420}" type="parTrans" cxnId="{D521967A-B447-4420-A28C-480426FB1D17}">
      <dgm:prSet/>
      <dgm:spPr/>
      <dgm:t>
        <a:bodyPr/>
        <a:lstStyle/>
        <a:p>
          <a:endParaRPr lang="en-IN"/>
        </a:p>
      </dgm:t>
    </dgm:pt>
    <dgm:pt modelId="{C9E23432-7141-48CE-92BE-83ECBD1B0A91}" type="sibTrans" cxnId="{D521967A-B447-4420-A28C-480426FB1D17}">
      <dgm:prSet/>
      <dgm:spPr/>
      <dgm:t>
        <a:bodyPr/>
        <a:lstStyle/>
        <a:p>
          <a:endParaRPr lang="en-IN"/>
        </a:p>
      </dgm:t>
    </dgm:pt>
    <dgm:pt modelId="{EDE6F64A-E2B0-4584-9415-3B122FBE2A14}">
      <dgm:prSet phldrT="[Text]" phldr="1"/>
      <dgm:spPr/>
      <dgm:t>
        <a:bodyPr/>
        <a:lstStyle/>
        <a:p>
          <a:endParaRPr lang="en-IN"/>
        </a:p>
      </dgm:t>
    </dgm:pt>
    <dgm:pt modelId="{FE1FCB2A-5B63-4846-93CE-CC9501993BC5}" type="parTrans" cxnId="{C9D56AF6-3156-4DA1-A777-6F1E7909EB46}">
      <dgm:prSet/>
      <dgm:spPr/>
      <dgm:t>
        <a:bodyPr/>
        <a:lstStyle/>
        <a:p>
          <a:endParaRPr lang="en-IN"/>
        </a:p>
      </dgm:t>
    </dgm:pt>
    <dgm:pt modelId="{DCFD2923-3973-4D35-849B-9C506B79E8FF}" type="sibTrans" cxnId="{C9D56AF6-3156-4DA1-A777-6F1E7909EB46}">
      <dgm:prSet/>
      <dgm:spPr/>
      <dgm:t>
        <a:bodyPr/>
        <a:lstStyle/>
        <a:p>
          <a:endParaRPr lang="en-IN"/>
        </a:p>
      </dgm:t>
    </dgm:pt>
    <dgm:pt modelId="{3A5EE6FB-BEFA-49B5-B538-FB5CA7AEFBE9}">
      <dgm:prSet phldrT="[Text]"/>
      <dgm:spPr/>
      <dgm:t>
        <a:bodyPr/>
        <a:lstStyle/>
        <a:p>
          <a:r>
            <a:rPr lang="en-IN" dirty="0"/>
            <a:t>Data Source Connectors</a:t>
          </a:r>
        </a:p>
        <a:p>
          <a:r>
            <a:rPr lang="en-IN" dirty="0"/>
            <a:t>(OPC UA, MQTT, REST, SQL, etc.)</a:t>
          </a:r>
        </a:p>
      </dgm:t>
    </dgm:pt>
    <dgm:pt modelId="{2A7CC0AA-35C7-43F7-9D80-3B039DF28D33}" type="parTrans" cxnId="{A28E58E7-D449-4246-96A8-59F27C507C5C}">
      <dgm:prSet/>
      <dgm:spPr/>
      <dgm:t>
        <a:bodyPr/>
        <a:lstStyle/>
        <a:p>
          <a:endParaRPr lang="en-IN"/>
        </a:p>
      </dgm:t>
    </dgm:pt>
    <dgm:pt modelId="{462F0F76-10E6-47B4-BEC2-8DC1480EBFE7}" type="sibTrans" cxnId="{A28E58E7-D449-4246-96A8-59F27C507C5C}">
      <dgm:prSet/>
      <dgm:spPr/>
      <dgm:t>
        <a:bodyPr/>
        <a:lstStyle/>
        <a:p>
          <a:endParaRPr lang="en-IN"/>
        </a:p>
      </dgm:t>
    </dgm:pt>
    <dgm:pt modelId="{6A0B416B-34FE-48FC-AF5A-0C72031F4534}">
      <dgm:prSet phldrT="[Text]" phldr="1"/>
      <dgm:spPr/>
      <dgm:t>
        <a:bodyPr/>
        <a:lstStyle/>
        <a:p>
          <a:endParaRPr lang="en-IN"/>
        </a:p>
      </dgm:t>
    </dgm:pt>
    <dgm:pt modelId="{26937BDE-9965-4ACF-A826-D3B727B58576}" type="parTrans" cxnId="{759F0444-96C2-4995-9601-87CA9C28444C}">
      <dgm:prSet/>
      <dgm:spPr/>
      <dgm:t>
        <a:bodyPr/>
        <a:lstStyle/>
        <a:p>
          <a:endParaRPr lang="en-IN"/>
        </a:p>
      </dgm:t>
    </dgm:pt>
    <dgm:pt modelId="{2164FB75-9503-496C-BBA5-57833BEE9D9F}" type="sibTrans" cxnId="{759F0444-96C2-4995-9601-87CA9C28444C}">
      <dgm:prSet/>
      <dgm:spPr/>
      <dgm:t>
        <a:bodyPr/>
        <a:lstStyle/>
        <a:p>
          <a:endParaRPr lang="en-IN"/>
        </a:p>
      </dgm:t>
    </dgm:pt>
    <dgm:pt modelId="{F941C23B-6F9A-40A3-9823-905371E5A716}">
      <dgm:prSet phldrT="[Text]"/>
      <dgm:spPr/>
      <dgm:t>
        <a:bodyPr/>
        <a:lstStyle/>
        <a:p>
          <a:r>
            <a:rPr lang="en-IN" dirty="0"/>
            <a:t> Historian &amp; </a:t>
          </a:r>
          <a:r>
            <a:rPr lang="en-IN" dirty="0" err="1"/>
            <a:t>Archiv</a:t>
          </a:r>
          <a:r>
            <a:rPr lang="en-IN" dirty="0"/>
            <a:t> Layer </a:t>
          </a:r>
        </a:p>
      </dgm:t>
    </dgm:pt>
    <dgm:pt modelId="{5D3E25A8-5C7B-41EA-86FF-0E856DC9C553}" type="parTrans" cxnId="{D2E5A156-4657-4EDF-BC93-DB4990117FE2}">
      <dgm:prSet/>
      <dgm:spPr/>
      <dgm:t>
        <a:bodyPr/>
        <a:lstStyle/>
        <a:p>
          <a:endParaRPr lang="en-IN"/>
        </a:p>
      </dgm:t>
    </dgm:pt>
    <dgm:pt modelId="{8D02B93E-0A6B-47BE-89AA-D8997DCD8106}" type="sibTrans" cxnId="{D2E5A156-4657-4EDF-BC93-DB4990117FE2}">
      <dgm:prSet/>
      <dgm:spPr/>
      <dgm:t>
        <a:bodyPr/>
        <a:lstStyle/>
        <a:p>
          <a:endParaRPr lang="en-IN"/>
        </a:p>
      </dgm:t>
    </dgm:pt>
    <dgm:pt modelId="{57C75200-E31D-4789-8B0B-751BB3ED86D2}">
      <dgm:prSet phldrT="[Text]"/>
      <dgm:spPr/>
      <dgm:t>
        <a:bodyPr/>
        <a:lstStyle/>
        <a:p>
          <a:r>
            <a:rPr lang="en-IN" dirty="0"/>
            <a:t>External Systems / Cloud  </a:t>
          </a:r>
          <a:r>
            <a:rPr lang="en-US" dirty="0"/>
            <a:t>(SAP, Azure, AWS, Data Lakes)</a:t>
          </a:r>
          <a:endParaRPr lang="en-IN" dirty="0"/>
        </a:p>
        <a:p>
          <a:endParaRPr lang="en-IN" dirty="0"/>
        </a:p>
      </dgm:t>
    </dgm:pt>
    <dgm:pt modelId="{11507A3D-7AE0-4DFA-8D9C-D5E5BC35ED30}" type="parTrans" cxnId="{E23FC8D1-E622-4421-BE0A-EB5EF873A094}">
      <dgm:prSet/>
      <dgm:spPr/>
      <dgm:t>
        <a:bodyPr/>
        <a:lstStyle/>
        <a:p>
          <a:endParaRPr lang="en-IN"/>
        </a:p>
      </dgm:t>
    </dgm:pt>
    <dgm:pt modelId="{98FF43E9-5D90-474C-8D69-1CBFE67DCF50}" type="sibTrans" cxnId="{E23FC8D1-E622-4421-BE0A-EB5EF873A094}">
      <dgm:prSet/>
      <dgm:spPr/>
      <dgm:t>
        <a:bodyPr/>
        <a:lstStyle/>
        <a:p>
          <a:endParaRPr lang="en-IN"/>
        </a:p>
      </dgm:t>
    </dgm:pt>
    <dgm:pt modelId="{D35835E7-670A-45CD-A586-B5E8DE7A0BB7}" type="pres">
      <dgm:prSet presAssocID="{6BC2F836-A2FD-459B-85BF-8EF63BE464BF}" presName="arrowDiagram" presStyleCnt="0">
        <dgm:presLayoutVars>
          <dgm:chMax val="5"/>
          <dgm:dir/>
          <dgm:resizeHandles val="exact"/>
        </dgm:presLayoutVars>
      </dgm:prSet>
      <dgm:spPr/>
    </dgm:pt>
    <dgm:pt modelId="{904605E2-1B63-462D-9F54-E2ED44A4B512}" type="pres">
      <dgm:prSet presAssocID="{6BC2F836-A2FD-459B-85BF-8EF63BE464BF}" presName="arrow" presStyleLbl="bgShp" presStyleIdx="0" presStyleCnt="1"/>
      <dgm:spPr/>
    </dgm:pt>
    <dgm:pt modelId="{38376B6C-3F9D-4563-9D98-BDF857945FA6}" type="pres">
      <dgm:prSet presAssocID="{6BC2F836-A2FD-459B-85BF-8EF63BE464BF}" presName="arrowDiagram5" presStyleCnt="0"/>
      <dgm:spPr/>
    </dgm:pt>
    <dgm:pt modelId="{B69D2AA4-60BC-44B0-8455-F652280B6863}" type="pres">
      <dgm:prSet presAssocID="{DAA50961-FF5E-4DA9-BAC4-FEE95213F6ED}" presName="bullet5a" presStyleLbl="node1" presStyleIdx="0" presStyleCnt="5"/>
      <dgm:spPr/>
    </dgm:pt>
    <dgm:pt modelId="{A9635C94-DB23-400B-9408-FE7CAB7A6205}" type="pres">
      <dgm:prSet presAssocID="{DAA50961-FF5E-4DA9-BAC4-FEE95213F6ED}" presName="textBox5a" presStyleLbl="revTx" presStyleIdx="0" presStyleCnt="5">
        <dgm:presLayoutVars>
          <dgm:bulletEnabled val="1"/>
        </dgm:presLayoutVars>
      </dgm:prSet>
      <dgm:spPr/>
    </dgm:pt>
    <dgm:pt modelId="{E51C4985-5E77-48F3-947C-9F2ADB43F25A}" type="pres">
      <dgm:prSet presAssocID="{396D8361-BFC8-4968-A03C-25ADE4EDDBF6}" presName="bullet5b" presStyleLbl="node1" presStyleIdx="1" presStyleCnt="5"/>
      <dgm:spPr/>
    </dgm:pt>
    <dgm:pt modelId="{A50F89F1-879D-4ACE-A54B-4BB75BF9B3A2}" type="pres">
      <dgm:prSet presAssocID="{396D8361-BFC8-4968-A03C-25ADE4EDDBF6}" presName="textBox5b" presStyleLbl="revTx" presStyleIdx="1" presStyleCnt="5">
        <dgm:presLayoutVars>
          <dgm:bulletEnabled val="1"/>
        </dgm:presLayoutVars>
      </dgm:prSet>
      <dgm:spPr/>
    </dgm:pt>
    <dgm:pt modelId="{996B3EA7-E7A1-4CEA-828B-EE7B96D3B4B8}" type="pres">
      <dgm:prSet presAssocID="{3A5EE6FB-BEFA-49B5-B538-FB5CA7AEFBE9}" presName="bullet5c" presStyleLbl="node1" presStyleIdx="2" presStyleCnt="5"/>
      <dgm:spPr/>
    </dgm:pt>
    <dgm:pt modelId="{2C6D1F27-25BF-4583-A584-455FBA74D4E6}" type="pres">
      <dgm:prSet presAssocID="{3A5EE6FB-BEFA-49B5-B538-FB5CA7AEFBE9}" presName="textBox5c" presStyleLbl="revTx" presStyleIdx="2" presStyleCnt="5">
        <dgm:presLayoutVars>
          <dgm:bulletEnabled val="1"/>
        </dgm:presLayoutVars>
      </dgm:prSet>
      <dgm:spPr/>
    </dgm:pt>
    <dgm:pt modelId="{E394A321-9982-4C20-96B7-BE57AFD7959F}" type="pres">
      <dgm:prSet presAssocID="{F941C23B-6F9A-40A3-9823-905371E5A716}" presName="bullet5d" presStyleLbl="node1" presStyleIdx="3" presStyleCnt="5"/>
      <dgm:spPr/>
    </dgm:pt>
    <dgm:pt modelId="{5EA659C1-8EFD-449E-89B0-4FF9C3A371D9}" type="pres">
      <dgm:prSet presAssocID="{F941C23B-6F9A-40A3-9823-905371E5A716}" presName="textBox5d" presStyleLbl="revTx" presStyleIdx="3" presStyleCnt="5">
        <dgm:presLayoutVars>
          <dgm:bulletEnabled val="1"/>
        </dgm:presLayoutVars>
      </dgm:prSet>
      <dgm:spPr/>
    </dgm:pt>
    <dgm:pt modelId="{7FF48ABF-5440-42FD-AC18-9A1FE3438A12}" type="pres">
      <dgm:prSet presAssocID="{57C75200-E31D-4789-8B0B-751BB3ED86D2}" presName="bullet5e" presStyleLbl="node1" presStyleIdx="4" presStyleCnt="5"/>
      <dgm:spPr/>
    </dgm:pt>
    <dgm:pt modelId="{1B1850D6-DD5D-4C33-85B2-EDF954648E70}" type="pres">
      <dgm:prSet presAssocID="{57C75200-E31D-4789-8B0B-751BB3ED86D2}" presName="textBox5e" presStyleLbl="revTx" presStyleIdx="4" presStyleCnt="5">
        <dgm:presLayoutVars>
          <dgm:bulletEnabled val="1"/>
        </dgm:presLayoutVars>
      </dgm:prSet>
      <dgm:spPr/>
    </dgm:pt>
  </dgm:ptLst>
  <dgm:cxnLst>
    <dgm:cxn modelId="{21A2E110-F93E-4846-B1B8-B39FD8A3EBE3}" type="presOf" srcId="{EDE6F64A-E2B0-4584-9415-3B122FBE2A14}" destId="{A50F89F1-879D-4ACE-A54B-4BB75BF9B3A2}" srcOrd="0" destOrd="1" presId="urn:microsoft.com/office/officeart/2005/8/layout/arrow2"/>
    <dgm:cxn modelId="{0DC3581C-111D-4ED3-BA9D-69C4FB85A20B}" type="presOf" srcId="{F941C23B-6F9A-40A3-9823-905371E5A716}" destId="{5EA659C1-8EFD-449E-89B0-4FF9C3A371D9}" srcOrd="0" destOrd="0" presId="urn:microsoft.com/office/officeart/2005/8/layout/arrow2"/>
    <dgm:cxn modelId="{7AEBCE27-9B17-4006-A5A9-2B5FB835BF95}" type="presOf" srcId="{7FFEA315-B9A8-446F-BD59-10902F2EFD30}" destId="{A9635C94-DB23-400B-9408-FE7CAB7A6205}" srcOrd="0" destOrd="1" presId="urn:microsoft.com/office/officeart/2005/8/layout/arrow2"/>
    <dgm:cxn modelId="{6A9F6D32-9B64-4014-9F21-C1A394C53109}" srcId="{6BC2F836-A2FD-459B-85BF-8EF63BE464BF}" destId="{DAA50961-FF5E-4DA9-BAC4-FEE95213F6ED}" srcOrd="0" destOrd="0" parTransId="{6D7DC031-95E9-45C8-B3BC-5EF1D2B3D984}" sibTransId="{CB6FF617-0C83-490F-9832-4624F3246041}"/>
    <dgm:cxn modelId="{48DBFD34-1DFF-4058-8A26-1B466260200D}" type="presOf" srcId="{6BC2F836-A2FD-459B-85BF-8EF63BE464BF}" destId="{D35835E7-670A-45CD-A586-B5E8DE7A0BB7}" srcOrd="0" destOrd="0" presId="urn:microsoft.com/office/officeart/2005/8/layout/arrow2"/>
    <dgm:cxn modelId="{AA420837-C28B-4F1B-978C-0912C955FFBF}" type="presOf" srcId="{57C75200-E31D-4789-8B0B-751BB3ED86D2}" destId="{1B1850D6-DD5D-4C33-85B2-EDF954648E70}" srcOrd="0" destOrd="0" presId="urn:microsoft.com/office/officeart/2005/8/layout/arrow2"/>
    <dgm:cxn modelId="{759F0444-96C2-4995-9601-87CA9C28444C}" srcId="{3A5EE6FB-BEFA-49B5-B538-FB5CA7AEFBE9}" destId="{6A0B416B-34FE-48FC-AF5A-0C72031F4534}" srcOrd="0" destOrd="0" parTransId="{26937BDE-9965-4ACF-A826-D3B727B58576}" sibTransId="{2164FB75-9503-496C-BBA5-57833BEE9D9F}"/>
    <dgm:cxn modelId="{2F45EB52-3FD6-40BE-9F1E-9314D1C85362}" type="presOf" srcId="{6A0B416B-34FE-48FC-AF5A-0C72031F4534}" destId="{2C6D1F27-25BF-4583-A584-455FBA74D4E6}" srcOrd="0" destOrd="1" presId="urn:microsoft.com/office/officeart/2005/8/layout/arrow2"/>
    <dgm:cxn modelId="{297E6855-29FF-44FF-90B2-6CC187538362}" type="presOf" srcId="{DAA50961-FF5E-4DA9-BAC4-FEE95213F6ED}" destId="{A9635C94-DB23-400B-9408-FE7CAB7A6205}" srcOrd="0" destOrd="0" presId="urn:microsoft.com/office/officeart/2005/8/layout/arrow2"/>
    <dgm:cxn modelId="{CD912376-CEF3-4287-AECB-13E2D09FF5FA}" srcId="{DAA50961-FF5E-4DA9-BAC4-FEE95213F6ED}" destId="{7FFEA315-B9A8-446F-BD59-10902F2EFD30}" srcOrd="0" destOrd="0" parTransId="{8A09DFCC-40BF-4F04-8277-A81DC903E7F8}" sibTransId="{EE53A655-BF15-4F61-89D8-3AB4568C9BF7}"/>
    <dgm:cxn modelId="{D2E5A156-4657-4EDF-BC93-DB4990117FE2}" srcId="{6BC2F836-A2FD-459B-85BF-8EF63BE464BF}" destId="{F941C23B-6F9A-40A3-9823-905371E5A716}" srcOrd="3" destOrd="0" parTransId="{5D3E25A8-5C7B-41EA-86FF-0E856DC9C553}" sibTransId="{8D02B93E-0A6B-47BE-89AA-D8997DCD8106}"/>
    <dgm:cxn modelId="{D521967A-B447-4420-A28C-480426FB1D17}" srcId="{6BC2F836-A2FD-459B-85BF-8EF63BE464BF}" destId="{396D8361-BFC8-4968-A03C-25ADE4EDDBF6}" srcOrd="1" destOrd="0" parTransId="{1EEA1A5C-0760-44FE-8B51-AEF036391420}" sibTransId="{C9E23432-7141-48CE-92BE-83ECBD1B0A91}"/>
    <dgm:cxn modelId="{CFA331B8-5471-40B1-892D-BEBC919EF416}" type="presOf" srcId="{396D8361-BFC8-4968-A03C-25ADE4EDDBF6}" destId="{A50F89F1-879D-4ACE-A54B-4BB75BF9B3A2}" srcOrd="0" destOrd="0" presId="urn:microsoft.com/office/officeart/2005/8/layout/arrow2"/>
    <dgm:cxn modelId="{FA97BEC4-EA48-4825-A5A6-05C8C00CE132}" type="presOf" srcId="{3A5EE6FB-BEFA-49B5-B538-FB5CA7AEFBE9}" destId="{2C6D1F27-25BF-4583-A584-455FBA74D4E6}" srcOrd="0" destOrd="0" presId="urn:microsoft.com/office/officeart/2005/8/layout/arrow2"/>
    <dgm:cxn modelId="{E23FC8D1-E622-4421-BE0A-EB5EF873A094}" srcId="{6BC2F836-A2FD-459B-85BF-8EF63BE464BF}" destId="{57C75200-E31D-4789-8B0B-751BB3ED86D2}" srcOrd="4" destOrd="0" parTransId="{11507A3D-7AE0-4DFA-8D9C-D5E5BC35ED30}" sibTransId="{98FF43E9-5D90-474C-8D69-1CBFE67DCF50}"/>
    <dgm:cxn modelId="{A28E58E7-D449-4246-96A8-59F27C507C5C}" srcId="{6BC2F836-A2FD-459B-85BF-8EF63BE464BF}" destId="{3A5EE6FB-BEFA-49B5-B538-FB5CA7AEFBE9}" srcOrd="2" destOrd="0" parTransId="{2A7CC0AA-35C7-43F7-9D80-3B039DF28D33}" sibTransId="{462F0F76-10E6-47B4-BEC2-8DC1480EBFE7}"/>
    <dgm:cxn modelId="{C9D56AF6-3156-4DA1-A777-6F1E7909EB46}" srcId="{396D8361-BFC8-4968-A03C-25ADE4EDDBF6}" destId="{EDE6F64A-E2B0-4584-9415-3B122FBE2A14}" srcOrd="0" destOrd="0" parTransId="{FE1FCB2A-5B63-4846-93CE-CC9501993BC5}" sibTransId="{DCFD2923-3973-4D35-849B-9C506B79E8FF}"/>
    <dgm:cxn modelId="{903427B7-9629-431C-9393-3285855ECD76}" type="presParOf" srcId="{D35835E7-670A-45CD-A586-B5E8DE7A0BB7}" destId="{904605E2-1B63-462D-9F54-E2ED44A4B512}" srcOrd="0" destOrd="0" presId="urn:microsoft.com/office/officeart/2005/8/layout/arrow2"/>
    <dgm:cxn modelId="{6E5090E1-7419-40C4-A975-6C1B5FD510E5}" type="presParOf" srcId="{D35835E7-670A-45CD-A586-B5E8DE7A0BB7}" destId="{38376B6C-3F9D-4563-9D98-BDF857945FA6}" srcOrd="1" destOrd="0" presId="urn:microsoft.com/office/officeart/2005/8/layout/arrow2"/>
    <dgm:cxn modelId="{D07A7D06-0118-431B-AB5B-72F202228C1B}" type="presParOf" srcId="{38376B6C-3F9D-4563-9D98-BDF857945FA6}" destId="{B69D2AA4-60BC-44B0-8455-F652280B6863}" srcOrd="0" destOrd="0" presId="urn:microsoft.com/office/officeart/2005/8/layout/arrow2"/>
    <dgm:cxn modelId="{C8A6A0AB-F169-49D1-ADCC-B01898D20A74}" type="presParOf" srcId="{38376B6C-3F9D-4563-9D98-BDF857945FA6}" destId="{A9635C94-DB23-400B-9408-FE7CAB7A6205}" srcOrd="1" destOrd="0" presId="urn:microsoft.com/office/officeart/2005/8/layout/arrow2"/>
    <dgm:cxn modelId="{CCB30336-A984-4985-A93D-A90D3E1F3839}" type="presParOf" srcId="{38376B6C-3F9D-4563-9D98-BDF857945FA6}" destId="{E51C4985-5E77-48F3-947C-9F2ADB43F25A}" srcOrd="2" destOrd="0" presId="urn:microsoft.com/office/officeart/2005/8/layout/arrow2"/>
    <dgm:cxn modelId="{130372A8-847A-4458-A5BD-922AB25C2409}" type="presParOf" srcId="{38376B6C-3F9D-4563-9D98-BDF857945FA6}" destId="{A50F89F1-879D-4ACE-A54B-4BB75BF9B3A2}" srcOrd="3" destOrd="0" presId="urn:microsoft.com/office/officeart/2005/8/layout/arrow2"/>
    <dgm:cxn modelId="{C364A2CE-9895-4A0C-9EB3-A8FF8B84364B}" type="presParOf" srcId="{38376B6C-3F9D-4563-9D98-BDF857945FA6}" destId="{996B3EA7-E7A1-4CEA-828B-EE7B96D3B4B8}" srcOrd="4" destOrd="0" presId="urn:microsoft.com/office/officeart/2005/8/layout/arrow2"/>
    <dgm:cxn modelId="{F6EF063B-39F0-42D1-8F19-0BAC6C821F69}" type="presParOf" srcId="{38376B6C-3F9D-4563-9D98-BDF857945FA6}" destId="{2C6D1F27-25BF-4583-A584-455FBA74D4E6}" srcOrd="5" destOrd="0" presId="urn:microsoft.com/office/officeart/2005/8/layout/arrow2"/>
    <dgm:cxn modelId="{837D6A2D-074C-4F53-BA46-EBCB0B433B03}" type="presParOf" srcId="{38376B6C-3F9D-4563-9D98-BDF857945FA6}" destId="{E394A321-9982-4C20-96B7-BE57AFD7959F}" srcOrd="6" destOrd="0" presId="urn:microsoft.com/office/officeart/2005/8/layout/arrow2"/>
    <dgm:cxn modelId="{C2E3DBD5-4D0E-41ED-88DC-5665B097C038}" type="presParOf" srcId="{38376B6C-3F9D-4563-9D98-BDF857945FA6}" destId="{5EA659C1-8EFD-449E-89B0-4FF9C3A371D9}" srcOrd="7" destOrd="0" presId="urn:microsoft.com/office/officeart/2005/8/layout/arrow2"/>
    <dgm:cxn modelId="{69F68D29-A398-4C78-B2D2-3B052B901F1F}" type="presParOf" srcId="{38376B6C-3F9D-4563-9D98-BDF857945FA6}" destId="{7FF48ABF-5440-42FD-AC18-9A1FE3438A12}" srcOrd="8" destOrd="0" presId="urn:microsoft.com/office/officeart/2005/8/layout/arrow2"/>
    <dgm:cxn modelId="{26AFD812-E0AA-4194-8EFE-8576547FD704}" type="presParOf" srcId="{38376B6C-3F9D-4563-9D98-BDF857945FA6}" destId="{1B1850D6-DD5D-4C33-85B2-EDF954648E70}" srcOrd="9" destOrd="0" presId="urn:microsoft.com/office/officeart/2005/8/layout/arrow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B5A478-59FA-4FCF-8839-2A7621D4B038}">
      <dsp:nvSpPr>
        <dsp:cNvPr id="0" name=""/>
        <dsp:cNvSpPr/>
      </dsp:nvSpPr>
      <dsp:spPr>
        <a:xfrm>
          <a:off x="2468880" y="1556355"/>
          <a:ext cx="1978427" cy="1711219"/>
        </a:xfrm>
        <a:prstGeom prst="hexagon">
          <a:avLst>
            <a:gd name="adj" fmla="val 28570"/>
            <a:gd name="vf" fmla="val 11547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900" kern="1200" dirty="0"/>
            <a:t>Lua Core</a:t>
          </a:r>
        </a:p>
      </dsp:txBody>
      <dsp:txXfrm>
        <a:off x="2796714" y="1839911"/>
        <a:ext cx="1322759" cy="1144107"/>
      </dsp:txXfrm>
    </dsp:sp>
    <dsp:sp modelId="{7B61D05A-A160-4569-9959-D5A54809C420}">
      <dsp:nvSpPr>
        <dsp:cNvPr id="0" name=""/>
        <dsp:cNvSpPr/>
      </dsp:nvSpPr>
      <dsp:spPr>
        <a:xfrm>
          <a:off x="3707660" y="737652"/>
          <a:ext cx="746557" cy="643094"/>
        </a:xfrm>
        <a:prstGeom prst="hexagon">
          <a:avLst>
            <a:gd name="adj" fmla="val 28900"/>
            <a:gd name="vf" fmla="val 11547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0ED7DE46-B659-49A3-8027-1ED20B656D70}">
      <dsp:nvSpPr>
        <dsp:cNvPr id="0" name=""/>
        <dsp:cNvSpPr/>
      </dsp:nvSpPr>
      <dsp:spPr>
        <a:xfrm>
          <a:off x="2651160" y="0"/>
          <a:ext cx="1621106" cy="1402457"/>
        </a:xfrm>
        <a:prstGeom prst="hexagon">
          <a:avLst>
            <a:gd name="adj" fmla="val 28570"/>
            <a:gd name="vf" fmla="val 11547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Lua VM</a:t>
          </a:r>
        </a:p>
      </dsp:txBody>
      <dsp:txXfrm>
        <a:off x="2919813" y="232418"/>
        <a:ext cx="1083800" cy="937621"/>
      </dsp:txXfrm>
    </dsp:sp>
    <dsp:sp modelId="{87AB0B9D-655A-4E11-80C4-552C7D95B25F}">
      <dsp:nvSpPr>
        <dsp:cNvPr id="0" name=""/>
        <dsp:cNvSpPr/>
      </dsp:nvSpPr>
      <dsp:spPr>
        <a:xfrm>
          <a:off x="4578918" y="1939896"/>
          <a:ext cx="746557" cy="643094"/>
        </a:xfrm>
        <a:prstGeom prst="hexagon">
          <a:avLst>
            <a:gd name="adj" fmla="val 28900"/>
            <a:gd name="vf" fmla="val 11547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6A0C8FF0-E576-4D57-B3C8-B85C2EC95B7F}">
      <dsp:nvSpPr>
        <dsp:cNvPr id="0" name=""/>
        <dsp:cNvSpPr/>
      </dsp:nvSpPr>
      <dsp:spPr>
        <a:xfrm>
          <a:off x="4138024" y="862605"/>
          <a:ext cx="1621106" cy="1402457"/>
        </a:xfrm>
        <a:prstGeom prst="hexagon">
          <a:avLst>
            <a:gd name="adj" fmla="val 28570"/>
            <a:gd name="vf" fmla="val 115470"/>
          </a:avLst>
        </a:prstGeom>
        <a:gradFill rotWithShape="0">
          <a:gsLst>
            <a:gs pos="0">
              <a:schemeClr val="accent3">
                <a:hueOff val="3199948"/>
                <a:satOff val="0"/>
                <a:lumOff val="-5556"/>
                <a:alphaOff val="0"/>
                <a:shade val="51000"/>
                <a:satMod val="130000"/>
              </a:schemeClr>
            </a:gs>
            <a:gs pos="80000">
              <a:schemeClr val="accent3">
                <a:hueOff val="3199948"/>
                <a:satOff val="0"/>
                <a:lumOff val="-5556"/>
                <a:alphaOff val="0"/>
                <a:shade val="93000"/>
                <a:satMod val="130000"/>
              </a:schemeClr>
            </a:gs>
            <a:gs pos="100000">
              <a:schemeClr val="accent3">
                <a:hueOff val="3199948"/>
                <a:satOff val="0"/>
                <a:lumOff val="-5556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Lua API</a:t>
          </a:r>
        </a:p>
      </dsp:txBody>
      <dsp:txXfrm>
        <a:off x="4406677" y="1095023"/>
        <a:ext cx="1083800" cy="937621"/>
      </dsp:txXfrm>
    </dsp:sp>
    <dsp:sp modelId="{0AA38313-FE0B-4EFB-BCFE-8D1EF843340F}">
      <dsp:nvSpPr>
        <dsp:cNvPr id="0" name=""/>
        <dsp:cNvSpPr/>
      </dsp:nvSpPr>
      <dsp:spPr>
        <a:xfrm>
          <a:off x="3973512" y="3297004"/>
          <a:ext cx="746557" cy="643094"/>
        </a:xfrm>
        <a:prstGeom prst="hexagon">
          <a:avLst>
            <a:gd name="adj" fmla="val 28900"/>
            <a:gd name="vf" fmla="val 11547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3726D672-D3F4-4DD5-B299-109F01B20EFE}">
      <dsp:nvSpPr>
        <dsp:cNvPr id="0" name=""/>
        <dsp:cNvSpPr/>
      </dsp:nvSpPr>
      <dsp:spPr>
        <a:xfrm>
          <a:off x="4138024" y="2558386"/>
          <a:ext cx="1621106" cy="1402457"/>
        </a:xfrm>
        <a:prstGeom prst="hexagon">
          <a:avLst>
            <a:gd name="adj" fmla="val 28570"/>
            <a:gd name="vf" fmla="val 115470"/>
          </a:avLst>
        </a:prstGeom>
        <a:gradFill rotWithShape="0">
          <a:gsLst>
            <a:gs pos="0">
              <a:schemeClr val="accent3">
                <a:hueOff val="6399896"/>
                <a:satOff val="0"/>
                <a:lumOff val="-11111"/>
                <a:alphaOff val="0"/>
                <a:shade val="51000"/>
                <a:satMod val="130000"/>
              </a:schemeClr>
            </a:gs>
            <a:gs pos="80000">
              <a:schemeClr val="accent3">
                <a:hueOff val="6399896"/>
                <a:satOff val="0"/>
                <a:lumOff val="-11111"/>
                <a:alphaOff val="0"/>
                <a:shade val="93000"/>
                <a:satMod val="130000"/>
              </a:schemeClr>
            </a:gs>
            <a:gs pos="100000">
              <a:schemeClr val="accent3">
                <a:hueOff val="6399896"/>
                <a:satOff val="0"/>
                <a:lumOff val="-11111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Lua Garbage Collector</a:t>
          </a:r>
        </a:p>
      </dsp:txBody>
      <dsp:txXfrm>
        <a:off x="4406677" y="2790804"/>
        <a:ext cx="1083800" cy="937621"/>
      </dsp:txXfrm>
    </dsp:sp>
    <dsp:sp modelId="{6404F8CE-72BC-473D-8D84-2BD45B44A448}">
      <dsp:nvSpPr>
        <dsp:cNvPr id="0" name=""/>
        <dsp:cNvSpPr/>
      </dsp:nvSpPr>
      <dsp:spPr>
        <a:xfrm>
          <a:off x="2651160" y="3421956"/>
          <a:ext cx="1621106" cy="1402457"/>
        </a:xfrm>
        <a:prstGeom prst="hexagon">
          <a:avLst>
            <a:gd name="adj" fmla="val 28570"/>
            <a:gd name="vf" fmla="val 115470"/>
          </a:avLst>
        </a:prstGeom>
        <a:gradFill rotWithShape="0">
          <a:gsLst>
            <a:gs pos="0">
              <a:schemeClr val="accent3">
                <a:hueOff val="9599843"/>
                <a:satOff val="0"/>
                <a:lumOff val="-16667"/>
                <a:alphaOff val="0"/>
                <a:shade val="51000"/>
                <a:satMod val="130000"/>
              </a:schemeClr>
            </a:gs>
            <a:gs pos="80000">
              <a:schemeClr val="accent3">
                <a:hueOff val="9599843"/>
                <a:satOff val="0"/>
                <a:lumOff val="-16667"/>
                <a:alphaOff val="0"/>
                <a:shade val="93000"/>
                <a:satMod val="130000"/>
              </a:schemeClr>
            </a:gs>
            <a:gs pos="100000">
              <a:schemeClr val="accent3">
                <a:hueOff val="9599843"/>
                <a:satOff val="0"/>
                <a:lumOff val="-16667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Lua Standard Libraries</a:t>
          </a:r>
        </a:p>
      </dsp:txBody>
      <dsp:txXfrm>
        <a:off x="2919813" y="3654374"/>
        <a:ext cx="1083800" cy="93762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9B0B69-A8B4-4809-B819-41CDBC57D3AF}">
      <dsp:nvSpPr>
        <dsp:cNvPr id="0" name=""/>
        <dsp:cNvSpPr/>
      </dsp:nvSpPr>
      <dsp:spPr>
        <a:xfrm>
          <a:off x="9" y="0"/>
          <a:ext cx="7828076" cy="5080000"/>
        </a:xfrm>
        <a:prstGeom prst="quadArrow">
          <a:avLst>
            <a:gd name="adj1" fmla="val 2000"/>
            <a:gd name="adj2" fmla="val 4000"/>
            <a:gd name="adj3" fmla="val 5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3E975689-4D1B-452C-9198-D9CCA52244FF}">
      <dsp:nvSpPr>
        <dsp:cNvPr id="0" name=""/>
        <dsp:cNvSpPr/>
      </dsp:nvSpPr>
      <dsp:spPr>
        <a:xfrm>
          <a:off x="1828799" y="330200"/>
          <a:ext cx="1782897" cy="2032000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 dirty="0"/>
            <a:t>Lua Script (.lua)</a:t>
          </a:r>
        </a:p>
      </dsp:txBody>
      <dsp:txXfrm>
        <a:off x="1915833" y="417234"/>
        <a:ext cx="1608829" cy="1857932"/>
      </dsp:txXfrm>
    </dsp:sp>
    <dsp:sp modelId="{63A9C2FE-E636-462C-9C5A-A06E97F8250D}">
      <dsp:nvSpPr>
        <dsp:cNvPr id="0" name=""/>
        <dsp:cNvSpPr/>
      </dsp:nvSpPr>
      <dsp:spPr>
        <a:xfrm>
          <a:off x="4091847" y="330200"/>
          <a:ext cx="2032000" cy="2032000"/>
        </a:xfrm>
        <a:prstGeom prst="roundRect">
          <a:avLst/>
        </a:prstGeom>
        <a:gradFill rotWithShape="0">
          <a:gsLst>
            <a:gs pos="0">
              <a:schemeClr val="accent3">
                <a:hueOff val="3199948"/>
                <a:satOff val="0"/>
                <a:lumOff val="-5556"/>
                <a:alphaOff val="0"/>
                <a:shade val="51000"/>
                <a:satMod val="130000"/>
              </a:schemeClr>
            </a:gs>
            <a:gs pos="80000">
              <a:schemeClr val="accent3">
                <a:hueOff val="3199948"/>
                <a:satOff val="0"/>
                <a:lumOff val="-5556"/>
                <a:alphaOff val="0"/>
                <a:shade val="93000"/>
                <a:satMod val="130000"/>
              </a:schemeClr>
            </a:gs>
            <a:gs pos="100000">
              <a:schemeClr val="accent3">
                <a:hueOff val="3199948"/>
                <a:satOff val="0"/>
                <a:lumOff val="-5556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 dirty="0"/>
            <a:t>Lua Interpreter </a:t>
          </a:r>
        </a:p>
      </dsp:txBody>
      <dsp:txXfrm>
        <a:off x="4191041" y="429394"/>
        <a:ext cx="1833612" cy="1833612"/>
      </dsp:txXfrm>
    </dsp:sp>
    <dsp:sp modelId="{C16A06B6-CE38-4B2A-8CC2-CDB9784818EC}">
      <dsp:nvSpPr>
        <dsp:cNvPr id="0" name=""/>
        <dsp:cNvSpPr/>
      </dsp:nvSpPr>
      <dsp:spPr>
        <a:xfrm>
          <a:off x="1704247" y="2717800"/>
          <a:ext cx="2032000" cy="2032000"/>
        </a:xfrm>
        <a:prstGeom prst="roundRect">
          <a:avLst/>
        </a:prstGeom>
        <a:gradFill rotWithShape="0">
          <a:gsLst>
            <a:gs pos="0">
              <a:schemeClr val="accent3">
                <a:hueOff val="6399896"/>
                <a:satOff val="0"/>
                <a:lumOff val="-11111"/>
                <a:alphaOff val="0"/>
                <a:shade val="51000"/>
                <a:satMod val="130000"/>
              </a:schemeClr>
            </a:gs>
            <a:gs pos="80000">
              <a:schemeClr val="accent3">
                <a:hueOff val="6399896"/>
                <a:satOff val="0"/>
                <a:lumOff val="-11111"/>
                <a:alphaOff val="0"/>
                <a:shade val="93000"/>
                <a:satMod val="130000"/>
              </a:schemeClr>
            </a:gs>
            <a:gs pos="100000">
              <a:schemeClr val="accent3">
                <a:hueOff val="6399896"/>
                <a:satOff val="0"/>
                <a:lumOff val="-11111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 dirty="0"/>
            <a:t>Lua Virtual Machine (VM)  | Stack based | Bytecode Interpreter</a:t>
          </a:r>
        </a:p>
      </dsp:txBody>
      <dsp:txXfrm>
        <a:off x="1803441" y="2816994"/>
        <a:ext cx="1833612" cy="1833612"/>
      </dsp:txXfrm>
    </dsp:sp>
    <dsp:sp modelId="{A04ACE14-6F80-4C10-A19E-4ECB9D254375}">
      <dsp:nvSpPr>
        <dsp:cNvPr id="0" name=""/>
        <dsp:cNvSpPr/>
      </dsp:nvSpPr>
      <dsp:spPr>
        <a:xfrm>
          <a:off x="4091847" y="2717800"/>
          <a:ext cx="2032000" cy="2032000"/>
        </a:xfrm>
        <a:prstGeom prst="roundRect">
          <a:avLst/>
        </a:prstGeom>
        <a:gradFill rotWithShape="0">
          <a:gsLst>
            <a:gs pos="0">
              <a:schemeClr val="accent3">
                <a:hueOff val="9599843"/>
                <a:satOff val="0"/>
                <a:lumOff val="-16667"/>
                <a:alphaOff val="0"/>
                <a:shade val="51000"/>
                <a:satMod val="130000"/>
              </a:schemeClr>
            </a:gs>
            <a:gs pos="80000">
              <a:schemeClr val="accent3">
                <a:hueOff val="9599843"/>
                <a:satOff val="0"/>
                <a:lumOff val="-16667"/>
                <a:alphaOff val="0"/>
                <a:shade val="93000"/>
                <a:satMod val="130000"/>
              </a:schemeClr>
            </a:gs>
            <a:gs pos="100000">
              <a:schemeClr val="accent3">
                <a:hueOff val="9599843"/>
                <a:satOff val="0"/>
                <a:lumOff val="-16667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 dirty="0"/>
            <a:t>ANSI C Runtime + Memory </a:t>
          </a:r>
        </a:p>
      </dsp:txBody>
      <dsp:txXfrm>
        <a:off x="4191041" y="2816994"/>
        <a:ext cx="1833612" cy="183361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12E496-34E7-481E-B60E-99BCF7990B28}">
      <dsp:nvSpPr>
        <dsp:cNvPr id="0" name=""/>
        <dsp:cNvSpPr/>
      </dsp:nvSpPr>
      <dsp:spPr>
        <a:xfrm>
          <a:off x="2" y="0"/>
          <a:ext cx="9003946" cy="4064000"/>
        </a:xfrm>
        <a:prstGeom prst="rightArrow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3EE80D6-2CC8-431A-B910-066F05932C52}">
      <dsp:nvSpPr>
        <dsp:cNvPr id="0" name=""/>
        <dsp:cNvSpPr/>
      </dsp:nvSpPr>
      <dsp:spPr>
        <a:xfrm>
          <a:off x="1764947" y="1289832"/>
          <a:ext cx="1347025" cy="1344306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 Lexer &amp; Parser (</a:t>
          </a:r>
          <a:r>
            <a:rPr lang="en-IN" sz="1800" kern="1200" dirty="0" err="1"/>
            <a:t>llex.c</a:t>
          </a:r>
          <a:r>
            <a:rPr lang="en-IN" sz="1800" kern="1200" dirty="0"/>
            <a:t>, </a:t>
          </a:r>
          <a:r>
            <a:rPr lang="en-IN" sz="1800" kern="1200" dirty="0" err="1"/>
            <a:t>lparser.c</a:t>
          </a:r>
          <a:r>
            <a:rPr lang="en-IN" sz="1800" kern="1200" dirty="0"/>
            <a:t>)</a:t>
          </a:r>
        </a:p>
      </dsp:txBody>
      <dsp:txXfrm>
        <a:off x="1830571" y="1355456"/>
        <a:ext cx="1215777" cy="1213058"/>
      </dsp:txXfrm>
    </dsp:sp>
    <dsp:sp modelId="{067EEC94-CBF4-47AF-AFF4-9EB6DFA15A15}">
      <dsp:nvSpPr>
        <dsp:cNvPr id="0" name=""/>
        <dsp:cNvSpPr/>
      </dsp:nvSpPr>
      <dsp:spPr>
        <a:xfrm>
          <a:off x="3374614" y="1254207"/>
          <a:ext cx="1457114" cy="1311192"/>
        </a:xfrm>
        <a:prstGeom prst="roundRect">
          <a:avLst/>
        </a:prstGeom>
        <a:solidFill>
          <a:schemeClr val="accent3">
            <a:hueOff val="3199948"/>
            <a:satOff val="0"/>
            <a:lumOff val="-555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Abstract Syntax Tree (AST)</a:t>
          </a:r>
        </a:p>
      </dsp:txBody>
      <dsp:txXfrm>
        <a:off x="3438621" y="1318214"/>
        <a:ext cx="1329100" cy="1183178"/>
      </dsp:txXfrm>
    </dsp:sp>
    <dsp:sp modelId="{7AF0AE08-5574-4963-BCEE-3387A11935C8}">
      <dsp:nvSpPr>
        <dsp:cNvPr id="0" name=""/>
        <dsp:cNvSpPr/>
      </dsp:nvSpPr>
      <dsp:spPr>
        <a:xfrm>
          <a:off x="5146131" y="1319093"/>
          <a:ext cx="1356918" cy="1170106"/>
        </a:xfrm>
        <a:prstGeom prst="roundRect">
          <a:avLst/>
        </a:prstGeom>
        <a:solidFill>
          <a:schemeClr val="accent3">
            <a:hueOff val="6399896"/>
            <a:satOff val="0"/>
            <a:lumOff val="-1111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 Code Generator (</a:t>
          </a:r>
          <a:r>
            <a:rPr lang="en-IN" sz="1800" kern="1200" dirty="0" err="1"/>
            <a:t>lcode.c</a:t>
          </a:r>
          <a:r>
            <a:rPr lang="en-IN" sz="1800" kern="1200" dirty="0"/>
            <a:t>)</a:t>
          </a:r>
        </a:p>
      </dsp:txBody>
      <dsp:txXfrm>
        <a:off x="5203251" y="1376213"/>
        <a:ext cx="1242678" cy="1055866"/>
      </dsp:txXfrm>
    </dsp:sp>
    <dsp:sp modelId="{6869AF13-8CDC-4022-920E-AEC2BD0EB511}">
      <dsp:nvSpPr>
        <dsp:cNvPr id="0" name=""/>
        <dsp:cNvSpPr/>
      </dsp:nvSpPr>
      <dsp:spPr>
        <a:xfrm>
          <a:off x="6744006" y="1360302"/>
          <a:ext cx="1457391" cy="1077382"/>
        </a:xfrm>
        <a:prstGeom prst="roundRect">
          <a:avLst/>
        </a:prstGeom>
        <a:solidFill>
          <a:schemeClr val="accent3">
            <a:hueOff val="9599843"/>
            <a:satOff val="0"/>
            <a:lumOff val="-1666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 dirty="0"/>
            <a:t>  Bytecode (Prototype)</a:t>
          </a:r>
        </a:p>
      </dsp:txBody>
      <dsp:txXfrm>
        <a:off x="6796599" y="1412895"/>
        <a:ext cx="1352205" cy="97219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5D3A2E2-B5C2-4A1A-8F9E-08C4D751D915}">
      <dsp:nvSpPr>
        <dsp:cNvPr id="0" name=""/>
        <dsp:cNvSpPr/>
      </dsp:nvSpPr>
      <dsp:spPr>
        <a:xfrm>
          <a:off x="1645602" y="2226"/>
          <a:ext cx="6582410" cy="1153100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717" tIns="292888" rIns="127717" bIns="292888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Breaks script into tokens.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Skips whitespace/comments.</a:t>
          </a:r>
        </a:p>
      </dsp:txBody>
      <dsp:txXfrm>
        <a:off x="1645602" y="2226"/>
        <a:ext cx="6582410" cy="1153100"/>
      </dsp:txXfrm>
    </dsp:sp>
    <dsp:sp modelId="{D75DC254-20E4-45AA-8AD4-39913F18B8DE}">
      <dsp:nvSpPr>
        <dsp:cNvPr id="0" name=""/>
        <dsp:cNvSpPr/>
      </dsp:nvSpPr>
      <dsp:spPr>
        <a:xfrm>
          <a:off x="0" y="2226"/>
          <a:ext cx="1645602" cy="1153100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080" tIns="113901" rIns="87080" bIns="113901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 err="1"/>
            <a:t>Lexing</a:t>
          </a:r>
          <a:r>
            <a:rPr lang="en-US" sz="2200" kern="1200" dirty="0"/>
            <a:t> – </a:t>
          </a:r>
          <a:r>
            <a:rPr lang="en-US" sz="2200" kern="1200" dirty="0" err="1"/>
            <a:t>llex.c</a:t>
          </a:r>
          <a:r>
            <a:rPr lang="en-US" sz="2200" kern="1200" dirty="0"/>
            <a:t>:</a:t>
          </a:r>
        </a:p>
      </dsp:txBody>
      <dsp:txXfrm>
        <a:off x="0" y="2226"/>
        <a:ext cx="1645602" cy="1153100"/>
      </dsp:txXfrm>
    </dsp:sp>
    <dsp:sp modelId="{78BAB8CB-1A35-4664-8D74-9622DA5C0891}">
      <dsp:nvSpPr>
        <dsp:cNvPr id="0" name=""/>
        <dsp:cNvSpPr/>
      </dsp:nvSpPr>
      <dsp:spPr>
        <a:xfrm>
          <a:off x="1645602" y="1224512"/>
          <a:ext cx="6582410" cy="1153100"/>
        </a:xfrm>
        <a:prstGeom prst="rect">
          <a:avLst/>
        </a:prstGeom>
        <a:solidFill>
          <a:schemeClr val="accent4">
            <a:tint val="40000"/>
            <a:alpha val="90000"/>
            <a:hueOff val="-4554948"/>
            <a:satOff val="17234"/>
            <a:lumOff val="2042"/>
            <a:alphaOff val="0"/>
          </a:schemeClr>
        </a:solidFill>
        <a:ln w="9525" cap="flat" cmpd="sng" algn="ctr">
          <a:solidFill>
            <a:schemeClr val="accent4">
              <a:tint val="40000"/>
              <a:alpha val="90000"/>
              <a:hueOff val="-4554948"/>
              <a:satOff val="17234"/>
              <a:lumOff val="2042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717" tIns="292888" rIns="127717" bIns="292888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Converts tokens into an abstract syntax tree (AST).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Builds function prototypes (Proto).</a:t>
          </a:r>
        </a:p>
      </dsp:txBody>
      <dsp:txXfrm>
        <a:off x="1645602" y="1224512"/>
        <a:ext cx="6582410" cy="1153100"/>
      </dsp:txXfrm>
    </dsp:sp>
    <dsp:sp modelId="{F0126E4F-C1E0-469A-8921-894EF2D96B99}">
      <dsp:nvSpPr>
        <dsp:cNvPr id="0" name=""/>
        <dsp:cNvSpPr/>
      </dsp:nvSpPr>
      <dsp:spPr>
        <a:xfrm>
          <a:off x="0" y="1224512"/>
          <a:ext cx="1645602" cy="1153100"/>
        </a:xfrm>
        <a:prstGeom prst="rect">
          <a:avLst/>
        </a:prstGeom>
        <a:gradFill rotWithShape="0">
          <a:gsLst>
            <a:gs pos="0">
              <a:schemeClr val="accent4">
                <a:hueOff val="-4099980"/>
                <a:satOff val="-4765"/>
                <a:lumOff val="8890"/>
                <a:alphaOff val="0"/>
                <a:shade val="51000"/>
                <a:satMod val="130000"/>
              </a:schemeClr>
            </a:gs>
            <a:gs pos="80000">
              <a:schemeClr val="accent4">
                <a:hueOff val="-4099980"/>
                <a:satOff val="-4765"/>
                <a:lumOff val="8890"/>
                <a:alphaOff val="0"/>
                <a:shade val="93000"/>
                <a:satMod val="130000"/>
              </a:schemeClr>
            </a:gs>
            <a:gs pos="100000">
              <a:schemeClr val="accent4">
                <a:hueOff val="-4099980"/>
                <a:satOff val="-4765"/>
                <a:lumOff val="889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4">
              <a:hueOff val="-4099980"/>
              <a:satOff val="-4765"/>
              <a:lumOff val="889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080" tIns="113901" rIns="87080" bIns="113901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Parsing – lparser.c:</a:t>
          </a:r>
        </a:p>
      </dsp:txBody>
      <dsp:txXfrm>
        <a:off x="0" y="1224512"/>
        <a:ext cx="1645602" cy="1153100"/>
      </dsp:txXfrm>
    </dsp:sp>
    <dsp:sp modelId="{477544D3-AECC-4947-90D0-230DA0E8E6B9}">
      <dsp:nvSpPr>
        <dsp:cNvPr id="0" name=""/>
        <dsp:cNvSpPr/>
      </dsp:nvSpPr>
      <dsp:spPr>
        <a:xfrm>
          <a:off x="1645602" y="2446799"/>
          <a:ext cx="6582410" cy="1153100"/>
        </a:xfrm>
        <a:prstGeom prst="rect">
          <a:avLst/>
        </a:prstGeom>
        <a:solidFill>
          <a:schemeClr val="accent4">
            <a:tint val="40000"/>
            <a:alpha val="90000"/>
            <a:hueOff val="-9109896"/>
            <a:satOff val="34468"/>
            <a:lumOff val="4084"/>
            <a:alphaOff val="0"/>
          </a:schemeClr>
        </a:solidFill>
        <a:ln w="9525" cap="flat" cmpd="sng" algn="ctr">
          <a:solidFill>
            <a:schemeClr val="accent4">
              <a:tint val="40000"/>
              <a:alpha val="90000"/>
              <a:hueOff val="-9109896"/>
              <a:satOff val="34468"/>
              <a:lumOff val="4084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717" tIns="292888" rIns="127717" bIns="292888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Translates AST into register-based bytecode.</a:t>
          </a:r>
        </a:p>
      </dsp:txBody>
      <dsp:txXfrm>
        <a:off x="1645602" y="2446799"/>
        <a:ext cx="6582410" cy="1153100"/>
      </dsp:txXfrm>
    </dsp:sp>
    <dsp:sp modelId="{5B8387E3-C1E1-4D29-997B-3DB14BBF5649}">
      <dsp:nvSpPr>
        <dsp:cNvPr id="0" name=""/>
        <dsp:cNvSpPr/>
      </dsp:nvSpPr>
      <dsp:spPr>
        <a:xfrm>
          <a:off x="0" y="2446799"/>
          <a:ext cx="1645602" cy="1153100"/>
        </a:xfrm>
        <a:prstGeom prst="rect">
          <a:avLst/>
        </a:prstGeom>
        <a:gradFill rotWithShape="0">
          <a:gsLst>
            <a:gs pos="0">
              <a:schemeClr val="accent4">
                <a:hueOff val="-8199960"/>
                <a:satOff val="-9529"/>
                <a:lumOff val="17779"/>
                <a:alphaOff val="0"/>
                <a:shade val="51000"/>
                <a:satMod val="130000"/>
              </a:schemeClr>
            </a:gs>
            <a:gs pos="80000">
              <a:schemeClr val="accent4">
                <a:hueOff val="-8199960"/>
                <a:satOff val="-9529"/>
                <a:lumOff val="17779"/>
                <a:alphaOff val="0"/>
                <a:shade val="93000"/>
                <a:satMod val="130000"/>
              </a:schemeClr>
            </a:gs>
            <a:gs pos="100000">
              <a:schemeClr val="accent4">
                <a:hueOff val="-8199960"/>
                <a:satOff val="-9529"/>
                <a:lumOff val="17779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4">
              <a:hueOff val="-8199960"/>
              <a:satOff val="-9529"/>
              <a:lumOff val="17779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080" tIns="113901" rIns="87080" bIns="113901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Code Generation – lcode.c:</a:t>
          </a:r>
        </a:p>
      </dsp:txBody>
      <dsp:txXfrm>
        <a:off x="0" y="2446799"/>
        <a:ext cx="1645602" cy="1153100"/>
      </dsp:txXfrm>
    </dsp:sp>
    <dsp:sp modelId="{15C9B7CF-81EB-4335-A3B4-B784578B8EA6}">
      <dsp:nvSpPr>
        <dsp:cNvPr id="0" name=""/>
        <dsp:cNvSpPr/>
      </dsp:nvSpPr>
      <dsp:spPr>
        <a:xfrm>
          <a:off x="1645602" y="3669086"/>
          <a:ext cx="6582410" cy="1153100"/>
        </a:xfrm>
        <a:prstGeom prst="rect">
          <a:avLst/>
        </a:prstGeom>
        <a:solidFill>
          <a:schemeClr val="accent4">
            <a:tint val="40000"/>
            <a:alpha val="90000"/>
            <a:hueOff val="-13664844"/>
            <a:satOff val="51702"/>
            <a:lumOff val="6126"/>
            <a:alphaOff val="0"/>
          </a:schemeClr>
        </a:solidFill>
        <a:ln w="9525" cap="flat" cmpd="sng" algn="ctr">
          <a:solidFill>
            <a:schemeClr val="accent4">
              <a:tint val="40000"/>
              <a:alpha val="90000"/>
              <a:hueOff val="-13664844"/>
              <a:satOff val="51702"/>
              <a:lumOff val="6126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717" tIns="292888" rIns="127717" bIns="292888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Executes bytecode instruction-by-instruction in Lua VM.</a:t>
          </a:r>
        </a:p>
      </dsp:txBody>
      <dsp:txXfrm>
        <a:off x="1645602" y="3669086"/>
        <a:ext cx="6582410" cy="1153100"/>
      </dsp:txXfrm>
    </dsp:sp>
    <dsp:sp modelId="{68B345DA-2ED1-48A9-B99D-5F1DB4F0C9E3}">
      <dsp:nvSpPr>
        <dsp:cNvPr id="0" name=""/>
        <dsp:cNvSpPr/>
      </dsp:nvSpPr>
      <dsp:spPr>
        <a:xfrm>
          <a:off x="0" y="3669086"/>
          <a:ext cx="1645602" cy="1153100"/>
        </a:xfrm>
        <a:prstGeom prst="rect">
          <a:avLst/>
        </a:prstGeom>
        <a:gradFill rotWithShape="0">
          <a:gsLst>
            <a:gs pos="0">
              <a:schemeClr val="accent4">
                <a:hueOff val="-12299940"/>
                <a:satOff val="-14294"/>
                <a:lumOff val="26669"/>
                <a:alphaOff val="0"/>
                <a:shade val="51000"/>
                <a:satMod val="130000"/>
              </a:schemeClr>
            </a:gs>
            <a:gs pos="80000">
              <a:schemeClr val="accent4">
                <a:hueOff val="-12299940"/>
                <a:satOff val="-14294"/>
                <a:lumOff val="26669"/>
                <a:alphaOff val="0"/>
                <a:shade val="93000"/>
                <a:satMod val="130000"/>
              </a:schemeClr>
            </a:gs>
            <a:gs pos="100000">
              <a:schemeClr val="accent4">
                <a:hueOff val="-12299940"/>
                <a:satOff val="-14294"/>
                <a:lumOff val="26669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4">
              <a:hueOff val="-12299940"/>
              <a:satOff val="-14294"/>
              <a:lumOff val="26669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080" tIns="113901" rIns="87080" bIns="113901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Execution – lvm.c:</a:t>
          </a:r>
        </a:p>
      </dsp:txBody>
      <dsp:txXfrm>
        <a:off x="0" y="3669086"/>
        <a:ext cx="1645602" cy="11531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924F9B-41C4-43FC-9672-6A476486ECE5}">
      <dsp:nvSpPr>
        <dsp:cNvPr id="0" name=""/>
        <dsp:cNvSpPr/>
      </dsp:nvSpPr>
      <dsp:spPr>
        <a:xfrm>
          <a:off x="5185094" y="2165683"/>
          <a:ext cx="2280380" cy="36175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46523"/>
              </a:lnTo>
              <a:lnTo>
                <a:pt x="2280380" y="246523"/>
              </a:lnTo>
              <a:lnTo>
                <a:pt x="2280380" y="361751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6D44A2F-BBD1-4D64-A034-E8DF0F7EAF55}">
      <dsp:nvSpPr>
        <dsp:cNvPr id="0" name=""/>
        <dsp:cNvSpPr/>
      </dsp:nvSpPr>
      <dsp:spPr>
        <a:xfrm>
          <a:off x="5185094" y="2165683"/>
          <a:ext cx="760126" cy="36175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46523"/>
              </a:lnTo>
              <a:lnTo>
                <a:pt x="760126" y="246523"/>
              </a:lnTo>
              <a:lnTo>
                <a:pt x="760126" y="361751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579CDF3-C3A4-4B6B-8FA8-C577E313A6BF}">
      <dsp:nvSpPr>
        <dsp:cNvPr id="0" name=""/>
        <dsp:cNvSpPr/>
      </dsp:nvSpPr>
      <dsp:spPr>
        <a:xfrm>
          <a:off x="4424967" y="2165683"/>
          <a:ext cx="760126" cy="361751"/>
        </a:xfrm>
        <a:custGeom>
          <a:avLst/>
          <a:gdLst/>
          <a:ahLst/>
          <a:cxnLst/>
          <a:rect l="0" t="0" r="0" b="0"/>
          <a:pathLst>
            <a:path>
              <a:moveTo>
                <a:pt x="760126" y="0"/>
              </a:moveTo>
              <a:lnTo>
                <a:pt x="760126" y="246523"/>
              </a:lnTo>
              <a:lnTo>
                <a:pt x="0" y="246523"/>
              </a:lnTo>
              <a:lnTo>
                <a:pt x="0" y="361751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CBA30A9-3280-4082-A034-FF58A4102401}">
      <dsp:nvSpPr>
        <dsp:cNvPr id="0" name=""/>
        <dsp:cNvSpPr/>
      </dsp:nvSpPr>
      <dsp:spPr>
        <a:xfrm>
          <a:off x="2904713" y="2165683"/>
          <a:ext cx="2280380" cy="361751"/>
        </a:xfrm>
        <a:custGeom>
          <a:avLst/>
          <a:gdLst/>
          <a:ahLst/>
          <a:cxnLst/>
          <a:rect l="0" t="0" r="0" b="0"/>
          <a:pathLst>
            <a:path>
              <a:moveTo>
                <a:pt x="2280380" y="0"/>
              </a:moveTo>
              <a:lnTo>
                <a:pt x="2280380" y="246523"/>
              </a:lnTo>
              <a:lnTo>
                <a:pt x="0" y="246523"/>
              </a:lnTo>
              <a:lnTo>
                <a:pt x="0" y="361751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BF2F732-E00A-4C37-8491-17B37416F574}">
      <dsp:nvSpPr>
        <dsp:cNvPr id="0" name=""/>
        <dsp:cNvSpPr/>
      </dsp:nvSpPr>
      <dsp:spPr>
        <a:xfrm>
          <a:off x="2410" y="1375842"/>
          <a:ext cx="1243844" cy="78984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58423C-4148-4A64-B276-67F1B099DEFC}">
      <dsp:nvSpPr>
        <dsp:cNvPr id="0" name=""/>
        <dsp:cNvSpPr/>
      </dsp:nvSpPr>
      <dsp:spPr>
        <a:xfrm>
          <a:off x="140615" y="1507137"/>
          <a:ext cx="1243844" cy="7898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Managed in lgc.c:</a:t>
          </a:r>
        </a:p>
      </dsp:txBody>
      <dsp:txXfrm>
        <a:off x="163749" y="1530271"/>
        <a:ext cx="1197576" cy="743573"/>
      </dsp:txXfrm>
    </dsp:sp>
    <dsp:sp modelId="{363BF70B-8843-4475-B83C-66D9F3AF4DA7}">
      <dsp:nvSpPr>
        <dsp:cNvPr id="0" name=""/>
        <dsp:cNvSpPr/>
      </dsp:nvSpPr>
      <dsp:spPr>
        <a:xfrm>
          <a:off x="1522664" y="1375842"/>
          <a:ext cx="1243844" cy="78984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47CED1-83F6-4133-B4AF-274AF83AAE87}">
      <dsp:nvSpPr>
        <dsp:cNvPr id="0" name=""/>
        <dsp:cNvSpPr/>
      </dsp:nvSpPr>
      <dsp:spPr>
        <a:xfrm>
          <a:off x="1660869" y="1507137"/>
          <a:ext cx="1243844" cy="7898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Uses incremental or generational GC</a:t>
          </a:r>
        </a:p>
      </dsp:txBody>
      <dsp:txXfrm>
        <a:off x="1684003" y="1530271"/>
        <a:ext cx="1197576" cy="743573"/>
      </dsp:txXfrm>
    </dsp:sp>
    <dsp:sp modelId="{7233DF12-5B81-47C1-ADDD-FE5911EF58F1}">
      <dsp:nvSpPr>
        <dsp:cNvPr id="0" name=""/>
        <dsp:cNvSpPr/>
      </dsp:nvSpPr>
      <dsp:spPr>
        <a:xfrm>
          <a:off x="3042918" y="1375842"/>
          <a:ext cx="1243844" cy="78984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FAD13C-56D3-4584-BB7E-CE1F8F7F6D37}">
      <dsp:nvSpPr>
        <dsp:cNvPr id="0" name=""/>
        <dsp:cNvSpPr/>
      </dsp:nvSpPr>
      <dsp:spPr>
        <a:xfrm>
          <a:off x="3181123" y="1507137"/>
          <a:ext cx="1243844" cy="7898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Can be configured via the API: lua_gc</a:t>
          </a:r>
        </a:p>
      </dsp:txBody>
      <dsp:txXfrm>
        <a:off x="3204257" y="1530271"/>
        <a:ext cx="1197576" cy="743573"/>
      </dsp:txXfrm>
    </dsp:sp>
    <dsp:sp modelId="{AE346C58-727D-48CA-A9C3-360AB7E5AF35}">
      <dsp:nvSpPr>
        <dsp:cNvPr id="0" name=""/>
        <dsp:cNvSpPr/>
      </dsp:nvSpPr>
      <dsp:spPr>
        <a:xfrm>
          <a:off x="4563172" y="1375842"/>
          <a:ext cx="1243844" cy="78984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571E31-A1EF-4C0D-92BA-2873FC6C9F8D}">
      <dsp:nvSpPr>
        <dsp:cNvPr id="0" name=""/>
        <dsp:cNvSpPr/>
      </dsp:nvSpPr>
      <dsp:spPr>
        <a:xfrm>
          <a:off x="4701377" y="1507137"/>
          <a:ext cx="1243844" cy="7898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GC handles all heap-allocated objects:</a:t>
          </a:r>
        </a:p>
      </dsp:txBody>
      <dsp:txXfrm>
        <a:off x="4724511" y="1530271"/>
        <a:ext cx="1197576" cy="743573"/>
      </dsp:txXfrm>
    </dsp:sp>
    <dsp:sp modelId="{481D2614-2396-414A-9B1E-178503482006}">
      <dsp:nvSpPr>
        <dsp:cNvPr id="0" name=""/>
        <dsp:cNvSpPr/>
      </dsp:nvSpPr>
      <dsp:spPr>
        <a:xfrm>
          <a:off x="2282791" y="2527434"/>
          <a:ext cx="1243844" cy="78984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980E7D-C10F-4A10-8A52-96A3B30AB8F1}">
      <dsp:nvSpPr>
        <dsp:cNvPr id="0" name=""/>
        <dsp:cNvSpPr/>
      </dsp:nvSpPr>
      <dsp:spPr>
        <a:xfrm>
          <a:off x="2420996" y="2658729"/>
          <a:ext cx="1243844" cy="7898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Tables</a:t>
          </a:r>
        </a:p>
      </dsp:txBody>
      <dsp:txXfrm>
        <a:off x="2444130" y="2681863"/>
        <a:ext cx="1197576" cy="743573"/>
      </dsp:txXfrm>
    </dsp:sp>
    <dsp:sp modelId="{6EFCFC39-BDD3-404B-A431-E6EA50C243AE}">
      <dsp:nvSpPr>
        <dsp:cNvPr id="0" name=""/>
        <dsp:cNvSpPr/>
      </dsp:nvSpPr>
      <dsp:spPr>
        <a:xfrm>
          <a:off x="3803045" y="2527434"/>
          <a:ext cx="1243844" cy="78984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0C7B6F-2D36-4CB3-8EA1-32D44B6BDE60}">
      <dsp:nvSpPr>
        <dsp:cNvPr id="0" name=""/>
        <dsp:cNvSpPr/>
      </dsp:nvSpPr>
      <dsp:spPr>
        <a:xfrm>
          <a:off x="3941250" y="2658729"/>
          <a:ext cx="1243844" cy="7898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Strings</a:t>
          </a:r>
        </a:p>
      </dsp:txBody>
      <dsp:txXfrm>
        <a:off x="3964384" y="2681863"/>
        <a:ext cx="1197576" cy="743573"/>
      </dsp:txXfrm>
    </dsp:sp>
    <dsp:sp modelId="{BDDBA94B-E304-4013-9B0C-547916B33448}">
      <dsp:nvSpPr>
        <dsp:cNvPr id="0" name=""/>
        <dsp:cNvSpPr/>
      </dsp:nvSpPr>
      <dsp:spPr>
        <a:xfrm>
          <a:off x="5323299" y="2527434"/>
          <a:ext cx="1243844" cy="78984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072BB1-3221-4004-AAC1-F9CFDEDD83C1}">
      <dsp:nvSpPr>
        <dsp:cNvPr id="0" name=""/>
        <dsp:cNvSpPr/>
      </dsp:nvSpPr>
      <dsp:spPr>
        <a:xfrm>
          <a:off x="5461504" y="2658729"/>
          <a:ext cx="1243844" cy="7898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Functions</a:t>
          </a:r>
        </a:p>
      </dsp:txBody>
      <dsp:txXfrm>
        <a:off x="5484638" y="2681863"/>
        <a:ext cx="1197576" cy="743573"/>
      </dsp:txXfrm>
    </dsp:sp>
    <dsp:sp modelId="{9807F15B-CF70-420C-99F6-C23174BB9B90}">
      <dsp:nvSpPr>
        <dsp:cNvPr id="0" name=""/>
        <dsp:cNvSpPr/>
      </dsp:nvSpPr>
      <dsp:spPr>
        <a:xfrm>
          <a:off x="6843553" y="2527434"/>
          <a:ext cx="1243844" cy="78984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FBAE4B-8346-47D7-BAE9-0CA05BF377CA}">
      <dsp:nvSpPr>
        <dsp:cNvPr id="0" name=""/>
        <dsp:cNvSpPr/>
      </dsp:nvSpPr>
      <dsp:spPr>
        <a:xfrm>
          <a:off x="6981758" y="2658729"/>
          <a:ext cx="1243844" cy="7898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User data</a:t>
          </a:r>
        </a:p>
      </dsp:txBody>
      <dsp:txXfrm>
        <a:off x="7004892" y="2681863"/>
        <a:ext cx="1197576" cy="743573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1031093-A954-4EE0-B2F4-ECA8C3A1B644}">
      <dsp:nvSpPr>
        <dsp:cNvPr id="0" name=""/>
        <dsp:cNvSpPr/>
      </dsp:nvSpPr>
      <dsp:spPr>
        <a:xfrm>
          <a:off x="0" y="588"/>
          <a:ext cx="8228013" cy="1378067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6BAE0F9-F33B-41DB-93DA-301BEF97F56B}">
      <dsp:nvSpPr>
        <dsp:cNvPr id="0" name=""/>
        <dsp:cNvSpPr/>
      </dsp:nvSpPr>
      <dsp:spPr>
        <a:xfrm>
          <a:off x="416865" y="310654"/>
          <a:ext cx="757936" cy="75793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C42D1E-682E-4685-8F9A-E4675D4B9E93}">
      <dsp:nvSpPr>
        <dsp:cNvPr id="0" name=""/>
        <dsp:cNvSpPr/>
      </dsp:nvSpPr>
      <dsp:spPr>
        <a:xfrm>
          <a:off x="1591667" y="588"/>
          <a:ext cx="6636345" cy="13780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5845" tIns="145845" rIns="145845" bIns="145845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baseline="0"/>
            <a:t>You can replace Lua's </a:t>
          </a:r>
          <a:r>
            <a:rPr lang="en-US" sz="2500" b="1" i="0" kern="1200" baseline="0"/>
            <a:t>memory allocator</a:t>
          </a:r>
          <a:r>
            <a:rPr lang="en-US" sz="2500" b="0" i="0" kern="1200" baseline="0"/>
            <a:t> via lua_newstate().</a:t>
          </a:r>
          <a:endParaRPr lang="en-US" sz="2500" kern="1200"/>
        </a:p>
      </dsp:txBody>
      <dsp:txXfrm>
        <a:off x="1591667" y="588"/>
        <a:ext cx="6636345" cy="1378067"/>
      </dsp:txXfrm>
    </dsp:sp>
    <dsp:sp modelId="{109DD0D5-5AB7-4D00-8899-B87CCF3E4214}">
      <dsp:nvSpPr>
        <dsp:cNvPr id="0" name=""/>
        <dsp:cNvSpPr/>
      </dsp:nvSpPr>
      <dsp:spPr>
        <a:xfrm>
          <a:off x="0" y="1723172"/>
          <a:ext cx="8228013" cy="1378067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9C45F76-7325-4F01-BA7C-A2DB8C9EFB99}">
      <dsp:nvSpPr>
        <dsp:cNvPr id="0" name=""/>
        <dsp:cNvSpPr/>
      </dsp:nvSpPr>
      <dsp:spPr>
        <a:xfrm>
          <a:off x="416865" y="2033238"/>
          <a:ext cx="757936" cy="75793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C8E889-339D-4626-A459-2AC9712DDFEB}">
      <dsp:nvSpPr>
        <dsp:cNvPr id="0" name=""/>
        <dsp:cNvSpPr/>
      </dsp:nvSpPr>
      <dsp:spPr>
        <a:xfrm>
          <a:off x="1591667" y="1723172"/>
          <a:ext cx="6636345" cy="13780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5845" tIns="145845" rIns="145845" bIns="145845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baseline="0"/>
            <a:t>Can remove/replace standard libraries (base, io, os, etc.).</a:t>
          </a:r>
          <a:endParaRPr lang="en-US" sz="2500" kern="1200"/>
        </a:p>
      </dsp:txBody>
      <dsp:txXfrm>
        <a:off x="1591667" y="1723172"/>
        <a:ext cx="6636345" cy="1378067"/>
      </dsp:txXfrm>
    </dsp:sp>
    <dsp:sp modelId="{5E3D6E66-FA85-4210-88AF-57F65B9F171F}">
      <dsp:nvSpPr>
        <dsp:cNvPr id="0" name=""/>
        <dsp:cNvSpPr/>
      </dsp:nvSpPr>
      <dsp:spPr>
        <a:xfrm>
          <a:off x="0" y="3445756"/>
          <a:ext cx="8228013" cy="1378067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C6A0DB1-2E2E-474C-AF3E-3D5B98AADCC3}">
      <dsp:nvSpPr>
        <dsp:cNvPr id="0" name=""/>
        <dsp:cNvSpPr/>
      </dsp:nvSpPr>
      <dsp:spPr>
        <a:xfrm>
          <a:off x="416865" y="3755822"/>
          <a:ext cx="757936" cy="75793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1CE25F-6C82-479B-A180-BB227270C5AD}">
      <dsp:nvSpPr>
        <dsp:cNvPr id="0" name=""/>
        <dsp:cNvSpPr/>
      </dsp:nvSpPr>
      <dsp:spPr>
        <a:xfrm>
          <a:off x="1591667" y="3445756"/>
          <a:ext cx="6636345" cy="13780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5845" tIns="145845" rIns="145845" bIns="145845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baseline="0"/>
            <a:t>Lua compiles easily on any platform with a C compiler.</a:t>
          </a:r>
          <a:endParaRPr lang="en-US" sz="2500" kern="1200"/>
        </a:p>
      </dsp:txBody>
      <dsp:txXfrm>
        <a:off x="1591667" y="3445756"/>
        <a:ext cx="6636345" cy="1378067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EB368CC-8BF0-4322-908A-00665B7DF86A}">
      <dsp:nvSpPr>
        <dsp:cNvPr id="0" name=""/>
        <dsp:cNvSpPr/>
      </dsp:nvSpPr>
      <dsp:spPr>
        <a:xfrm>
          <a:off x="0" y="1560"/>
          <a:ext cx="8228012" cy="665005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C78952D-6189-40D2-B669-BFC17BD3B210}">
      <dsp:nvSpPr>
        <dsp:cNvPr id="0" name=""/>
        <dsp:cNvSpPr/>
      </dsp:nvSpPr>
      <dsp:spPr>
        <a:xfrm>
          <a:off x="201164" y="151186"/>
          <a:ext cx="365753" cy="36575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FCF62C-734C-4C88-8E8B-13266E5EF289}">
      <dsp:nvSpPr>
        <dsp:cNvPr id="0" name=""/>
        <dsp:cNvSpPr/>
      </dsp:nvSpPr>
      <dsp:spPr>
        <a:xfrm>
          <a:off x="768081" y="1560"/>
          <a:ext cx="3702605" cy="6650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0380" tIns="70380" rIns="70380" bIns="7038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 dirty="0"/>
            <a:t>Marking</a:t>
          </a:r>
        </a:p>
      </dsp:txBody>
      <dsp:txXfrm>
        <a:off x="768081" y="1560"/>
        <a:ext cx="3702605" cy="665005"/>
      </dsp:txXfrm>
    </dsp:sp>
    <dsp:sp modelId="{13F17437-DDFE-48A9-8DFA-F9149D8817FF}">
      <dsp:nvSpPr>
        <dsp:cNvPr id="0" name=""/>
        <dsp:cNvSpPr/>
      </dsp:nvSpPr>
      <dsp:spPr>
        <a:xfrm>
          <a:off x="4470687" y="1560"/>
          <a:ext cx="3757324" cy="6650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0380" tIns="70380" rIns="70380" bIns="7038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Start with root objects and mark all reachable objects.</a:t>
          </a:r>
          <a:endParaRPr lang="en-IN" sz="1700" kern="1200" dirty="0"/>
        </a:p>
      </dsp:txBody>
      <dsp:txXfrm>
        <a:off x="4470687" y="1560"/>
        <a:ext cx="3757324" cy="665005"/>
      </dsp:txXfrm>
    </dsp:sp>
    <dsp:sp modelId="{516D4AAE-70C8-4AD2-8394-39CCAF237634}">
      <dsp:nvSpPr>
        <dsp:cNvPr id="0" name=""/>
        <dsp:cNvSpPr/>
      </dsp:nvSpPr>
      <dsp:spPr>
        <a:xfrm>
          <a:off x="0" y="832818"/>
          <a:ext cx="8228012" cy="665005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72DF7C1-7761-4F2F-A713-38F60A181E83}">
      <dsp:nvSpPr>
        <dsp:cNvPr id="0" name=""/>
        <dsp:cNvSpPr/>
      </dsp:nvSpPr>
      <dsp:spPr>
        <a:xfrm>
          <a:off x="201164" y="982444"/>
          <a:ext cx="365753" cy="36575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45324D-A6A2-408F-A87D-D2089E28DEBE}">
      <dsp:nvSpPr>
        <dsp:cNvPr id="0" name=""/>
        <dsp:cNvSpPr/>
      </dsp:nvSpPr>
      <dsp:spPr>
        <a:xfrm>
          <a:off x="768081" y="832818"/>
          <a:ext cx="3702605" cy="6650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0380" tIns="70380" rIns="70380" bIns="7038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/>
            <a:t>Propagation</a:t>
          </a:r>
        </a:p>
      </dsp:txBody>
      <dsp:txXfrm>
        <a:off x="768081" y="832818"/>
        <a:ext cx="3702605" cy="665005"/>
      </dsp:txXfrm>
    </dsp:sp>
    <dsp:sp modelId="{152680F8-4E21-494D-8BF3-FF41FAFBC7DA}">
      <dsp:nvSpPr>
        <dsp:cNvPr id="0" name=""/>
        <dsp:cNvSpPr/>
      </dsp:nvSpPr>
      <dsp:spPr>
        <a:xfrm>
          <a:off x="4470687" y="832818"/>
          <a:ext cx="3757324" cy="6650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0380" tIns="70380" rIns="70380" bIns="7038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Traverse tables, closures, etc., and mark what they reference.</a:t>
          </a:r>
          <a:endParaRPr lang="en-IN" sz="1700" kern="1200"/>
        </a:p>
      </dsp:txBody>
      <dsp:txXfrm>
        <a:off x="4470687" y="832818"/>
        <a:ext cx="3757324" cy="665005"/>
      </dsp:txXfrm>
    </dsp:sp>
    <dsp:sp modelId="{2684600B-C23A-4411-B1CC-37EEFD45F3B8}">
      <dsp:nvSpPr>
        <dsp:cNvPr id="0" name=""/>
        <dsp:cNvSpPr/>
      </dsp:nvSpPr>
      <dsp:spPr>
        <a:xfrm>
          <a:off x="0" y="1664075"/>
          <a:ext cx="8228012" cy="665005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AEA94ED-9750-4A31-BF20-4646EEF1AB4F}">
      <dsp:nvSpPr>
        <dsp:cNvPr id="0" name=""/>
        <dsp:cNvSpPr/>
      </dsp:nvSpPr>
      <dsp:spPr>
        <a:xfrm>
          <a:off x="201164" y="1813701"/>
          <a:ext cx="365753" cy="36575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4B9281-2DD0-45E5-91D9-CE5B12E0E42F}">
      <dsp:nvSpPr>
        <dsp:cNvPr id="0" name=""/>
        <dsp:cNvSpPr/>
      </dsp:nvSpPr>
      <dsp:spPr>
        <a:xfrm>
          <a:off x="768081" y="1664075"/>
          <a:ext cx="3702605" cy="6650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0380" tIns="70380" rIns="70380" bIns="7038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/>
            <a:t>Atomic</a:t>
          </a:r>
        </a:p>
      </dsp:txBody>
      <dsp:txXfrm>
        <a:off x="768081" y="1664075"/>
        <a:ext cx="3702605" cy="665005"/>
      </dsp:txXfrm>
    </dsp:sp>
    <dsp:sp modelId="{3CC9A897-F1F8-472A-AE3D-CB6276DCDDD8}">
      <dsp:nvSpPr>
        <dsp:cNvPr id="0" name=""/>
        <dsp:cNvSpPr/>
      </dsp:nvSpPr>
      <dsp:spPr>
        <a:xfrm>
          <a:off x="4470687" y="1664075"/>
          <a:ext cx="3757324" cy="6650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0380" tIns="70380" rIns="70380" bIns="7038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Final marking to handle any missed objects during propagation.</a:t>
          </a:r>
          <a:endParaRPr lang="en-IN" sz="1700" kern="1200"/>
        </a:p>
      </dsp:txBody>
      <dsp:txXfrm>
        <a:off x="4470687" y="1664075"/>
        <a:ext cx="3757324" cy="665005"/>
      </dsp:txXfrm>
    </dsp:sp>
    <dsp:sp modelId="{5B82F49F-49B0-4098-ABB6-2A12466045B5}">
      <dsp:nvSpPr>
        <dsp:cNvPr id="0" name=""/>
        <dsp:cNvSpPr/>
      </dsp:nvSpPr>
      <dsp:spPr>
        <a:xfrm>
          <a:off x="0" y="2495332"/>
          <a:ext cx="8228012" cy="665005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559B682-3995-4521-9884-434ED053BB25}">
      <dsp:nvSpPr>
        <dsp:cNvPr id="0" name=""/>
        <dsp:cNvSpPr/>
      </dsp:nvSpPr>
      <dsp:spPr>
        <a:xfrm>
          <a:off x="201164" y="2644959"/>
          <a:ext cx="365753" cy="36575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3B4D5B-4620-43EE-BF5A-7CB7C9E10811}">
      <dsp:nvSpPr>
        <dsp:cNvPr id="0" name=""/>
        <dsp:cNvSpPr/>
      </dsp:nvSpPr>
      <dsp:spPr>
        <a:xfrm>
          <a:off x="768081" y="2495332"/>
          <a:ext cx="3702605" cy="6650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0380" tIns="70380" rIns="70380" bIns="7038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/>
            <a:t> Sweeping</a:t>
          </a:r>
        </a:p>
      </dsp:txBody>
      <dsp:txXfrm>
        <a:off x="768081" y="2495332"/>
        <a:ext cx="3702605" cy="665005"/>
      </dsp:txXfrm>
    </dsp:sp>
    <dsp:sp modelId="{732635CF-14B7-4B7D-BF6D-C0028DE58F5A}">
      <dsp:nvSpPr>
        <dsp:cNvPr id="0" name=""/>
        <dsp:cNvSpPr/>
      </dsp:nvSpPr>
      <dsp:spPr>
        <a:xfrm>
          <a:off x="4470687" y="2495332"/>
          <a:ext cx="3757324" cy="6650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0380" tIns="70380" rIns="70380" bIns="7038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Unreachable (unmarked) objects are freed.</a:t>
          </a:r>
          <a:endParaRPr lang="en-IN" sz="1700" kern="1200"/>
        </a:p>
      </dsp:txBody>
      <dsp:txXfrm>
        <a:off x="4470687" y="2495332"/>
        <a:ext cx="3757324" cy="665005"/>
      </dsp:txXfrm>
    </dsp:sp>
    <dsp:sp modelId="{40880A93-A618-495A-B7FF-55A3A42D6AE1}">
      <dsp:nvSpPr>
        <dsp:cNvPr id="0" name=""/>
        <dsp:cNvSpPr/>
      </dsp:nvSpPr>
      <dsp:spPr>
        <a:xfrm>
          <a:off x="0" y="3326590"/>
          <a:ext cx="8228012" cy="665005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F43BD68-E5BD-4DA0-B9DA-D1A0EBA84BB5}">
      <dsp:nvSpPr>
        <dsp:cNvPr id="0" name=""/>
        <dsp:cNvSpPr/>
      </dsp:nvSpPr>
      <dsp:spPr>
        <a:xfrm>
          <a:off x="201164" y="3476216"/>
          <a:ext cx="365753" cy="365753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FB04CE-DB20-41EB-9D97-2F7E3F9A6F16}">
      <dsp:nvSpPr>
        <dsp:cNvPr id="0" name=""/>
        <dsp:cNvSpPr/>
      </dsp:nvSpPr>
      <dsp:spPr>
        <a:xfrm>
          <a:off x="768081" y="3326590"/>
          <a:ext cx="3702605" cy="6650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0380" tIns="70380" rIns="70380" bIns="7038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/>
            <a:t>Finalization</a:t>
          </a:r>
        </a:p>
      </dsp:txBody>
      <dsp:txXfrm>
        <a:off x="768081" y="3326590"/>
        <a:ext cx="3702605" cy="665005"/>
      </dsp:txXfrm>
    </dsp:sp>
    <dsp:sp modelId="{425AF138-0BCB-4184-A542-7D15686CA1E8}">
      <dsp:nvSpPr>
        <dsp:cNvPr id="0" name=""/>
        <dsp:cNvSpPr/>
      </dsp:nvSpPr>
      <dsp:spPr>
        <a:xfrm>
          <a:off x="4470687" y="3326590"/>
          <a:ext cx="3757324" cy="6650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0380" tIns="70380" rIns="70380" bIns="7038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 Call __gc metamethods for objects with finalizers.</a:t>
          </a:r>
          <a:endParaRPr lang="en-IN" sz="1700" kern="1200"/>
        </a:p>
      </dsp:txBody>
      <dsp:txXfrm>
        <a:off x="4470687" y="3326590"/>
        <a:ext cx="3757324" cy="665005"/>
      </dsp:txXfrm>
    </dsp:sp>
    <dsp:sp modelId="{AE1DD261-9A36-4EBC-9588-CE404684F13D}">
      <dsp:nvSpPr>
        <dsp:cNvPr id="0" name=""/>
        <dsp:cNvSpPr/>
      </dsp:nvSpPr>
      <dsp:spPr>
        <a:xfrm>
          <a:off x="0" y="4157847"/>
          <a:ext cx="8228012" cy="665005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18CCB07-4E2F-4B4C-9BFA-CFC1368FD41F}">
      <dsp:nvSpPr>
        <dsp:cNvPr id="0" name=""/>
        <dsp:cNvSpPr/>
      </dsp:nvSpPr>
      <dsp:spPr>
        <a:xfrm>
          <a:off x="201164" y="4307473"/>
          <a:ext cx="365753" cy="365753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423BF5-554C-4965-A86E-FF65B56C3F19}">
      <dsp:nvSpPr>
        <dsp:cNvPr id="0" name=""/>
        <dsp:cNvSpPr/>
      </dsp:nvSpPr>
      <dsp:spPr>
        <a:xfrm>
          <a:off x="768081" y="4157847"/>
          <a:ext cx="3702605" cy="6650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0380" tIns="70380" rIns="70380" bIns="7038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/>
            <a:t>Pause</a:t>
          </a:r>
        </a:p>
      </dsp:txBody>
      <dsp:txXfrm>
        <a:off x="768081" y="4157847"/>
        <a:ext cx="3702605" cy="665005"/>
      </dsp:txXfrm>
    </dsp:sp>
    <dsp:sp modelId="{68325AD5-028A-48DA-A90C-0DEE58EE0FA6}">
      <dsp:nvSpPr>
        <dsp:cNvPr id="0" name=""/>
        <dsp:cNvSpPr/>
      </dsp:nvSpPr>
      <dsp:spPr>
        <a:xfrm>
          <a:off x="4470687" y="4157847"/>
          <a:ext cx="3757324" cy="6650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0380" tIns="70380" rIns="70380" bIns="7038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Wait until the next GC cycle.</a:t>
          </a:r>
          <a:endParaRPr lang="en-IN" sz="1700" kern="1200"/>
        </a:p>
      </dsp:txBody>
      <dsp:txXfrm>
        <a:off x="4470687" y="4157847"/>
        <a:ext cx="3757324" cy="665005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63989E0-30D9-43C6-859B-A39763CAEEDC}">
      <dsp:nvSpPr>
        <dsp:cNvPr id="0" name=""/>
        <dsp:cNvSpPr/>
      </dsp:nvSpPr>
      <dsp:spPr>
        <a:xfrm rot="5400000">
          <a:off x="-158831" y="158997"/>
          <a:ext cx="1058873" cy="741211"/>
        </a:xfrm>
        <a:prstGeom prst="chevron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Avoid</a:t>
          </a:r>
        </a:p>
      </dsp:txBody>
      <dsp:txXfrm rot="-5400000">
        <a:off x="1" y="370772"/>
        <a:ext cx="741211" cy="317662"/>
      </dsp:txXfrm>
    </dsp:sp>
    <dsp:sp modelId="{78372856-6086-49F9-88A0-DAE1390253EE}">
      <dsp:nvSpPr>
        <dsp:cNvPr id="0" name=""/>
        <dsp:cNvSpPr/>
      </dsp:nvSpPr>
      <dsp:spPr>
        <a:xfrm rot="5400000">
          <a:off x="4140478" y="-3399100"/>
          <a:ext cx="688268" cy="7486801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464" tIns="13970" rIns="13970" bIns="13970" numCol="1" spcCol="1270" anchor="ctr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Avoid long-lived unused tables – can delay GC.</a:t>
          </a:r>
        </a:p>
      </dsp:txBody>
      <dsp:txXfrm rot="-5400000">
        <a:off x="741212" y="33764"/>
        <a:ext cx="7453203" cy="621072"/>
      </dsp:txXfrm>
    </dsp:sp>
    <dsp:sp modelId="{B3BA3360-4D0D-4138-AA32-322127B60001}">
      <dsp:nvSpPr>
        <dsp:cNvPr id="0" name=""/>
        <dsp:cNvSpPr/>
      </dsp:nvSpPr>
      <dsp:spPr>
        <a:xfrm rot="5400000">
          <a:off x="-158831" y="1100299"/>
          <a:ext cx="1058873" cy="741211"/>
        </a:xfrm>
        <a:prstGeom prst="chevron">
          <a:avLst/>
        </a:prstGeom>
        <a:solidFill>
          <a:schemeClr val="accent4">
            <a:hueOff val="-3074985"/>
            <a:satOff val="-3573"/>
            <a:lumOff val="6667"/>
            <a:alphaOff val="0"/>
          </a:schemeClr>
        </a:solidFill>
        <a:ln w="25400" cap="flat" cmpd="sng" algn="ctr">
          <a:solidFill>
            <a:schemeClr val="accent4">
              <a:hueOff val="-3074985"/>
              <a:satOff val="-3573"/>
              <a:lumOff val="6667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Use</a:t>
          </a:r>
        </a:p>
      </dsp:txBody>
      <dsp:txXfrm rot="-5400000">
        <a:off x="1" y="1312074"/>
        <a:ext cx="741211" cy="317662"/>
      </dsp:txXfrm>
    </dsp:sp>
    <dsp:sp modelId="{C936A64E-7EB8-43F2-9826-D071B896C29E}">
      <dsp:nvSpPr>
        <dsp:cNvPr id="0" name=""/>
        <dsp:cNvSpPr/>
      </dsp:nvSpPr>
      <dsp:spPr>
        <a:xfrm rot="5400000">
          <a:off x="4140478" y="-2457798"/>
          <a:ext cx="688268" cy="7486801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-3074985"/>
              <a:satOff val="-3573"/>
              <a:lumOff val="666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464" tIns="13970" rIns="13970" bIns="13970" numCol="1" spcCol="1270" anchor="ctr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Use nil to clear references (e.g., t[i] = nil).</a:t>
          </a:r>
        </a:p>
      </dsp:txBody>
      <dsp:txXfrm rot="-5400000">
        <a:off x="741212" y="975066"/>
        <a:ext cx="7453203" cy="621072"/>
      </dsp:txXfrm>
    </dsp:sp>
    <dsp:sp modelId="{559617E2-68C2-4C9D-99AB-0CF8B2F42F90}">
      <dsp:nvSpPr>
        <dsp:cNvPr id="0" name=""/>
        <dsp:cNvSpPr/>
      </dsp:nvSpPr>
      <dsp:spPr>
        <a:xfrm rot="5400000">
          <a:off x="-158831" y="2041600"/>
          <a:ext cx="1058873" cy="741211"/>
        </a:xfrm>
        <a:prstGeom prst="chevron">
          <a:avLst/>
        </a:prstGeom>
        <a:solidFill>
          <a:schemeClr val="accent4">
            <a:hueOff val="-6149970"/>
            <a:satOff val="-7147"/>
            <a:lumOff val="13335"/>
            <a:alphaOff val="0"/>
          </a:schemeClr>
        </a:solidFill>
        <a:ln w="25400" cap="flat" cmpd="sng" algn="ctr">
          <a:solidFill>
            <a:schemeClr val="accent4">
              <a:hueOff val="-6149970"/>
              <a:satOff val="-7147"/>
              <a:lumOff val="13335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Minimize</a:t>
          </a:r>
        </a:p>
      </dsp:txBody>
      <dsp:txXfrm rot="-5400000">
        <a:off x="1" y="2253375"/>
        <a:ext cx="741211" cy="317662"/>
      </dsp:txXfrm>
    </dsp:sp>
    <dsp:sp modelId="{A110E38F-CDD8-42BA-997A-8338C2385C03}">
      <dsp:nvSpPr>
        <dsp:cNvPr id="0" name=""/>
        <dsp:cNvSpPr/>
      </dsp:nvSpPr>
      <dsp:spPr>
        <a:xfrm rot="5400000">
          <a:off x="4140478" y="-1516497"/>
          <a:ext cx="688268" cy="7486801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-6149970"/>
              <a:satOff val="-7147"/>
              <a:lumOff val="1333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464" tIns="13970" rIns="13970" bIns="13970" numCol="1" spcCol="1270" anchor="ctr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Minimize string creation – Lua interns strings, which takes memory.</a:t>
          </a:r>
        </a:p>
      </dsp:txBody>
      <dsp:txXfrm rot="-5400000">
        <a:off x="741212" y="1916367"/>
        <a:ext cx="7453203" cy="621072"/>
      </dsp:txXfrm>
    </dsp:sp>
    <dsp:sp modelId="{DD828257-41DA-46E0-9948-FA616CE4199E}">
      <dsp:nvSpPr>
        <dsp:cNvPr id="0" name=""/>
        <dsp:cNvSpPr/>
      </dsp:nvSpPr>
      <dsp:spPr>
        <a:xfrm rot="5400000">
          <a:off x="-158831" y="2982902"/>
          <a:ext cx="1058873" cy="741211"/>
        </a:xfrm>
        <a:prstGeom prst="chevron">
          <a:avLst/>
        </a:prstGeom>
        <a:solidFill>
          <a:schemeClr val="accent4">
            <a:hueOff val="-9224954"/>
            <a:satOff val="-10720"/>
            <a:lumOff val="20002"/>
            <a:alphaOff val="0"/>
          </a:schemeClr>
        </a:solidFill>
        <a:ln w="25400" cap="flat" cmpd="sng" algn="ctr">
          <a:solidFill>
            <a:schemeClr val="accent4">
              <a:hueOff val="-9224954"/>
              <a:satOff val="-10720"/>
              <a:lumOff val="20002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Use</a:t>
          </a:r>
        </a:p>
      </dsp:txBody>
      <dsp:txXfrm rot="-5400000">
        <a:off x="1" y="3194677"/>
        <a:ext cx="741211" cy="317662"/>
      </dsp:txXfrm>
    </dsp:sp>
    <dsp:sp modelId="{9F3C75E6-7F16-4F93-86F0-0FE17DE90DC9}">
      <dsp:nvSpPr>
        <dsp:cNvPr id="0" name=""/>
        <dsp:cNvSpPr/>
      </dsp:nvSpPr>
      <dsp:spPr>
        <a:xfrm rot="5400000">
          <a:off x="4140478" y="-575195"/>
          <a:ext cx="688268" cy="7486801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-9224954"/>
              <a:satOff val="-10720"/>
              <a:lumOff val="2000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464" tIns="13970" rIns="13970" bIns="13970" numCol="1" spcCol="1270" anchor="ctr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Use collect garbage wisely – especially in memory-constrained environments.</a:t>
          </a:r>
        </a:p>
      </dsp:txBody>
      <dsp:txXfrm rot="-5400000">
        <a:off x="741212" y="2857669"/>
        <a:ext cx="7453203" cy="621072"/>
      </dsp:txXfrm>
    </dsp:sp>
    <dsp:sp modelId="{ADE6F2FF-6167-4845-934C-38F64EDD0949}">
      <dsp:nvSpPr>
        <dsp:cNvPr id="0" name=""/>
        <dsp:cNvSpPr/>
      </dsp:nvSpPr>
      <dsp:spPr>
        <a:xfrm rot="5400000">
          <a:off x="-158831" y="3924203"/>
          <a:ext cx="1058873" cy="741211"/>
        </a:xfrm>
        <a:prstGeom prst="chevron">
          <a:avLst/>
        </a:prstGeom>
        <a:solidFill>
          <a:schemeClr val="accent4">
            <a:hueOff val="-12299940"/>
            <a:satOff val="-14294"/>
            <a:lumOff val="26669"/>
            <a:alphaOff val="0"/>
          </a:schemeClr>
        </a:solidFill>
        <a:ln w="25400" cap="flat" cmpd="sng" algn="ctr">
          <a:solidFill>
            <a:schemeClr val="accent4">
              <a:hueOff val="-12299940"/>
              <a:satOff val="-14294"/>
              <a:lumOff val="26669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Watch</a:t>
          </a:r>
        </a:p>
      </dsp:txBody>
      <dsp:txXfrm rot="-5400000">
        <a:off x="1" y="4135978"/>
        <a:ext cx="741211" cy="317662"/>
      </dsp:txXfrm>
    </dsp:sp>
    <dsp:sp modelId="{6A120BFE-6DFB-4BC5-8E13-ADCD4C566B28}">
      <dsp:nvSpPr>
        <dsp:cNvPr id="0" name=""/>
        <dsp:cNvSpPr/>
      </dsp:nvSpPr>
      <dsp:spPr>
        <a:xfrm rot="5400000">
          <a:off x="4140478" y="366105"/>
          <a:ext cx="688268" cy="7486801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-12299940"/>
              <a:satOff val="-14294"/>
              <a:lumOff val="2666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464" tIns="13970" rIns="13970" bIns="13970" numCol="1" spcCol="1270" anchor="ctr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Watch closures – they retain their upvalues.</a:t>
          </a:r>
        </a:p>
      </dsp:txBody>
      <dsp:txXfrm rot="-5400000">
        <a:off x="741212" y="3798969"/>
        <a:ext cx="7453203" cy="621072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83A86B-2655-4DDA-A3A1-1390339F695F}">
      <dsp:nvSpPr>
        <dsp:cNvPr id="0" name=""/>
        <dsp:cNvSpPr/>
      </dsp:nvSpPr>
      <dsp:spPr>
        <a:xfrm>
          <a:off x="0" y="2002"/>
          <a:ext cx="4025899" cy="1014823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A6EFE2B-D164-478C-85D6-1A3C1DFD7CD5}">
      <dsp:nvSpPr>
        <dsp:cNvPr id="0" name=""/>
        <dsp:cNvSpPr/>
      </dsp:nvSpPr>
      <dsp:spPr>
        <a:xfrm>
          <a:off x="306983" y="230337"/>
          <a:ext cx="558152" cy="55815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1A4B41-979A-4618-B43E-30494517DE8A}">
      <dsp:nvSpPr>
        <dsp:cNvPr id="0" name=""/>
        <dsp:cNvSpPr/>
      </dsp:nvSpPr>
      <dsp:spPr>
        <a:xfrm>
          <a:off x="1172120" y="2002"/>
          <a:ext cx="2853778" cy="10148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7402" tIns="107402" rIns="107402" bIns="107402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-- File as a chunk</a:t>
          </a:r>
        </a:p>
      </dsp:txBody>
      <dsp:txXfrm>
        <a:off x="1172120" y="2002"/>
        <a:ext cx="2853778" cy="1014823"/>
      </dsp:txXfrm>
    </dsp:sp>
    <dsp:sp modelId="{C365B6C3-948E-45EC-8C40-43BFE5E620BE}">
      <dsp:nvSpPr>
        <dsp:cNvPr id="0" name=""/>
        <dsp:cNvSpPr/>
      </dsp:nvSpPr>
      <dsp:spPr>
        <a:xfrm>
          <a:off x="0" y="1270531"/>
          <a:ext cx="4025899" cy="1014823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F25D42-CED7-4418-AC1F-765CBD523964}">
      <dsp:nvSpPr>
        <dsp:cNvPr id="0" name=""/>
        <dsp:cNvSpPr/>
      </dsp:nvSpPr>
      <dsp:spPr>
        <a:xfrm>
          <a:off x="306983" y="1498866"/>
          <a:ext cx="558152" cy="55815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A6AC3C-3C5D-4C8F-8745-A19370F8C054}">
      <dsp:nvSpPr>
        <dsp:cNvPr id="0" name=""/>
        <dsp:cNvSpPr/>
      </dsp:nvSpPr>
      <dsp:spPr>
        <a:xfrm>
          <a:off x="1172120" y="1270531"/>
          <a:ext cx="2853778" cy="10148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7402" tIns="107402" rIns="107402" bIns="107402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dofile("myscript.lua")</a:t>
          </a:r>
        </a:p>
      </dsp:txBody>
      <dsp:txXfrm>
        <a:off x="1172120" y="1270531"/>
        <a:ext cx="2853778" cy="1014823"/>
      </dsp:txXfrm>
    </dsp:sp>
    <dsp:sp modelId="{C10A8242-CADE-4D92-9E61-63AEAAAFEE8C}">
      <dsp:nvSpPr>
        <dsp:cNvPr id="0" name=""/>
        <dsp:cNvSpPr/>
      </dsp:nvSpPr>
      <dsp:spPr>
        <a:xfrm>
          <a:off x="0" y="2539059"/>
          <a:ext cx="4025899" cy="1014823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169646F-EA0F-477E-963E-B7923A904670}">
      <dsp:nvSpPr>
        <dsp:cNvPr id="0" name=""/>
        <dsp:cNvSpPr/>
      </dsp:nvSpPr>
      <dsp:spPr>
        <a:xfrm>
          <a:off x="306983" y="2767395"/>
          <a:ext cx="558152" cy="55815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40728D-4756-4BAF-8B03-369A1E7E4BC7}">
      <dsp:nvSpPr>
        <dsp:cNvPr id="0" name=""/>
        <dsp:cNvSpPr/>
      </dsp:nvSpPr>
      <dsp:spPr>
        <a:xfrm>
          <a:off x="1172120" y="2539059"/>
          <a:ext cx="2853778" cy="10148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7402" tIns="107402" rIns="107402" bIns="107402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-- String as a chunk</a:t>
          </a:r>
        </a:p>
      </dsp:txBody>
      <dsp:txXfrm>
        <a:off x="1172120" y="2539059"/>
        <a:ext cx="2853778" cy="1014823"/>
      </dsp:txXfrm>
    </dsp:sp>
    <dsp:sp modelId="{E2BEE8D8-0BB0-487F-ACC2-44FFEA5A2791}">
      <dsp:nvSpPr>
        <dsp:cNvPr id="0" name=""/>
        <dsp:cNvSpPr/>
      </dsp:nvSpPr>
      <dsp:spPr>
        <a:xfrm>
          <a:off x="0" y="3807588"/>
          <a:ext cx="4025899" cy="1014823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2745D3E-7275-4D39-8D27-01031C996992}">
      <dsp:nvSpPr>
        <dsp:cNvPr id="0" name=""/>
        <dsp:cNvSpPr/>
      </dsp:nvSpPr>
      <dsp:spPr>
        <a:xfrm>
          <a:off x="306983" y="4035923"/>
          <a:ext cx="558152" cy="55815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B1F1A9-5DB8-43D1-B6B3-E7411349E5D0}">
      <dsp:nvSpPr>
        <dsp:cNvPr id="0" name=""/>
        <dsp:cNvSpPr/>
      </dsp:nvSpPr>
      <dsp:spPr>
        <a:xfrm>
          <a:off x="1172120" y="3807588"/>
          <a:ext cx="2853778" cy="10148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7402" tIns="107402" rIns="107402" bIns="107402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load("print('Hello from chunk')")()</a:t>
          </a:r>
        </a:p>
      </dsp:txBody>
      <dsp:txXfrm>
        <a:off x="1172120" y="3807588"/>
        <a:ext cx="2853778" cy="1014823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780C7BE-C7C7-4EA1-9882-D3BE0293A682}">
      <dsp:nvSpPr>
        <dsp:cNvPr id="0" name=""/>
        <dsp:cNvSpPr/>
      </dsp:nvSpPr>
      <dsp:spPr>
        <a:xfrm>
          <a:off x="2554870" y="595816"/>
          <a:ext cx="46006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60067" y="45720"/>
              </a:lnTo>
            </a:path>
          </a:pathLst>
        </a:custGeom>
        <a:noFill/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772637" y="639083"/>
        <a:ext cx="24533" cy="4906"/>
      </dsp:txXfrm>
    </dsp:sp>
    <dsp:sp modelId="{485A18E8-78CB-4931-A625-40A1371B5ACC}">
      <dsp:nvSpPr>
        <dsp:cNvPr id="0" name=""/>
        <dsp:cNvSpPr/>
      </dsp:nvSpPr>
      <dsp:spPr>
        <a:xfrm>
          <a:off x="423332" y="1535"/>
          <a:ext cx="2133337" cy="1280002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4535" tIns="109728" rIns="104535" bIns="109728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Internally:</a:t>
          </a:r>
          <a:endParaRPr lang="en-US" sz="1900" kern="1200"/>
        </a:p>
      </dsp:txBody>
      <dsp:txXfrm>
        <a:off x="423332" y="1535"/>
        <a:ext cx="2133337" cy="1280002"/>
      </dsp:txXfrm>
    </dsp:sp>
    <dsp:sp modelId="{C2239193-6DDF-4131-ADD9-929434C2D1B3}">
      <dsp:nvSpPr>
        <dsp:cNvPr id="0" name=""/>
        <dsp:cNvSpPr/>
      </dsp:nvSpPr>
      <dsp:spPr>
        <a:xfrm>
          <a:off x="5178875" y="595816"/>
          <a:ext cx="46006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60067" y="45720"/>
              </a:lnTo>
            </a:path>
          </a:pathLst>
        </a:custGeom>
        <a:noFill/>
        <a:ln w="9525" cap="flat" cmpd="sng" algn="ctr">
          <a:solidFill>
            <a:schemeClr val="accent4">
              <a:hueOff val="-2459988"/>
              <a:satOff val="-2859"/>
              <a:lumOff val="5334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396642" y="639083"/>
        <a:ext cx="24533" cy="4906"/>
      </dsp:txXfrm>
    </dsp:sp>
    <dsp:sp modelId="{DB04B679-0C95-4E0C-B413-ACE01BF543CF}">
      <dsp:nvSpPr>
        <dsp:cNvPr id="0" name=""/>
        <dsp:cNvSpPr/>
      </dsp:nvSpPr>
      <dsp:spPr>
        <a:xfrm>
          <a:off x="3047337" y="1535"/>
          <a:ext cx="2133337" cy="1280002"/>
        </a:xfrm>
        <a:prstGeom prst="rect">
          <a:avLst/>
        </a:prstGeom>
        <a:gradFill rotWithShape="0">
          <a:gsLst>
            <a:gs pos="0">
              <a:schemeClr val="accent4">
                <a:hueOff val="-2049990"/>
                <a:satOff val="-2382"/>
                <a:lumOff val="4445"/>
                <a:alphaOff val="0"/>
                <a:shade val="51000"/>
                <a:satMod val="130000"/>
              </a:schemeClr>
            </a:gs>
            <a:gs pos="80000">
              <a:schemeClr val="accent4">
                <a:hueOff val="-2049990"/>
                <a:satOff val="-2382"/>
                <a:lumOff val="4445"/>
                <a:alphaOff val="0"/>
                <a:shade val="93000"/>
                <a:satMod val="130000"/>
              </a:schemeClr>
            </a:gs>
            <a:gs pos="100000">
              <a:schemeClr val="accent4">
                <a:hueOff val="-2049990"/>
                <a:satOff val="-2382"/>
                <a:lumOff val="4445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4535" tIns="109728" rIns="104535" bIns="109728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Source code</a:t>
          </a:r>
          <a:r>
            <a:rPr lang="en-US" sz="1900" b="0" i="0" kern="1200" baseline="0"/>
            <a:t> is parsed into an </a:t>
          </a:r>
          <a:r>
            <a:rPr lang="en-US" sz="1900" b="1" i="0" kern="1200" baseline="0"/>
            <a:t>Abstract Syntax Tree (AST)</a:t>
          </a:r>
          <a:r>
            <a:rPr lang="en-US" sz="1900" b="0" i="0" kern="1200" baseline="0"/>
            <a:t>.</a:t>
          </a:r>
          <a:endParaRPr lang="en-US" sz="1900" kern="1200"/>
        </a:p>
      </dsp:txBody>
      <dsp:txXfrm>
        <a:off x="3047337" y="1535"/>
        <a:ext cx="2133337" cy="1280002"/>
      </dsp:txXfrm>
    </dsp:sp>
    <dsp:sp modelId="{60155A2F-E33A-4878-AA23-C465B4A89687}">
      <dsp:nvSpPr>
        <dsp:cNvPr id="0" name=""/>
        <dsp:cNvSpPr/>
      </dsp:nvSpPr>
      <dsp:spPr>
        <a:xfrm>
          <a:off x="1490001" y="1279737"/>
          <a:ext cx="5248009" cy="460067"/>
        </a:xfrm>
        <a:custGeom>
          <a:avLst/>
          <a:gdLst/>
          <a:ahLst/>
          <a:cxnLst/>
          <a:rect l="0" t="0" r="0" b="0"/>
          <a:pathLst>
            <a:path>
              <a:moveTo>
                <a:pt x="5248009" y="0"/>
              </a:moveTo>
              <a:lnTo>
                <a:pt x="5248009" y="247133"/>
              </a:lnTo>
              <a:lnTo>
                <a:pt x="0" y="247133"/>
              </a:lnTo>
              <a:lnTo>
                <a:pt x="0" y="460067"/>
              </a:lnTo>
            </a:path>
          </a:pathLst>
        </a:custGeom>
        <a:noFill/>
        <a:ln w="9525" cap="flat" cmpd="sng" algn="ctr">
          <a:solidFill>
            <a:schemeClr val="accent4">
              <a:hueOff val="-4919976"/>
              <a:satOff val="-5718"/>
              <a:lumOff val="10668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982234" y="1507318"/>
        <a:ext cx="263544" cy="4906"/>
      </dsp:txXfrm>
    </dsp:sp>
    <dsp:sp modelId="{AA02CC2F-AF9E-4593-BDE7-F6539C99C2F1}">
      <dsp:nvSpPr>
        <dsp:cNvPr id="0" name=""/>
        <dsp:cNvSpPr/>
      </dsp:nvSpPr>
      <dsp:spPr>
        <a:xfrm>
          <a:off x="5671342" y="1535"/>
          <a:ext cx="2133337" cy="1280002"/>
        </a:xfrm>
        <a:prstGeom prst="rect">
          <a:avLst/>
        </a:prstGeom>
        <a:gradFill rotWithShape="0">
          <a:gsLst>
            <a:gs pos="0">
              <a:schemeClr val="accent4">
                <a:hueOff val="-4099980"/>
                <a:satOff val="-4765"/>
                <a:lumOff val="8890"/>
                <a:alphaOff val="0"/>
                <a:shade val="51000"/>
                <a:satMod val="130000"/>
              </a:schemeClr>
            </a:gs>
            <a:gs pos="80000">
              <a:schemeClr val="accent4">
                <a:hueOff val="-4099980"/>
                <a:satOff val="-4765"/>
                <a:lumOff val="8890"/>
                <a:alphaOff val="0"/>
                <a:shade val="93000"/>
                <a:satMod val="130000"/>
              </a:schemeClr>
            </a:gs>
            <a:gs pos="100000">
              <a:schemeClr val="accent4">
                <a:hueOff val="-4099980"/>
                <a:satOff val="-4765"/>
                <a:lumOff val="889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4535" tIns="109728" rIns="104535" bIns="109728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AST is compiled into </a:t>
          </a:r>
          <a:r>
            <a:rPr lang="en-US" sz="1900" b="1" i="0" kern="1200" baseline="0"/>
            <a:t>bytecode</a:t>
          </a:r>
          <a:r>
            <a:rPr lang="en-US" sz="1900" b="0" i="0" kern="1200" baseline="0"/>
            <a:t> (Proto object).</a:t>
          </a:r>
          <a:endParaRPr lang="en-US" sz="1900" kern="1200"/>
        </a:p>
      </dsp:txBody>
      <dsp:txXfrm>
        <a:off x="5671342" y="1535"/>
        <a:ext cx="2133337" cy="1280002"/>
      </dsp:txXfrm>
    </dsp:sp>
    <dsp:sp modelId="{4576128F-9BEB-4FB7-96FC-5F382E52F5CF}">
      <dsp:nvSpPr>
        <dsp:cNvPr id="0" name=""/>
        <dsp:cNvSpPr/>
      </dsp:nvSpPr>
      <dsp:spPr>
        <a:xfrm>
          <a:off x="2554870" y="2366486"/>
          <a:ext cx="46006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60067" y="45720"/>
              </a:lnTo>
            </a:path>
          </a:pathLst>
        </a:custGeom>
        <a:noFill/>
        <a:ln w="9525" cap="flat" cmpd="sng" algn="ctr">
          <a:solidFill>
            <a:schemeClr val="accent4">
              <a:hueOff val="-7379964"/>
              <a:satOff val="-8576"/>
              <a:lumOff val="16001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772637" y="2409753"/>
        <a:ext cx="24533" cy="4906"/>
      </dsp:txXfrm>
    </dsp:sp>
    <dsp:sp modelId="{15F335C7-923A-42B0-93E9-0AA015FE0D44}">
      <dsp:nvSpPr>
        <dsp:cNvPr id="0" name=""/>
        <dsp:cNvSpPr/>
      </dsp:nvSpPr>
      <dsp:spPr>
        <a:xfrm>
          <a:off x="423332" y="1772205"/>
          <a:ext cx="2133337" cy="1280002"/>
        </a:xfrm>
        <a:prstGeom prst="rect">
          <a:avLst/>
        </a:prstGeom>
        <a:gradFill rotWithShape="0">
          <a:gsLst>
            <a:gs pos="0">
              <a:schemeClr val="accent4">
                <a:hueOff val="-6149970"/>
                <a:satOff val="-7147"/>
                <a:lumOff val="13335"/>
                <a:alphaOff val="0"/>
                <a:shade val="51000"/>
                <a:satMod val="130000"/>
              </a:schemeClr>
            </a:gs>
            <a:gs pos="80000">
              <a:schemeClr val="accent4">
                <a:hueOff val="-6149970"/>
                <a:satOff val="-7147"/>
                <a:lumOff val="13335"/>
                <a:alphaOff val="0"/>
                <a:shade val="93000"/>
                <a:satMod val="130000"/>
              </a:schemeClr>
            </a:gs>
            <a:gs pos="100000">
              <a:schemeClr val="accent4">
                <a:hueOff val="-6149970"/>
                <a:satOff val="-7147"/>
                <a:lumOff val="13335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4535" tIns="109728" rIns="104535" bIns="109728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Bytecode is executed by the </a:t>
          </a:r>
          <a:r>
            <a:rPr lang="en-US" sz="1900" b="1" i="0" kern="1200" baseline="0"/>
            <a:t>Lua Virtual Machine (VM)</a:t>
          </a:r>
          <a:r>
            <a:rPr lang="en-US" sz="1900" b="0" i="0" kern="1200" baseline="0"/>
            <a:t>.</a:t>
          </a:r>
          <a:endParaRPr lang="en-US" sz="1900" kern="1200"/>
        </a:p>
      </dsp:txBody>
      <dsp:txXfrm>
        <a:off x="423332" y="1772205"/>
        <a:ext cx="2133337" cy="1280002"/>
      </dsp:txXfrm>
    </dsp:sp>
    <dsp:sp modelId="{D54FEC7D-1550-4F80-8A23-0C9CE5EE1158}">
      <dsp:nvSpPr>
        <dsp:cNvPr id="0" name=""/>
        <dsp:cNvSpPr/>
      </dsp:nvSpPr>
      <dsp:spPr>
        <a:xfrm>
          <a:off x="5178875" y="2366486"/>
          <a:ext cx="46006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60067" y="45720"/>
              </a:lnTo>
            </a:path>
          </a:pathLst>
        </a:custGeom>
        <a:noFill/>
        <a:ln w="9525" cap="flat" cmpd="sng" algn="ctr">
          <a:solidFill>
            <a:schemeClr val="accent4">
              <a:hueOff val="-9839951"/>
              <a:satOff val="-11435"/>
              <a:lumOff val="21335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396642" y="2409753"/>
        <a:ext cx="24533" cy="4906"/>
      </dsp:txXfrm>
    </dsp:sp>
    <dsp:sp modelId="{B1DBD4CD-0C0A-4FDB-9D39-6360E2F5160D}">
      <dsp:nvSpPr>
        <dsp:cNvPr id="0" name=""/>
        <dsp:cNvSpPr/>
      </dsp:nvSpPr>
      <dsp:spPr>
        <a:xfrm>
          <a:off x="3047337" y="1772205"/>
          <a:ext cx="2133337" cy="1280002"/>
        </a:xfrm>
        <a:prstGeom prst="rect">
          <a:avLst/>
        </a:prstGeom>
        <a:gradFill rotWithShape="0">
          <a:gsLst>
            <a:gs pos="0">
              <a:schemeClr val="accent4">
                <a:hueOff val="-8199960"/>
                <a:satOff val="-9529"/>
                <a:lumOff val="17779"/>
                <a:alphaOff val="0"/>
                <a:shade val="51000"/>
                <a:satMod val="130000"/>
              </a:schemeClr>
            </a:gs>
            <a:gs pos="80000">
              <a:schemeClr val="accent4">
                <a:hueOff val="-8199960"/>
                <a:satOff val="-9529"/>
                <a:lumOff val="17779"/>
                <a:alphaOff val="0"/>
                <a:shade val="93000"/>
                <a:satMod val="130000"/>
              </a:schemeClr>
            </a:gs>
            <a:gs pos="100000">
              <a:schemeClr val="accent4">
                <a:hueOff val="-8199960"/>
                <a:satOff val="-9529"/>
                <a:lumOff val="17779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4535" tIns="109728" rIns="104535" bIns="109728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This is managed through:</a:t>
          </a:r>
          <a:endParaRPr lang="en-US" sz="1900" kern="1200"/>
        </a:p>
      </dsp:txBody>
      <dsp:txXfrm>
        <a:off x="3047337" y="1772205"/>
        <a:ext cx="2133337" cy="1280002"/>
      </dsp:txXfrm>
    </dsp:sp>
    <dsp:sp modelId="{DC192D52-6353-4B56-9B38-21D64A8F018D}">
      <dsp:nvSpPr>
        <dsp:cNvPr id="0" name=""/>
        <dsp:cNvSpPr/>
      </dsp:nvSpPr>
      <dsp:spPr>
        <a:xfrm>
          <a:off x="1490001" y="3050407"/>
          <a:ext cx="5248009" cy="460067"/>
        </a:xfrm>
        <a:custGeom>
          <a:avLst/>
          <a:gdLst/>
          <a:ahLst/>
          <a:cxnLst/>
          <a:rect l="0" t="0" r="0" b="0"/>
          <a:pathLst>
            <a:path>
              <a:moveTo>
                <a:pt x="5248009" y="0"/>
              </a:moveTo>
              <a:lnTo>
                <a:pt x="5248009" y="247133"/>
              </a:lnTo>
              <a:lnTo>
                <a:pt x="0" y="247133"/>
              </a:lnTo>
              <a:lnTo>
                <a:pt x="0" y="460067"/>
              </a:lnTo>
            </a:path>
          </a:pathLst>
        </a:custGeom>
        <a:noFill/>
        <a:ln w="9525" cap="flat" cmpd="sng" algn="ctr">
          <a:solidFill>
            <a:schemeClr val="accent4">
              <a:hueOff val="-12299940"/>
              <a:satOff val="-14294"/>
              <a:lumOff val="26669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982234" y="3277988"/>
        <a:ext cx="263544" cy="4906"/>
      </dsp:txXfrm>
    </dsp:sp>
    <dsp:sp modelId="{4696DAC8-9899-415C-898D-88EBAA118B5B}">
      <dsp:nvSpPr>
        <dsp:cNvPr id="0" name=""/>
        <dsp:cNvSpPr/>
      </dsp:nvSpPr>
      <dsp:spPr>
        <a:xfrm>
          <a:off x="5671342" y="1772205"/>
          <a:ext cx="2133337" cy="1280002"/>
        </a:xfrm>
        <a:prstGeom prst="rect">
          <a:avLst/>
        </a:prstGeom>
        <a:gradFill rotWithShape="0">
          <a:gsLst>
            <a:gs pos="0">
              <a:schemeClr val="accent4">
                <a:hueOff val="-10249949"/>
                <a:satOff val="-11912"/>
                <a:lumOff val="22224"/>
                <a:alphaOff val="0"/>
                <a:shade val="51000"/>
                <a:satMod val="130000"/>
              </a:schemeClr>
            </a:gs>
            <a:gs pos="80000">
              <a:schemeClr val="accent4">
                <a:hueOff val="-10249949"/>
                <a:satOff val="-11912"/>
                <a:lumOff val="22224"/>
                <a:alphaOff val="0"/>
                <a:shade val="93000"/>
                <a:satMod val="130000"/>
              </a:schemeClr>
            </a:gs>
            <a:gs pos="100000">
              <a:schemeClr val="accent4">
                <a:hueOff val="-10249949"/>
                <a:satOff val="-11912"/>
                <a:lumOff val="22224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4535" tIns="109728" rIns="104535" bIns="109728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lua_load(): compiles a chunk.</a:t>
          </a:r>
          <a:endParaRPr lang="en-US" sz="1900" kern="1200"/>
        </a:p>
      </dsp:txBody>
      <dsp:txXfrm>
        <a:off x="5671342" y="1772205"/>
        <a:ext cx="2133337" cy="1280002"/>
      </dsp:txXfrm>
    </dsp:sp>
    <dsp:sp modelId="{571E1022-6A2F-4100-861E-2B234D1609A7}">
      <dsp:nvSpPr>
        <dsp:cNvPr id="0" name=""/>
        <dsp:cNvSpPr/>
      </dsp:nvSpPr>
      <dsp:spPr>
        <a:xfrm>
          <a:off x="423332" y="3542875"/>
          <a:ext cx="2133337" cy="1280002"/>
        </a:xfrm>
        <a:prstGeom prst="rect">
          <a:avLst/>
        </a:prstGeom>
        <a:gradFill rotWithShape="0">
          <a:gsLst>
            <a:gs pos="0">
              <a:schemeClr val="accent4">
                <a:hueOff val="-12299940"/>
                <a:satOff val="-14294"/>
                <a:lumOff val="26669"/>
                <a:alphaOff val="0"/>
                <a:shade val="51000"/>
                <a:satMod val="130000"/>
              </a:schemeClr>
            </a:gs>
            <a:gs pos="80000">
              <a:schemeClr val="accent4">
                <a:hueOff val="-12299940"/>
                <a:satOff val="-14294"/>
                <a:lumOff val="26669"/>
                <a:alphaOff val="0"/>
                <a:shade val="93000"/>
                <a:satMod val="130000"/>
              </a:schemeClr>
            </a:gs>
            <a:gs pos="100000">
              <a:schemeClr val="accent4">
                <a:hueOff val="-12299940"/>
                <a:satOff val="-14294"/>
                <a:lumOff val="26669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4535" tIns="109728" rIns="104535" bIns="109728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lua_pcall(): calls the compiled function safely.</a:t>
          </a:r>
          <a:endParaRPr lang="en-US" sz="1900" kern="1200"/>
        </a:p>
      </dsp:txBody>
      <dsp:txXfrm>
        <a:off x="423332" y="3542875"/>
        <a:ext cx="2133337" cy="1280002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2EB444E-BED7-4DEF-BC6D-5C918765AC3D}">
      <dsp:nvSpPr>
        <dsp:cNvPr id="0" name=""/>
        <dsp:cNvSpPr/>
      </dsp:nvSpPr>
      <dsp:spPr>
        <a:xfrm>
          <a:off x="0" y="1560"/>
          <a:ext cx="8228013" cy="665005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A51164-243E-4945-915B-9160A10A601B}">
      <dsp:nvSpPr>
        <dsp:cNvPr id="0" name=""/>
        <dsp:cNvSpPr/>
      </dsp:nvSpPr>
      <dsp:spPr>
        <a:xfrm>
          <a:off x="201164" y="151186"/>
          <a:ext cx="365753" cy="36575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D06DE6-95C2-43E8-8C11-BAD383795963}">
      <dsp:nvSpPr>
        <dsp:cNvPr id="0" name=""/>
        <dsp:cNvSpPr/>
      </dsp:nvSpPr>
      <dsp:spPr>
        <a:xfrm>
          <a:off x="768081" y="1560"/>
          <a:ext cx="7459931" cy="6650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0380" tIns="70380" rIns="70380" bIns="7038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kern="1200"/>
            <a:t>In Lua 5.2+, chunks run in a specific environment using the _ENV table:</a:t>
          </a:r>
          <a:endParaRPr lang="en-US" sz="1800" kern="1200"/>
        </a:p>
      </dsp:txBody>
      <dsp:txXfrm>
        <a:off x="768081" y="1560"/>
        <a:ext cx="7459931" cy="665005"/>
      </dsp:txXfrm>
    </dsp:sp>
    <dsp:sp modelId="{4D0BDA02-BED7-414D-B045-F67EF17F70EC}">
      <dsp:nvSpPr>
        <dsp:cNvPr id="0" name=""/>
        <dsp:cNvSpPr/>
      </dsp:nvSpPr>
      <dsp:spPr>
        <a:xfrm>
          <a:off x="0" y="832817"/>
          <a:ext cx="8228013" cy="665005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F30CE0-0A8B-4B28-AEE6-D042EC133C5D}">
      <dsp:nvSpPr>
        <dsp:cNvPr id="0" name=""/>
        <dsp:cNvSpPr/>
      </dsp:nvSpPr>
      <dsp:spPr>
        <a:xfrm>
          <a:off x="201164" y="982444"/>
          <a:ext cx="365753" cy="36575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DC9DCC-1A8E-4069-BB47-C14D73678802}">
      <dsp:nvSpPr>
        <dsp:cNvPr id="0" name=""/>
        <dsp:cNvSpPr/>
      </dsp:nvSpPr>
      <dsp:spPr>
        <a:xfrm>
          <a:off x="768081" y="832817"/>
          <a:ext cx="7459931" cy="6650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0380" tIns="70380" rIns="70380" bIns="7038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0" kern="1200"/>
            <a:t>_ENV = { print = print }</a:t>
          </a:r>
          <a:endParaRPr lang="en-US" sz="1800" kern="1200"/>
        </a:p>
      </dsp:txBody>
      <dsp:txXfrm>
        <a:off x="768081" y="832817"/>
        <a:ext cx="7459931" cy="665005"/>
      </dsp:txXfrm>
    </dsp:sp>
    <dsp:sp modelId="{3FE0892C-B1E6-4BA3-97CF-76ADDBCD5A8C}">
      <dsp:nvSpPr>
        <dsp:cNvPr id="0" name=""/>
        <dsp:cNvSpPr/>
      </dsp:nvSpPr>
      <dsp:spPr>
        <a:xfrm>
          <a:off x="0" y="1664075"/>
          <a:ext cx="8228013" cy="665005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F3B9A30-C232-470B-9422-588C4D4143B5}">
      <dsp:nvSpPr>
        <dsp:cNvPr id="0" name=""/>
        <dsp:cNvSpPr/>
      </dsp:nvSpPr>
      <dsp:spPr>
        <a:xfrm>
          <a:off x="201164" y="1813701"/>
          <a:ext cx="365753" cy="36575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C9BA76-63CF-49AB-9DD7-FA5FF58EC1B0}">
      <dsp:nvSpPr>
        <dsp:cNvPr id="0" name=""/>
        <dsp:cNvSpPr/>
      </dsp:nvSpPr>
      <dsp:spPr>
        <a:xfrm>
          <a:off x="768081" y="1664075"/>
          <a:ext cx="7459931" cy="6650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0380" tIns="70380" rIns="70380" bIns="7038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0" kern="1200"/>
            <a:t>load("print('Hello')")()  --&gt; OK</a:t>
          </a:r>
          <a:endParaRPr lang="en-US" sz="1800" kern="1200"/>
        </a:p>
      </dsp:txBody>
      <dsp:txXfrm>
        <a:off x="768081" y="1664075"/>
        <a:ext cx="7459931" cy="665005"/>
      </dsp:txXfrm>
    </dsp:sp>
    <dsp:sp modelId="{AC0B1E68-9F1A-43D2-B849-DB7B837D1D33}">
      <dsp:nvSpPr>
        <dsp:cNvPr id="0" name=""/>
        <dsp:cNvSpPr/>
      </dsp:nvSpPr>
      <dsp:spPr>
        <a:xfrm>
          <a:off x="0" y="2495332"/>
          <a:ext cx="8228013" cy="665005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1C7DDA8-DB96-4428-B7C7-3D041A1D1335}">
      <dsp:nvSpPr>
        <dsp:cNvPr id="0" name=""/>
        <dsp:cNvSpPr/>
      </dsp:nvSpPr>
      <dsp:spPr>
        <a:xfrm>
          <a:off x="201164" y="2644958"/>
          <a:ext cx="365753" cy="36575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C4BFFC-1934-4F44-A341-D0C1146A8ADB}">
      <dsp:nvSpPr>
        <dsp:cNvPr id="0" name=""/>
        <dsp:cNvSpPr/>
      </dsp:nvSpPr>
      <dsp:spPr>
        <a:xfrm>
          <a:off x="768081" y="2495332"/>
          <a:ext cx="7459931" cy="6650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0380" tIns="70380" rIns="70380" bIns="7038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0" kern="1200"/>
            <a:t>-- Limiting environment</a:t>
          </a:r>
          <a:endParaRPr lang="en-US" sz="1800" kern="1200"/>
        </a:p>
      </dsp:txBody>
      <dsp:txXfrm>
        <a:off x="768081" y="2495332"/>
        <a:ext cx="7459931" cy="665005"/>
      </dsp:txXfrm>
    </dsp:sp>
    <dsp:sp modelId="{61477306-4A28-421A-B4EB-19FE6A09E515}">
      <dsp:nvSpPr>
        <dsp:cNvPr id="0" name=""/>
        <dsp:cNvSpPr/>
      </dsp:nvSpPr>
      <dsp:spPr>
        <a:xfrm>
          <a:off x="0" y="3326589"/>
          <a:ext cx="8228013" cy="665005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D51167C-427C-4ECD-A7AD-4BEEDF7650F2}">
      <dsp:nvSpPr>
        <dsp:cNvPr id="0" name=""/>
        <dsp:cNvSpPr/>
      </dsp:nvSpPr>
      <dsp:spPr>
        <a:xfrm>
          <a:off x="201164" y="3476215"/>
          <a:ext cx="365753" cy="365753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8D698C-5D6E-45F9-B581-493562FEDE13}">
      <dsp:nvSpPr>
        <dsp:cNvPr id="0" name=""/>
        <dsp:cNvSpPr/>
      </dsp:nvSpPr>
      <dsp:spPr>
        <a:xfrm>
          <a:off x="768081" y="3326589"/>
          <a:ext cx="7459931" cy="6650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0380" tIns="70380" rIns="70380" bIns="7038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0" kern="1200"/>
            <a:t>load("os.exit()")()       --&gt; Error if `os` is not in _ENV</a:t>
          </a:r>
          <a:endParaRPr lang="en-US" sz="1800" kern="1200"/>
        </a:p>
      </dsp:txBody>
      <dsp:txXfrm>
        <a:off x="768081" y="3326589"/>
        <a:ext cx="7459931" cy="665005"/>
      </dsp:txXfrm>
    </dsp:sp>
    <dsp:sp modelId="{3A45F213-2350-49E9-B65A-BF8D69183107}">
      <dsp:nvSpPr>
        <dsp:cNvPr id="0" name=""/>
        <dsp:cNvSpPr/>
      </dsp:nvSpPr>
      <dsp:spPr>
        <a:xfrm>
          <a:off x="0" y="4157846"/>
          <a:ext cx="8228013" cy="665005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53F6792-6692-4844-BD82-F90CECD8E1D4}">
      <dsp:nvSpPr>
        <dsp:cNvPr id="0" name=""/>
        <dsp:cNvSpPr/>
      </dsp:nvSpPr>
      <dsp:spPr>
        <a:xfrm>
          <a:off x="201164" y="4307472"/>
          <a:ext cx="365753" cy="365753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DCFEFB-23AB-4FA9-A36E-1C6D37751706}">
      <dsp:nvSpPr>
        <dsp:cNvPr id="0" name=""/>
        <dsp:cNvSpPr/>
      </dsp:nvSpPr>
      <dsp:spPr>
        <a:xfrm>
          <a:off x="768081" y="4157846"/>
          <a:ext cx="7459931" cy="6650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0380" tIns="70380" rIns="70380" bIns="7038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kern="1200"/>
            <a:t>In Lua 5.1, environments were set with setfenv.</a:t>
          </a:r>
          <a:endParaRPr lang="en-US" sz="1800" kern="1200"/>
        </a:p>
      </dsp:txBody>
      <dsp:txXfrm>
        <a:off x="768081" y="4157846"/>
        <a:ext cx="7459931" cy="665005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12E496-34E7-481E-B60E-99BCF7990B28}">
      <dsp:nvSpPr>
        <dsp:cNvPr id="0" name=""/>
        <dsp:cNvSpPr/>
      </dsp:nvSpPr>
      <dsp:spPr>
        <a:xfrm>
          <a:off x="2" y="0"/>
          <a:ext cx="9003946" cy="4064000"/>
        </a:xfrm>
        <a:prstGeom prst="rightArrow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3EE80D6-2CC8-431A-B910-066F05932C52}">
      <dsp:nvSpPr>
        <dsp:cNvPr id="0" name=""/>
        <dsp:cNvSpPr/>
      </dsp:nvSpPr>
      <dsp:spPr>
        <a:xfrm>
          <a:off x="1601857" y="1289832"/>
          <a:ext cx="1400710" cy="1344306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Lexer → Tokens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 ↓ (</a:t>
          </a:r>
          <a:r>
            <a:rPr lang="en-IN" sz="1800" kern="1200" dirty="0" err="1"/>
            <a:t>lparser.c</a:t>
          </a:r>
          <a:r>
            <a:rPr lang="en-IN" sz="1800" kern="1200" dirty="0"/>
            <a:t>)</a:t>
          </a:r>
        </a:p>
      </dsp:txBody>
      <dsp:txXfrm>
        <a:off x="1667481" y="1355456"/>
        <a:ext cx="1269462" cy="1213058"/>
      </dsp:txXfrm>
    </dsp:sp>
    <dsp:sp modelId="{067EEC94-CBF4-47AF-AFF4-9EB6DFA15A15}">
      <dsp:nvSpPr>
        <dsp:cNvPr id="0" name=""/>
        <dsp:cNvSpPr/>
      </dsp:nvSpPr>
      <dsp:spPr>
        <a:xfrm>
          <a:off x="3275033" y="1254207"/>
          <a:ext cx="1515187" cy="1311192"/>
        </a:xfrm>
        <a:prstGeom prst="roundRect">
          <a:avLst/>
        </a:prstGeom>
        <a:solidFill>
          <a:schemeClr val="accent3">
            <a:hueOff val="3199948"/>
            <a:satOff val="0"/>
            <a:lumOff val="-555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Parser → AST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 ↓ (</a:t>
          </a:r>
          <a:r>
            <a:rPr lang="en-IN" sz="1800" kern="1200" dirty="0" err="1"/>
            <a:t>lcode.c</a:t>
          </a:r>
          <a:r>
            <a:rPr lang="en-IN" sz="1800" kern="1200" dirty="0"/>
            <a:t>)</a:t>
          </a:r>
        </a:p>
      </dsp:txBody>
      <dsp:txXfrm>
        <a:off x="3339040" y="1318214"/>
        <a:ext cx="1387173" cy="1183178"/>
      </dsp:txXfrm>
    </dsp:sp>
    <dsp:sp modelId="{7AF0AE08-5574-4963-BCEE-3387A11935C8}">
      <dsp:nvSpPr>
        <dsp:cNvPr id="0" name=""/>
        <dsp:cNvSpPr/>
      </dsp:nvSpPr>
      <dsp:spPr>
        <a:xfrm>
          <a:off x="5124669" y="1240747"/>
          <a:ext cx="1463387" cy="1326798"/>
        </a:xfrm>
        <a:prstGeom prst="roundRect">
          <a:avLst/>
        </a:prstGeom>
        <a:solidFill>
          <a:schemeClr val="accent3">
            <a:hueOff val="6399896"/>
            <a:satOff val="0"/>
            <a:lumOff val="-1111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 </a:t>
          </a:r>
          <a:r>
            <a:rPr lang="en-IN" sz="1800" kern="1200" dirty="0" err="1"/>
            <a:t>CodeGen</a:t>
          </a:r>
          <a:r>
            <a:rPr lang="en-IN" sz="1800" kern="1200" dirty="0"/>
            <a:t> → Bytecode (Proto)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 ↓ (</a:t>
          </a:r>
          <a:r>
            <a:rPr lang="en-IN" sz="1800" kern="1200" dirty="0" err="1"/>
            <a:t>lvm.c</a:t>
          </a:r>
          <a:r>
            <a:rPr lang="en-IN" sz="1800" kern="1200" dirty="0"/>
            <a:t>)</a:t>
          </a:r>
        </a:p>
      </dsp:txBody>
      <dsp:txXfrm>
        <a:off x="5189438" y="1305516"/>
        <a:ext cx="1333849" cy="1197260"/>
      </dsp:txXfrm>
    </dsp:sp>
    <dsp:sp modelId="{6869AF13-8CDC-4022-920E-AEC2BD0EB511}">
      <dsp:nvSpPr>
        <dsp:cNvPr id="0" name=""/>
        <dsp:cNvSpPr/>
      </dsp:nvSpPr>
      <dsp:spPr>
        <a:xfrm>
          <a:off x="6717961" y="1269999"/>
          <a:ext cx="1571743" cy="1257986"/>
        </a:xfrm>
        <a:prstGeom prst="roundRect">
          <a:avLst/>
        </a:prstGeom>
        <a:solidFill>
          <a:schemeClr val="accent3">
            <a:hueOff val="9599843"/>
            <a:satOff val="0"/>
            <a:lumOff val="-1666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 dirty="0"/>
            <a:t> Execution in Lua VM</a:t>
          </a:r>
        </a:p>
      </dsp:txBody>
      <dsp:txXfrm>
        <a:off x="6779371" y="1331409"/>
        <a:ext cx="1448923" cy="1135166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ECDC399-ED93-4069-ADA2-1795AD73C84F}">
      <dsp:nvSpPr>
        <dsp:cNvPr id="0" name=""/>
        <dsp:cNvSpPr/>
      </dsp:nvSpPr>
      <dsp:spPr>
        <a:xfrm>
          <a:off x="0" y="2002"/>
          <a:ext cx="8228013" cy="1014822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78BA20E-A90A-4274-B3FC-40F0BB4597CD}">
      <dsp:nvSpPr>
        <dsp:cNvPr id="0" name=""/>
        <dsp:cNvSpPr/>
      </dsp:nvSpPr>
      <dsp:spPr>
        <a:xfrm>
          <a:off x="306983" y="230337"/>
          <a:ext cx="558152" cy="55815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1A60CB-0AC4-46AD-A7EE-40BE1D20A68A}">
      <dsp:nvSpPr>
        <dsp:cNvPr id="0" name=""/>
        <dsp:cNvSpPr/>
      </dsp:nvSpPr>
      <dsp:spPr>
        <a:xfrm>
          <a:off x="1172120" y="2002"/>
          <a:ext cx="7055892" cy="10148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7402" tIns="107402" rIns="107402" bIns="107402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i="0" kern="1200" baseline="0"/>
            <a:t>Dynamic evaluation</a:t>
          </a:r>
          <a:r>
            <a:rPr lang="en-US" sz="2200" b="0" i="0" kern="1200" baseline="0"/>
            <a:t>: load() code at runtime</a:t>
          </a:r>
          <a:endParaRPr lang="en-US" sz="2200" kern="1200"/>
        </a:p>
      </dsp:txBody>
      <dsp:txXfrm>
        <a:off x="1172120" y="2002"/>
        <a:ext cx="7055892" cy="1014822"/>
      </dsp:txXfrm>
    </dsp:sp>
    <dsp:sp modelId="{E500CE00-C8EF-43C8-A6D7-D162487EEBEE}">
      <dsp:nvSpPr>
        <dsp:cNvPr id="0" name=""/>
        <dsp:cNvSpPr/>
      </dsp:nvSpPr>
      <dsp:spPr>
        <a:xfrm>
          <a:off x="0" y="1270530"/>
          <a:ext cx="8228013" cy="1014822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58E44D0-5F54-4AC8-B190-77E1B48DF26E}">
      <dsp:nvSpPr>
        <dsp:cNvPr id="0" name=""/>
        <dsp:cNvSpPr/>
      </dsp:nvSpPr>
      <dsp:spPr>
        <a:xfrm>
          <a:off x="306983" y="1498865"/>
          <a:ext cx="558152" cy="55815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FBDC8B-20DA-40F0-B83A-4DDE8D333F35}">
      <dsp:nvSpPr>
        <dsp:cNvPr id="0" name=""/>
        <dsp:cNvSpPr/>
      </dsp:nvSpPr>
      <dsp:spPr>
        <a:xfrm>
          <a:off x="1172120" y="1270530"/>
          <a:ext cx="7055892" cy="10148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7402" tIns="107402" rIns="107402" bIns="107402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i="0" kern="1200" baseline="0"/>
            <a:t>Code sandboxing</a:t>
          </a:r>
          <a:r>
            <a:rPr lang="en-US" sz="2200" b="0" i="0" kern="1200" baseline="0"/>
            <a:t>: run chunks in restricted environments</a:t>
          </a:r>
          <a:endParaRPr lang="en-US" sz="2200" kern="1200"/>
        </a:p>
      </dsp:txBody>
      <dsp:txXfrm>
        <a:off x="1172120" y="1270530"/>
        <a:ext cx="7055892" cy="1014822"/>
      </dsp:txXfrm>
    </dsp:sp>
    <dsp:sp modelId="{E230406D-BBC9-4DE3-A7C5-0038E7E6FC1B}">
      <dsp:nvSpPr>
        <dsp:cNvPr id="0" name=""/>
        <dsp:cNvSpPr/>
      </dsp:nvSpPr>
      <dsp:spPr>
        <a:xfrm>
          <a:off x="0" y="2539059"/>
          <a:ext cx="8228013" cy="1014822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E2E4858-1515-4AC9-96E6-D01F63E3C27A}">
      <dsp:nvSpPr>
        <dsp:cNvPr id="0" name=""/>
        <dsp:cNvSpPr/>
      </dsp:nvSpPr>
      <dsp:spPr>
        <a:xfrm>
          <a:off x="306983" y="2767394"/>
          <a:ext cx="558152" cy="55815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852715-0251-4482-93EC-3E273D526AD2}">
      <dsp:nvSpPr>
        <dsp:cNvPr id="0" name=""/>
        <dsp:cNvSpPr/>
      </dsp:nvSpPr>
      <dsp:spPr>
        <a:xfrm>
          <a:off x="1172120" y="2539059"/>
          <a:ext cx="7055892" cy="10148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7402" tIns="107402" rIns="107402" bIns="107402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i="0" kern="1200" baseline="0"/>
            <a:t>Plugin systems</a:t>
          </a:r>
          <a:r>
            <a:rPr lang="en-US" sz="2200" b="0" i="0" kern="1200" baseline="0"/>
            <a:t>: load custom logic from files or DB</a:t>
          </a:r>
          <a:endParaRPr lang="en-US" sz="2200" kern="1200"/>
        </a:p>
      </dsp:txBody>
      <dsp:txXfrm>
        <a:off x="1172120" y="2539059"/>
        <a:ext cx="7055892" cy="1014822"/>
      </dsp:txXfrm>
    </dsp:sp>
    <dsp:sp modelId="{C5527335-068A-4CFA-BB13-E681BD422E21}">
      <dsp:nvSpPr>
        <dsp:cNvPr id="0" name=""/>
        <dsp:cNvSpPr/>
      </dsp:nvSpPr>
      <dsp:spPr>
        <a:xfrm>
          <a:off x="0" y="3807587"/>
          <a:ext cx="8228013" cy="1014822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53DEA3B-28EA-4E2C-8F60-7B0752AADDEE}">
      <dsp:nvSpPr>
        <dsp:cNvPr id="0" name=""/>
        <dsp:cNvSpPr/>
      </dsp:nvSpPr>
      <dsp:spPr>
        <a:xfrm>
          <a:off x="306983" y="4035923"/>
          <a:ext cx="558152" cy="55815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20FCFD-07DB-4607-BA5C-6317FE88EDB2}">
      <dsp:nvSpPr>
        <dsp:cNvPr id="0" name=""/>
        <dsp:cNvSpPr/>
      </dsp:nvSpPr>
      <dsp:spPr>
        <a:xfrm>
          <a:off x="1172120" y="3807587"/>
          <a:ext cx="7055892" cy="10148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7402" tIns="107402" rIns="107402" bIns="107402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i="0" kern="1200" baseline="0"/>
            <a:t>Optimization</a:t>
          </a:r>
          <a:r>
            <a:rPr lang="en-US" sz="2200" b="0" i="0" kern="1200" baseline="0"/>
            <a:t>: use luac to speed up load time</a:t>
          </a:r>
          <a:endParaRPr lang="en-US" sz="2200" kern="1200"/>
        </a:p>
      </dsp:txBody>
      <dsp:txXfrm>
        <a:off x="1172120" y="3807587"/>
        <a:ext cx="7055892" cy="1014822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031F20-04F5-4737-9FD0-1B8B4D28945E}">
      <dsp:nvSpPr>
        <dsp:cNvPr id="0" name=""/>
        <dsp:cNvSpPr/>
      </dsp:nvSpPr>
      <dsp:spPr>
        <a:xfrm>
          <a:off x="0" y="588"/>
          <a:ext cx="4025899" cy="1378067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5C82790-0EC6-4713-A9D4-8018FC56E90F}">
      <dsp:nvSpPr>
        <dsp:cNvPr id="0" name=""/>
        <dsp:cNvSpPr/>
      </dsp:nvSpPr>
      <dsp:spPr>
        <a:xfrm>
          <a:off x="416865" y="310654"/>
          <a:ext cx="757937" cy="75793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E46B8D-ED6F-4FF4-9787-03A17345534D}">
      <dsp:nvSpPr>
        <dsp:cNvPr id="0" name=""/>
        <dsp:cNvSpPr/>
      </dsp:nvSpPr>
      <dsp:spPr>
        <a:xfrm>
          <a:off x="1591667" y="588"/>
          <a:ext cx="2434231" cy="13780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5845" tIns="145845" rIns="145845" bIns="145845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500" kern="1200"/>
            <a:t>x = 10        -- global</a:t>
          </a:r>
          <a:endParaRPr lang="en-US" sz="2500" kern="1200"/>
        </a:p>
      </dsp:txBody>
      <dsp:txXfrm>
        <a:off x="1591667" y="588"/>
        <a:ext cx="2434231" cy="1378067"/>
      </dsp:txXfrm>
    </dsp:sp>
    <dsp:sp modelId="{91202BF0-E698-44A4-8A5C-DF92827C9BA2}">
      <dsp:nvSpPr>
        <dsp:cNvPr id="0" name=""/>
        <dsp:cNvSpPr/>
      </dsp:nvSpPr>
      <dsp:spPr>
        <a:xfrm>
          <a:off x="0" y="1723173"/>
          <a:ext cx="4025899" cy="1378067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3BCDDFB-F87C-4821-B88A-FA8F5DA4C1AA}">
      <dsp:nvSpPr>
        <dsp:cNvPr id="0" name=""/>
        <dsp:cNvSpPr/>
      </dsp:nvSpPr>
      <dsp:spPr>
        <a:xfrm>
          <a:off x="416865" y="2033238"/>
          <a:ext cx="757937" cy="75793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484125-4D7F-491A-9478-7593CDEFFCB6}">
      <dsp:nvSpPr>
        <dsp:cNvPr id="0" name=""/>
        <dsp:cNvSpPr/>
      </dsp:nvSpPr>
      <dsp:spPr>
        <a:xfrm>
          <a:off x="1591667" y="1723173"/>
          <a:ext cx="2434231" cy="13780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5845" tIns="145845" rIns="145845" bIns="145845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500" kern="1200"/>
            <a:t>local y = 5   -- local</a:t>
          </a:r>
          <a:endParaRPr lang="en-US" sz="2500" kern="1200"/>
        </a:p>
      </dsp:txBody>
      <dsp:txXfrm>
        <a:off x="1591667" y="1723173"/>
        <a:ext cx="2434231" cy="1378067"/>
      </dsp:txXfrm>
    </dsp:sp>
    <dsp:sp modelId="{72CCC691-F0B2-4EE5-98A3-49CA500009D4}">
      <dsp:nvSpPr>
        <dsp:cNvPr id="0" name=""/>
        <dsp:cNvSpPr/>
      </dsp:nvSpPr>
      <dsp:spPr>
        <a:xfrm>
          <a:off x="0" y="3445757"/>
          <a:ext cx="4025899" cy="1378067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BDDC688-69EA-490D-B674-8D58AF765714}">
      <dsp:nvSpPr>
        <dsp:cNvPr id="0" name=""/>
        <dsp:cNvSpPr/>
      </dsp:nvSpPr>
      <dsp:spPr>
        <a:xfrm>
          <a:off x="416865" y="3755822"/>
          <a:ext cx="757937" cy="75793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DCFAB6-6E2D-4490-985C-A263DB1E6861}">
      <dsp:nvSpPr>
        <dsp:cNvPr id="0" name=""/>
        <dsp:cNvSpPr/>
      </dsp:nvSpPr>
      <dsp:spPr>
        <a:xfrm>
          <a:off x="1591667" y="3445757"/>
          <a:ext cx="2434231" cy="13780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5845" tIns="145845" rIns="145845" bIns="145845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500" kern="1200"/>
            <a:t>print(x, y)</a:t>
          </a:r>
          <a:endParaRPr lang="en-US" sz="2500" kern="1200"/>
        </a:p>
      </dsp:txBody>
      <dsp:txXfrm>
        <a:off x="1591667" y="3445757"/>
        <a:ext cx="2434231" cy="1378067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FCF081-77FD-46DF-A7BC-00FF29AC8009}">
      <dsp:nvSpPr>
        <dsp:cNvPr id="0" name=""/>
        <dsp:cNvSpPr/>
      </dsp:nvSpPr>
      <dsp:spPr>
        <a:xfrm>
          <a:off x="0" y="412406"/>
          <a:ext cx="8228013" cy="554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DC00A39-3B32-4EE3-8E09-4D307B192C2A}">
      <dsp:nvSpPr>
        <dsp:cNvPr id="0" name=""/>
        <dsp:cNvSpPr/>
      </dsp:nvSpPr>
      <dsp:spPr>
        <a:xfrm>
          <a:off x="411400" y="87686"/>
          <a:ext cx="5759609" cy="64944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17700" tIns="0" rIns="217700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kern="1200"/>
            <a:t>Lua: Types and Values Overview</a:t>
          </a:r>
          <a:endParaRPr lang="en-US" sz="2200" kern="1200"/>
        </a:p>
      </dsp:txBody>
      <dsp:txXfrm>
        <a:off x="443103" y="119389"/>
        <a:ext cx="5696203" cy="586034"/>
      </dsp:txXfrm>
    </dsp:sp>
    <dsp:sp modelId="{B7289661-A5D1-4EF5-9928-A9B2F5E0D4BD}">
      <dsp:nvSpPr>
        <dsp:cNvPr id="0" name=""/>
        <dsp:cNvSpPr/>
      </dsp:nvSpPr>
      <dsp:spPr>
        <a:xfrm>
          <a:off x="0" y="1410326"/>
          <a:ext cx="8228013" cy="3326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8585" tIns="458216" rIns="638585" bIns="156464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nil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Boolean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Number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String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Function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Userdata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Thread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table</a:t>
          </a:r>
        </a:p>
      </dsp:txBody>
      <dsp:txXfrm>
        <a:off x="0" y="1410326"/>
        <a:ext cx="8228013" cy="3326400"/>
      </dsp:txXfrm>
    </dsp:sp>
    <dsp:sp modelId="{7ABE9647-1854-4DBA-98A7-3EAF30EA6C85}">
      <dsp:nvSpPr>
        <dsp:cNvPr id="0" name=""/>
        <dsp:cNvSpPr/>
      </dsp:nvSpPr>
      <dsp:spPr>
        <a:xfrm>
          <a:off x="411400" y="1085606"/>
          <a:ext cx="5759609" cy="64944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17700" tIns="0" rIns="217700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kern="1200"/>
            <a:t>Lua has 8 basic types </a:t>
          </a:r>
          <a:endParaRPr lang="en-US" sz="2200" kern="1200"/>
        </a:p>
      </dsp:txBody>
      <dsp:txXfrm>
        <a:off x="443103" y="1117309"/>
        <a:ext cx="5696203" cy="586034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4605E2-1B63-462D-9F54-E2ED44A4B512}">
      <dsp:nvSpPr>
        <dsp:cNvPr id="0" name=""/>
        <dsp:cNvSpPr/>
      </dsp:nvSpPr>
      <dsp:spPr>
        <a:xfrm>
          <a:off x="43802" y="0"/>
          <a:ext cx="8290560" cy="5181600"/>
        </a:xfrm>
        <a:prstGeom prst="swooshArrow">
          <a:avLst>
            <a:gd name="adj1" fmla="val 25000"/>
            <a:gd name="adj2" fmla="val 25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69D2AA4-60BC-44B0-8455-F652280B6863}">
      <dsp:nvSpPr>
        <dsp:cNvPr id="0" name=""/>
        <dsp:cNvSpPr/>
      </dsp:nvSpPr>
      <dsp:spPr>
        <a:xfrm>
          <a:off x="860422" y="3853037"/>
          <a:ext cx="190682" cy="190682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635C94-DB23-400B-9408-FE7CAB7A6205}">
      <dsp:nvSpPr>
        <dsp:cNvPr id="0" name=""/>
        <dsp:cNvSpPr/>
      </dsp:nvSpPr>
      <dsp:spPr>
        <a:xfrm>
          <a:off x="955764" y="3948379"/>
          <a:ext cx="1086063" cy="12332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039" tIns="0" rIns="0" bIns="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 dirty="0"/>
            <a:t>Front-End Apps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 dirty="0"/>
            <a:t> (Dashboard, Excel Add-in, Studio) 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IN" sz="1000" kern="1200" dirty="0"/>
        </a:p>
      </dsp:txBody>
      <dsp:txXfrm>
        <a:off x="955764" y="3948379"/>
        <a:ext cx="1086063" cy="1233220"/>
      </dsp:txXfrm>
    </dsp:sp>
    <dsp:sp modelId="{E51C4985-5E77-48F3-947C-9F2ADB43F25A}">
      <dsp:nvSpPr>
        <dsp:cNvPr id="0" name=""/>
        <dsp:cNvSpPr/>
      </dsp:nvSpPr>
      <dsp:spPr>
        <a:xfrm>
          <a:off x="1892597" y="2861279"/>
          <a:ext cx="298460" cy="29846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0F89F1-879D-4ACE-A54B-4BB75BF9B3A2}">
      <dsp:nvSpPr>
        <dsp:cNvPr id="0" name=""/>
        <dsp:cNvSpPr/>
      </dsp:nvSpPr>
      <dsp:spPr>
        <a:xfrm>
          <a:off x="2041827" y="3010509"/>
          <a:ext cx="1376232" cy="21710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8148" tIns="0" rIns="0" bIns="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 dirty="0"/>
            <a:t>Core Service (Server) 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IN" sz="1000" kern="1200"/>
        </a:p>
      </dsp:txBody>
      <dsp:txXfrm>
        <a:off x="2041827" y="3010509"/>
        <a:ext cx="1376232" cy="2171090"/>
      </dsp:txXfrm>
    </dsp:sp>
    <dsp:sp modelId="{996B3EA7-E7A1-4CEA-828B-EE7B96D3B4B8}">
      <dsp:nvSpPr>
        <dsp:cNvPr id="0" name=""/>
        <dsp:cNvSpPr/>
      </dsp:nvSpPr>
      <dsp:spPr>
        <a:xfrm>
          <a:off x="3219086" y="2070567"/>
          <a:ext cx="397946" cy="397946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6D1F27-25BF-4583-A584-455FBA74D4E6}">
      <dsp:nvSpPr>
        <dsp:cNvPr id="0" name=""/>
        <dsp:cNvSpPr/>
      </dsp:nvSpPr>
      <dsp:spPr>
        <a:xfrm>
          <a:off x="3418060" y="2269540"/>
          <a:ext cx="1600078" cy="29120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0864" tIns="0" rIns="0" bIns="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 dirty="0"/>
            <a:t>Data Source Connectors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 dirty="0"/>
            <a:t>(OPC UA, MQTT, REST, SQL, etc.)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IN" sz="1000" kern="1200"/>
        </a:p>
      </dsp:txBody>
      <dsp:txXfrm>
        <a:off x="3418060" y="2269540"/>
        <a:ext cx="1600078" cy="2912059"/>
      </dsp:txXfrm>
    </dsp:sp>
    <dsp:sp modelId="{E394A321-9982-4C20-96B7-BE57AFD7959F}">
      <dsp:nvSpPr>
        <dsp:cNvPr id="0" name=""/>
        <dsp:cNvSpPr/>
      </dsp:nvSpPr>
      <dsp:spPr>
        <a:xfrm>
          <a:off x="4761131" y="1452920"/>
          <a:ext cx="514014" cy="514014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A659C1-8EFD-449E-89B0-4FF9C3A371D9}">
      <dsp:nvSpPr>
        <dsp:cNvPr id="0" name=""/>
        <dsp:cNvSpPr/>
      </dsp:nvSpPr>
      <dsp:spPr>
        <a:xfrm>
          <a:off x="5018138" y="1709928"/>
          <a:ext cx="1658112" cy="34716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2366" tIns="0" rIns="0" bIns="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 dirty="0"/>
            <a:t> Historian &amp; </a:t>
          </a:r>
          <a:r>
            <a:rPr lang="en-IN" sz="1300" kern="1200" dirty="0" err="1"/>
            <a:t>Archiv</a:t>
          </a:r>
          <a:r>
            <a:rPr lang="en-IN" sz="1300" kern="1200" dirty="0"/>
            <a:t> Layer </a:t>
          </a:r>
        </a:p>
      </dsp:txBody>
      <dsp:txXfrm>
        <a:off x="5018138" y="1709928"/>
        <a:ext cx="1658112" cy="3471672"/>
      </dsp:txXfrm>
    </dsp:sp>
    <dsp:sp modelId="{7FF48ABF-5440-42FD-AC18-9A1FE3438A12}">
      <dsp:nvSpPr>
        <dsp:cNvPr id="0" name=""/>
        <dsp:cNvSpPr/>
      </dsp:nvSpPr>
      <dsp:spPr>
        <a:xfrm>
          <a:off x="6348773" y="1040465"/>
          <a:ext cx="654954" cy="654954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1850D6-DD5D-4C33-85B2-EDF954648E70}">
      <dsp:nvSpPr>
        <dsp:cNvPr id="0" name=""/>
        <dsp:cNvSpPr/>
      </dsp:nvSpPr>
      <dsp:spPr>
        <a:xfrm>
          <a:off x="6676250" y="1367942"/>
          <a:ext cx="1658112" cy="38136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7047" tIns="0" rIns="0" bIns="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 dirty="0"/>
            <a:t>External Systems / Cloud  </a:t>
          </a:r>
          <a:r>
            <a:rPr lang="en-US" sz="1300" kern="1200" dirty="0"/>
            <a:t>(SAP, Azure, AWS, Data Lakes)</a:t>
          </a:r>
          <a:endParaRPr lang="en-IN" sz="1300" kern="1200" dirty="0"/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300" kern="1200" dirty="0"/>
        </a:p>
      </dsp:txBody>
      <dsp:txXfrm>
        <a:off x="6676250" y="1367942"/>
        <a:ext cx="1658112" cy="381365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HexagonRadial">
  <dgm:title val="Hexagon Radial"/>
  <dgm:desc val="Use to show a sequential process that relates to a central idea or theme. Limited to six Level 2 shapes. Works best with small amounts of text. Unused text does not appear, but remains available if you switch layouts."/>
  <dgm:catLst>
    <dgm:cat type="cycle" pri="8500"/>
    <dgm:cat type="officeonline" pri="90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  <dgm:pt modelId="15">
          <dgm:prSet phldr="1"/>
        </dgm:pt>
        <dgm:pt modelId="16">
          <dgm:prSet phldr="1"/>
        </dgm:pt>
      </dgm:ptLst>
      <dgm:cxnLst>
        <dgm:cxn modelId="40" srcId="0" destId="10" srcOrd="0" destOrd="0"/>
        <dgm:cxn modelId="50" srcId="10" destId="11" srcOrd="0" destOrd="0"/>
        <dgm:cxn modelId="60" srcId="10" destId="12" srcOrd="0" destOrd="0"/>
        <dgm:cxn modelId="70" srcId="10" destId="13" srcOrd="0" destOrd="0"/>
        <dgm:cxn modelId="80" srcId="10" destId="14" srcOrd="0" destOrd="0"/>
        <dgm:cxn modelId="90" srcId="10" destId="15" srcOrd="0" destOrd="0"/>
        <dgm:cxn modelId="100" srcId="10" destId="16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40" srcId="0" destId="10" srcOrd="0" destOrd="0"/>
        <dgm:cxn modelId="50" srcId="10" destId="11" srcOrd="0" destOrd="0"/>
        <dgm:cxn modelId="60" srcId="10" destId="12" srcOrd="0" destOrd="0"/>
        <dgm:cxn modelId="70" srcId="10" destId="13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  <dgm:pt modelId="15">
          <dgm:prSet phldr="1"/>
        </dgm:pt>
        <dgm:pt modelId="16">
          <dgm:prSet phldr="1"/>
        </dgm:pt>
      </dgm:ptLst>
      <dgm:cxnLst>
        <dgm:cxn modelId="40" srcId="0" destId="10" srcOrd="0" destOrd="0"/>
        <dgm:cxn modelId="50" srcId="10" destId="11" srcOrd="0" destOrd="0"/>
        <dgm:cxn modelId="60" srcId="10" destId="12" srcOrd="0" destOrd="0"/>
        <dgm:cxn modelId="70" srcId="10" destId="13" srcOrd="0" destOrd="0"/>
        <dgm:cxn modelId="80" srcId="10" destId="14" srcOrd="0" destOrd="0"/>
        <dgm:cxn modelId="90" srcId="10" destId="15" srcOrd="0" destOrd="0"/>
        <dgm:cxn modelId="100" srcId="10" destId="16" srcOrd="0" destOrd="0"/>
      </dgm:cxnLst>
      <dgm:bg/>
      <dgm:whole/>
    </dgm:dataModel>
  </dgm:clrData>
  <dgm:layoutNode name="Name0">
    <dgm:varLst>
      <dgm:chMax val="1"/>
      <dgm:chPref val="1"/>
      <dgm:dir/>
      <dgm:animOne val="branch"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st="1 1" cnt="1 0" func="cnt" op="equ" val="0">
            <dgm:alg type="composite">
              <dgm:param type="ar" val="1.156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5" axis="ch ch" ptType="node node" st="1 1" cnt="1 0" func="cnt" op="lte" val="1">
            <dgm:alg type="composite">
              <dgm:param type="ar" val="1.36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l" for="ch" forName="Accent1" refType="w" fact="0.1685"/>
              <dgm:constr type="t" for="ch" forName="Accent1" refType="h" fact="0.2946"/>
              <dgm:constr type="w" for="ch" forName="Accent1" refType="w" fact="0.462"/>
              <dgm:constr type="h" for="ch" forName="Accent1" refType="h" fact="0.5472"/>
              <dgm:constr type="l" for="ch" forName="Parent" refType="w" fact="0"/>
              <dgm:constr type="t" for="ch" forName="Parent" refType="h" fact="0.2885"/>
              <dgm:constr type="w" for="ch" forName="Parent" refType="w" fact="0.6013"/>
              <dgm:constr type="h" for="ch" forName="Parent" refType="h" fact="0.7115"/>
              <dgm:constr type="l" for="ch" forName="Child1" refType="w" fact="0.5073"/>
              <dgm:constr type="t" for="ch" forName="Child1" refType="h" fact="0"/>
              <dgm:constr type="w" for="ch" forName="Child1" refType="w" fact="0.4927"/>
              <dgm:constr type="h" for="ch" forName="Child1" refType="h" fact="0.5831"/>
            </dgm:constrLst>
          </dgm:if>
          <dgm:if name="Name6" axis="ch ch" ptType="node node" st="1 1" cnt="1 0" func="cnt" op="equ" val="2">
            <dgm:alg type="composite">
              <dgm:param type="ar" val="1.0619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l" for="ch" forName="Accent2" refType="w" fact="0.6413"/>
              <dgm:constr type="t" for="ch" forName="Accent2" refType="h" fact="0.3477"/>
              <dgm:constr type="w" for="ch" forName="Accent2" refType="w" fact="0.2269"/>
              <dgm:constr type="h" for="ch" forName="Accent2" refType="h" fact="0.2076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Parent" refType="w" fact="0"/>
              <dgm:constr type="t" for="ch" forName="Parent" refType="h" fact="0.2239"/>
              <dgm:constr type="w" for="ch" forName="Parent" refType="w" fact="0.6013"/>
              <dgm:constr type="h" for="ch" forName="Parent" refType="h" fact="0.5523"/>
              <dgm:constr type="l" for="ch" forName="Child1" refType="w" fact="0.5073"/>
              <dgm:constr type="t" for="ch" forName="Child1" refType="h" fact="0"/>
              <dgm:constr type="w" for="ch" forName="Child1" refType="w" fact="0.4927"/>
              <dgm:constr type="h" for="ch" forName="Child1" refType="h" fact="0.4527"/>
              <dgm:constr type="l" for="ch" forName="Child2" refType="w" fact="0.5073"/>
              <dgm:constr type="t" for="ch" forName="Child2" refType="h" fact="0.5473"/>
              <dgm:constr type="w" for="ch" forName="Child2" refType="w" fact="0.4927"/>
              <dgm:constr type="h" for="ch" forName="Child2" refType="h" fact="0.4527"/>
            </dgm:constrLst>
          </dgm:if>
          <dgm:if name="Name7" axis="ch ch" ptType="node node" st="1 1" cnt="1 0" func="cnt" op="equ" val="3">
            <dgm:alg type="composite">
              <dgm:param type="ar" val="0.8305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3" refType="w" fact="0.4573"/>
              <dgm:constr type="t" for="ch" forName="Accent3" refType="h" fact="0.6145"/>
              <dgm:constr type="w" for="ch" forName="Accent3" refType="w" fact="0.2269"/>
              <dgm:constr type="h" for="ch" forName="Accent3" refType="h" fact="0.1623"/>
              <dgm:constr type="l" for="ch" forName="Accent2" refType="w" fact="0.6413"/>
              <dgm:constr type="t" for="ch" forName="Accent2" refType="h" fact="0.2719"/>
              <dgm:constr type="w" for="ch" forName="Accent2" refType="w" fact="0.2269"/>
              <dgm:constr type="h" for="ch" forName="Accent2" refType="h" fact="0.162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3" refType="w" fact="0.0554"/>
              <dgm:constr type="t" for="ch" forName="Child3" refType="h" fact="0.646"/>
              <dgm:constr type="w" for="ch" forName="Child3" refType="w" fact="0.4927"/>
              <dgm:constr type="h" for="ch" forName="Child3" refType="h" fact="0.354"/>
              <dgm:constr type="l" for="ch" forName="Parent" refType="w" fact="0"/>
              <dgm:constr type="t" for="ch" forName="Parent" refType="h" fact="0.1751"/>
              <dgm:constr type="w" for="ch" forName="Parent" refType="w" fact="0.6013"/>
              <dgm:constr type="h" for="ch" forName="Parent" refType="h" fact="0.4319"/>
              <dgm:constr type="l" for="ch" forName="Child1" refType="w" fact="0.5073"/>
              <dgm:constr type="t" for="ch" forName="Child1" refType="h" fact="0"/>
              <dgm:constr type="w" for="ch" forName="Child1" refType="w" fact="0.4927"/>
              <dgm:constr type="h" for="ch" forName="Child1" refType="h" fact="0.354"/>
              <dgm:constr type="l" for="ch" forName="Child2" refType="w" fact="0.5073"/>
              <dgm:constr type="t" for="ch" forName="Child2" refType="h" fact="0.428"/>
              <dgm:constr type="w" for="ch" forName="Child2" refType="w" fact="0.4927"/>
              <dgm:constr type="h" for="ch" forName="Child2" refType="h" fact="0.354"/>
            </dgm:constrLst>
          </dgm:if>
          <dgm:if name="Name8" axis="ch ch" ptType="node node" st="1 1" cnt="1 0" func="cnt" op="equ" val="4">
            <dgm:alg type="composite">
              <dgm:param type="ar" val="0.682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4" refType="w" fact="0.4573"/>
              <dgm:constr type="t" for="ch" forName="Accent4" refType="h" fact="0.6834"/>
              <dgm:constr type="w" for="ch" forName="Accent4" refType="w" fact="0.2269"/>
              <dgm:constr type="h" for="ch" forName="Accent4" refType="h" fact="0.1333"/>
              <dgm:constr type="l" for="ch" forName="Accent3" refType="w" fact="0.6413"/>
              <dgm:constr type="t" for="ch" forName="Accent3" refType="h" fact="0.4021"/>
              <dgm:constr type="w" for="ch" forName="Accent3" refType="w" fact="0.2269"/>
              <dgm:constr type="h" for="ch" forName="Accent3" refType="h" fact="0.1333"/>
              <dgm:constr type="l" for="ch" forName="Accent2" refType="w" fact="0.3765"/>
              <dgm:constr type="t" for="ch" forName="Accent2" refType="h" fact="0.1529"/>
              <dgm:constr type="w" for="ch" forName="Accent2" refType="w" fact="0.2269"/>
              <dgm:constr type="h" for="ch" forName="Accent2" refType="h" fact="0.133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4" refType="w" fact="0.0554"/>
              <dgm:constr type="t" for="ch" forName="Child4" refType="h" fact="0.7093"/>
              <dgm:constr type="w" for="ch" forName="Child4" refType="w" fact="0.4927"/>
              <dgm:constr type="h" for="ch" forName="Child4" refType="h" fact="0.2907"/>
              <dgm:constr type="l" for="ch" forName="Parent" refType="w" fact="0"/>
              <dgm:constr type="t" for="ch" forName="Parent" refType="h" fact="0.3226"/>
              <dgm:constr type="w" for="ch" forName="Parent" refType="w" fact="0.6013"/>
              <dgm:constr type="h" for="ch" forName="Parent" refType="h" fact="0.3547"/>
              <dgm:constr type="l" for="ch" forName="Child2" refType="w" fact="0.5073"/>
              <dgm:constr type="t" for="ch" forName="Child2" refType="h" fact="0.1788"/>
              <dgm:constr type="w" for="ch" forName="Child2" refType="w" fact="0.4927"/>
              <dgm:constr type="h" for="ch" forName="Child2" refType="h" fact="0.2907"/>
              <dgm:constr type="l" for="ch" forName="Child3" refType="w" fact="0.5073"/>
              <dgm:constr type="t" for="ch" forName="Child3" refType="h" fact="0.5303"/>
              <dgm:constr type="w" for="ch" forName="Child3" refType="w" fact="0.4927"/>
              <dgm:constr type="h" for="ch" forName="Child3" refType="h" fact="0.2907"/>
              <dgm:constr type="l" for="ch" forName="Child1" refType="w" fact="0.0554"/>
              <dgm:constr type="t" for="ch" forName="Child1" refType="h" fact="0"/>
              <dgm:constr type="w" for="ch" forName="Child1" refType="w" fact="0.4927"/>
              <dgm:constr type="h" for="ch" forName="Child1" refType="h" fact="0.2907"/>
            </dgm:constrLst>
          </dgm:if>
          <dgm:if name="Name9" axis="ch ch" ptType="node node" st="1 1" cnt="1 0" func="cnt" op="equ" val="5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5" refType="w" fact="0.2858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l" for="ch" forName="Accent4" refType="w" fact="0.612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l" for="ch" forName="Accent3" refType="w" fact="0.743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l" for="ch" forName="Accent2" refType="w" fact="0.5542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4" refType="w" fact="0.3246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l" for="ch" forName="Parent" refType="w" fact="0.28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l" for="ch" forName="Child2" refType="w" fact="0.6477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l" for="ch" forName="Child3" refType="w" fact="0.6477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l" for="ch" forName="Child5" refType="w" fact="0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l" for="ch" forName="Child1" refType="w" fact="0.3246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if>
          <dgm:else name="Name10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6" refType="primFontSz" refFor="des" refForName="Parent" op="lte"/>
              <dgm:constr type="primFontSz" for="des" forName="Child7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ptType="node" op="equ" val="65"/>
              <dgm:constr type="l" for="ch" forName="Accent6" refType="w" fact="0.0934"/>
              <dgm:constr type="t" for="ch" forName="Accent6" refType="h" fact="0.4635"/>
              <dgm:constr type="w" for="ch" forName="Accent6" refType="w" fact="0.1622"/>
              <dgm:constr type="h" for="ch" forName="Accent6" refType="h" fact="0.1333"/>
              <dgm:constr type="l" for="ch" forName="Accent5" refType="w" fact="0.2858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l" for="ch" forName="Accent4" refType="w" fact="0.612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l" for="ch" forName="Accent3" refType="w" fact="0.743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l" for="ch" forName="Accent2" refType="w" fact="0.5542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4" refType="w" fact="0.3246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l" for="ch" forName="Parent" refType="w" fact="0.28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l" for="ch" forName="Child2" refType="w" fact="0.6477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l" for="ch" forName="Child3" refType="w" fact="0.6477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l" for="ch" forName="Child5" refType="w" fact="0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l" for="ch" forName="Child6" refType="w" fact="0"/>
              <dgm:constr type="t" for="ch" forName="Child6" refType="h" fact="0.1784"/>
              <dgm:constr type="w" for="ch" forName="Child6" refType="w" fact="0.3523"/>
              <dgm:constr type="h" for="ch" forName="Child6" refType="h" fact="0.2907"/>
              <dgm:constr type="l" for="ch" forName="Child1" refType="w" fact="0.3246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else>
        </dgm:choose>
      </dgm:if>
      <dgm:else name="Name11">
        <dgm:choose name="Name12">
          <dgm:if name="Name13" axis="ch ch" ptType="node node" st="1 1" cnt="1 0" func="cnt" op="equ" val="0">
            <dgm:alg type="composite">
              <dgm:param type="ar" val="1.156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14" axis="ch ch" ptType="node node" st="1 1" cnt="1 0" func="cnt" op="lte" val="1">
            <dgm:alg type="composite">
              <dgm:param type="ar" val="1.36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r" for="ch" forName="Accent1" refType="w" fact="0.8315"/>
              <dgm:constr type="t" for="ch" forName="Accent1" refType="h" fact="0.2946"/>
              <dgm:constr type="w" for="ch" forName="Accent1" refType="w" fact="0.462"/>
              <dgm:constr type="h" for="ch" forName="Accent1" refType="h" fact="0.5472"/>
              <dgm:constr type="r" for="ch" forName="Parent" refType="w"/>
              <dgm:constr type="t" for="ch" forName="Parent" refType="h" fact="0.2885"/>
              <dgm:constr type="w" for="ch" forName="Parent" refType="w" fact="0.6013"/>
              <dgm:constr type="h" for="ch" forName="Parent" refType="h" fact="0.7115"/>
              <dgm:constr type="r" for="ch" forName="Child1" refType="w" fact="0.4927"/>
              <dgm:constr type="t" for="ch" forName="Child1" refType="h" fact="0"/>
              <dgm:constr type="w" for="ch" forName="Child1" refType="w" fact="0.4927"/>
              <dgm:constr type="h" for="ch" forName="Child1" refType="h" fact="0.5831"/>
            </dgm:constrLst>
          </dgm:if>
          <dgm:if name="Name15" axis="ch ch" ptType="node node" st="1 1" cnt="1 0" func="cnt" op="equ" val="2">
            <dgm:alg type="composite">
              <dgm:param type="ar" val="1.0619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r" for="ch" forName="Accent2" refType="w" fact="0.3587"/>
              <dgm:constr type="t" for="ch" forName="Accent2" refType="h" fact="0.3477"/>
              <dgm:constr type="w" for="ch" forName="Accent2" refType="w" fact="0.2269"/>
              <dgm:constr type="h" for="ch" forName="Accent2" refType="h" fact="0.2076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Parent" refType="w"/>
              <dgm:constr type="t" for="ch" forName="Parent" refType="h" fact="0.2239"/>
              <dgm:constr type="w" for="ch" forName="Parent" refType="w" fact="0.6013"/>
              <dgm:constr type="h" for="ch" forName="Parent" refType="h" fact="0.5523"/>
              <dgm:constr type="r" for="ch" forName="Child1" refType="w" fact="0.4927"/>
              <dgm:constr type="t" for="ch" forName="Child1" refType="h" fact="0"/>
              <dgm:constr type="w" for="ch" forName="Child1" refType="w" fact="0.4927"/>
              <dgm:constr type="h" for="ch" forName="Child1" refType="h" fact="0.4527"/>
              <dgm:constr type="r" for="ch" forName="Child2" refType="w" fact="0.5073"/>
              <dgm:constr type="t" for="ch" forName="Child2" refType="h" fact="0.5473"/>
              <dgm:constr type="w" for="ch" forName="Child2" refType="w" fact="0.4927"/>
              <dgm:constr type="h" for="ch" forName="Child2" refType="h" fact="0.4527"/>
            </dgm:constrLst>
          </dgm:if>
          <dgm:if name="Name16" axis="ch ch" ptType="node node" st="1 1" cnt="1 0" func="cnt" op="equ" val="3">
            <dgm:alg type="composite">
              <dgm:param type="ar" val="0.8305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Accent3" refType="w" fact="0.5427"/>
              <dgm:constr type="t" for="ch" forName="Accent3" refType="h" fact="0.6145"/>
              <dgm:constr type="w" for="ch" forName="Accent3" refType="w" fact="0.2269"/>
              <dgm:constr type="h" for="ch" forName="Accent3" refType="h" fact="0.1623"/>
              <dgm:constr type="r" for="ch" forName="Accent2" refType="w" fact="0.3587"/>
              <dgm:constr type="t" for="ch" forName="Accent2" refType="h" fact="0.2719"/>
              <dgm:constr type="w" for="ch" forName="Accent2" refType="w" fact="0.2269"/>
              <dgm:constr type="h" for="ch" forName="Accent2" refType="h" fact="0.162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3" refType="w" fact="0.9446"/>
              <dgm:constr type="t" for="ch" forName="Child3" refType="h" fact="0.646"/>
              <dgm:constr type="w" for="ch" forName="Child3" refType="w" fact="0.4927"/>
              <dgm:constr type="h" for="ch" forName="Child3" refType="h" fact="0.354"/>
              <dgm:constr type="r" for="ch" forName="Parent" refType="w"/>
              <dgm:constr type="t" for="ch" forName="Parent" refType="h" fact="0.1751"/>
              <dgm:constr type="w" for="ch" forName="Parent" refType="w" fact="0.6013"/>
              <dgm:constr type="h" for="ch" forName="Parent" refType="h" fact="0.4319"/>
              <dgm:constr type="r" for="ch" forName="Child1" refType="w" fact="0.4927"/>
              <dgm:constr type="t" for="ch" forName="Child1" refType="h" fact="0"/>
              <dgm:constr type="w" for="ch" forName="Child1" refType="w" fact="0.4927"/>
              <dgm:constr type="h" for="ch" forName="Child1" refType="h" fact="0.354"/>
              <dgm:constr type="r" for="ch" forName="Child2" refType="w" fact="0.4927"/>
              <dgm:constr type="t" for="ch" forName="Child2" refType="h" fact="0.428"/>
              <dgm:constr type="w" for="ch" forName="Child2" refType="w" fact="0.4927"/>
              <dgm:constr type="h" for="ch" forName="Child2" refType="h" fact="0.354"/>
            </dgm:constrLst>
          </dgm:if>
          <dgm:if name="Name17" axis="ch ch" ptType="node node" st="1 1" cnt="1 0" func="cnt" op="equ" val="4">
            <dgm:alg type="composite">
              <dgm:param type="ar" val="0.682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Accent4" refType="w" fact="0.5427"/>
              <dgm:constr type="t" for="ch" forName="Accent4" refType="h" fact="0.6834"/>
              <dgm:constr type="w" for="ch" forName="Accent4" refType="w" fact="0.2269"/>
              <dgm:constr type="h" for="ch" forName="Accent4" refType="h" fact="0.1333"/>
              <dgm:constr type="r" for="ch" forName="Accent3" refType="w" fact="0.3587"/>
              <dgm:constr type="t" for="ch" forName="Accent3" refType="h" fact="0.4021"/>
              <dgm:constr type="w" for="ch" forName="Accent3" refType="w" fact="0.2269"/>
              <dgm:constr type="h" for="ch" forName="Accent3" refType="h" fact="0.1333"/>
              <dgm:constr type="r" for="ch" forName="Accent2" refType="w" fact="0.6235"/>
              <dgm:constr type="t" for="ch" forName="Accent2" refType="h" fact="0.1529"/>
              <dgm:constr type="w" for="ch" forName="Accent2" refType="w" fact="0.2269"/>
              <dgm:constr type="h" for="ch" forName="Accent2" refType="h" fact="0.133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4" refType="w" fact="0.9446"/>
              <dgm:constr type="t" for="ch" forName="Child4" refType="h" fact="0.7093"/>
              <dgm:constr type="w" for="ch" forName="Child4" refType="w" fact="0.4927"/>
              <dgm:constr type="h" for="ch" forName="Child4" refType="h" fact="0.2907"/>
              <dgm:constr type="r" for="ch" forName="Parent" refType="w"/>
              <dgm:constr type="t" for="ch" forName="Parent" refType="h" fact="0.3226"/>
              <dgm:constr type="w" for="ch" forName="Parent" refType="w" fact="0.6013"/>
              <dgm:constr type="h" for="ch" forName="Parent" refType="h" fact="0.3547"/>
              <dgm:constr type="r" for="ch" forName="Child2" refType="w" fact="0.4927"/>
              <dgm:constr type="t" for="ch" forName="Child2" refType="h" fact="0.1788"/>
              <dgm:constr type="w" for="ch" forName="Child2" refType="w" fact="0.4927"/>
              <dgm:constr type="h" for="ch" forName="Child2" refType="h" fact="0.2907"/>
              <dgm:constr type="r" for="ch" forName="Child3" refType="w" fact="0.4927"/>
              <dgm:constr type="t" for="ch" forName="Child3" refType="h" fact="0.5303"/>
              <dgm:constr type="w" for="ch" forName="Child3" refType="w" fact="0.4927"/>
              <dgm:constr type="h" for="ch" forName="Child3" refType="h" fact="0.2907"/>
              <dgm:constr type="r" for="ch" forName="Child1" refType="w" fact="0.9446"/>
              <dgm:constr type="t" for="ch" forName="Child1" refType="h" fact="0"/>
              <dgm:constr type="w" for="ch" forName="Child1" refType="w" fact="0.4927"/>
              <dgm:constr type="h" for="ch" forName="Child1" refType="h" fact="0.2907"/>
            </dgm:constrLst>
          </dgm:if>
          <dgm:if name="Name18" axis="ch ch" ptType="node node" st="1 1" cnt="1 0" func="cnt" op="equ" val="5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r" for="ch" forName="Accent5" refType="w" fact="0.7142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r" for="ch" forName="Accent4" refType="w" fact="0.388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r" for="ch" forName="Accent3" refType="w" fact="0.256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r" for="ch" forName="Accent2" refType="w" fact="0.4458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4" refType="w" fact="0.6754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r" for="ch" forName="Parent" refType="w" fact="0.71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r" for="ch" forName="Child2" refType="w" fact="0.3523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r" for="ch" forName="Child3" refType="w" fact="0.3523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r" for="ch" forName="Child5" refType="w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r" for="ch" forName="Child1" refType="w" fact="0.6754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if>
          <dgm:else name="Name19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6" refType="primFontSz" refFor="des" refForName="Parent" op="lte"/>
              <dgm:constr type="primFontSz" for="des" forName="Child7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ptType="node" op="equ" val="65"/>
              <dgm:constr type="r" for="ch" forName="Accent6" refType="w" fact="0.9066"/>
              <dgm:constr type="t" for="ch" forName="Accent6" refType="h" fact="0.4635"/>
              <dgm:constr type="w" for="ch" forName="Accent6" refType="w" fact="0.1622"/>
              <dgm:constr type="h" for="ch" forName="Accent6" refType="h" fact="0.1333"/>
              <dgm:constr type="r" for="ch" forName="Accent5" refType="w" fact="0.7142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r" for="ch" forName="Accent4" refType="w" fact="0.388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r" for="ch" forName="Accent3" refType="w" fact="0.256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r" for="ch" forName="Accent2" refType="w" fact="0.4458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4" refType="w" fact="0.6754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r" for="ch" forName="Parent" refType="w" fact="0.71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r" for="ch" forName="Child2" refType="w" fact="0.3523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r" for="ch" forName="Child3" refType="w" fact="0.3523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r" for="ch" forName="Child5" refType="w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r" for="ch" forName="Child6" refType="w"/>
              <dgm:constr type="t" for="ch" forName="Child6" refType="h" fact="0.1784"/>
              <dgm:constr type="w" for="ch" forName="Child6" refType="w" fact="0.3523"/>
              <dgm:constr type="h" for="ch" forName="Child6" refType="h" fact="0.2907"/>
              <dgm:constr type="r" for="ch" forName="Child1" refType="w" fact="0.6754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else>
        </dgm:choose>
      </dgm:else>
    </dgm:choose>
    <dgm:forEach name="wrapper" axis="self" ptType="parTrans">
      <dgm:forEach name="accentRepeat" axis="self">
        <dgm:layoutNode name="Accent" styleLbl="bgShp">
          <dgm:alg type="sp"/>
          <dgm:shape xmlns:r="http://schemas.openxmlformats.org/officeDocument/2006/relationships" type="hexagon" r:blip="" zOrderOff="-2">
            <dgm:adjLst>
              <dgm:adj idx="1" val="0.289"/>
              <dgm:adj idx="2" val="1.1547"/>
            </dgm:adjLst>
          </dgm:shape>
          <dgm:presOf/>
        </dgm:layoutNode>
      </dgm:forEach>
    </dgm:forEach>
    <dgm:forEach name="Name20" axis="ch" ptType="node" cnt="1">
      <dgm:layoutNode name="Parent" styleLbl="node0">
        <dgm:varLst>
          <dgm:chMax val="6"/>
          <dgm:chPref val="6"/>
        </dgm:varLst>
        <dgm:alg type="tx"/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self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1" axis="ch ch" ptType="node node" st="1 1" cnt="1 1">
      <dgm:layoutNode name="Accent1">
        <dgm:alg type="sp"/>
        <dgm:shape xmlns:r="http://schemas.openxmlformats.org/officeDocument/2006/relationships" r:blip="" zOrderOff="-2">
          <dgm:adjLst/>
        </dgm:shape>
        <dgm:presOf/>
        <dgm:constrLst/>
        <dgm:forEach name="Name22" ref="accentRepeat"/>
      </dgm:layoutNode>
      <dgm:layoutNode name="Child1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3" axis="ch ch" ptType="node node" st="1 2" cnt="1 1">
      <dgm:layoutNode name="Accent2">
        <dgm:alg type="sp"/>
        <dgm:shape xmlns:r="http://schemas.openxmlformats.org/officeDocument/2006/relationships" r:blip="" zOrderOff="-2">
          <dgm:adjLst/>
        </dgm:shape>
        <dgm:presOf/>
        <dgm:constrLst/>
        <dgm:forEach name="Name24" ref="accentRepeat"/>
      </dgm:layoutNode>
      <dgm:layoutNode name="Child2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5" axis="ch ch" ptType="node node" st="1 3" cnt="1 1">
      <dgm:layoutNode name="Accent3">
        <dgm:alg type="sp"/>
        <dgm:shape xmlns:r="http://schemas.openxmlformats.org/officeDocument/2006/relationships" r:blip="" zOrderOff="-2">
          <dgm:adjLst/>
        </dgm:shape>
        <dgm:presOf/>
        <dgm:constrLst/>
        <dgm:forEach name="Name26" ref="accentRepeat"/>
      </dgm:layoutNode>
      <dgm:layoutNode name="Child3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7" axis="ch ch" ptType="node node" st="1 4" cnt="1 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28" ref="accentRepeat"/>
      </dgm:layoutNode>
      <dgm:layoutNode name="Child4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9" axis="ch ch" ptType="node node" st="1 5" cnt="1 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30" ref="accentRepeat"/>
      </dgm:layoutNode>
      <dgm:layoutNode name="Child5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1" axis="ch ch" ptType="node node" st="1 6" cnt="1 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32" ref="accentRepeat"/>
      </dgm:layoutNode>
      <dgm:layoutNode name="Child6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matrix2">
  <dgm:title val=""/>
  <dgm:desc val=""/>
  <dgm:catLst>
    <dgm:cat type="matrix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axisShape" refType="w"/>
          <dgm:constr type="h" for="ch" forName="axisShape" refType="h"/>
          <dgm:constr type="w" for="ch" forName="rect1" refType="w" fact="0.4"/>
          <dgm:constr type="h" for="ch" forName="rect1" refType="w" fact="0.4"/>
          <dgm:constr type="l" for="ch" forName="rect1" refType="w" fact="0.065"/>
          <dgm:constr type="t" for="ch" forName="rect1" refType="h" fact="0.065"/>
          <dgm:constr type="w" for="ch" forName="rect2" refType="w" fact="0.4"/>
          <dgm:constr type="h" for="ch" forName="rect2" refType="h" fact="0.4"/>
          <dgm:constr type="r" for="ch" forName="rect2" refType="w" fact="0.935"/>
          <dgm:constr type="t" for="ch" forName="rect2" refType="h" fact="0.065"/>
          <dgm:constr type="w" for="ch" forName="rect3" refType="w" fact="0.4"/>
          <dgm:constr type="h" for="ch" forName="rect3" refType="w" fact="0.4"/>
          <dgm:constr type="l" for="ch" forName="rect3" refType="w" fact="0.065"/>
          <dgm:constr type="b" for="ch" forName="rect3" refType="h" fact="0.935"/>
          <dgm:constr type="w" for="ch" forName="rect4" refType="w" fact="0.4"/>
          <dgm:constr type="h" for="ch" forName="rect4" refType="h" fact="0.4"/>
          <dgm:constr type="r" for="ch" forName="rect4" refType="w" fact="0.935"/>
          <dgm:constr type="b" for="ch" forName="rect4" refType="h" fact="0.935"/>
        </dgm:constrLst>
      </dgm:if>
      <dgm:else name="Name2">
        <dgm:constrLst>
          <dgm:constr type="primFontSz" for="ch" ptType="node" op="equ" val="65"/>
          <dgm:constr type="w" for="ch" forName="axisShape" refType="w"/>
          <dgm:constr type="h" for="ch" forName="axisShape" refType="h"/>
          <dgm:constr type="w" for="ch" forName="rect1" refType="w" fact="0.4"/>
          <dgm:constr type="h" for="ch" forName="rect1" refType="w" fact="0.4"/>
          <dgm:constr type="r" for="ch" forName="rect1" refType="w" fact="0.935"/>
          <dgm:constr type="t" for="ch" forName="rect1" refType="h" fact="0.065"/>
          <dgm:constr type="w" for="ch" forName="rect2" refType="w" fact="0.4"/>
          <dgm:constr type="h" for="ch" forName="rect2" refType="h" fact="0.4"/>
          <dgm:constr type="l" for="ch" forName="rect2" refType="w" fact="0.065"/>
          <dgm:constr type="t" for="ch" forName="rect2" refType="h" fact="0.065"/>
          <dgm:constr type="w" for="ch" forName="rect3" refType="w" fact="0.4"/>
          <dgm:constr type="h" for="ch" forName="rect3" refType="w" fact="0.4"/>
          <dgm:constr type="r" for="ch" forName="rect3" refType="w" fact="0.935"/>
          <dgm:constr type="b" for="ch" forName="rect3" refType="h" fact="0.935"/>
          <dgm:constr type="w" for="ch" forName="rect4" refType="w" fact="0.4"/>
          <dgm:constr type="h" for="ch" forName="rect4" refType="h" fact="0.4"/>
          <dgm:constr type="l" for="ch" forName="rect4" refType="w" fact="0.065"/>
          <dgm:constr type="b" for="ch" forName="rect4" refType="h" fact="0.935"/>
        </dgm:constrLst>
      </dgm:else>
    </dgm:choose>
    <dgm:ruleLst/>
    <dgm:choose name="Name3">
      <dgm:if name="Name4" axis="ch" ptType="node" func="cnt" op="gte" val="1">
        <dgm:layoutNode name="axisShape" styleLbl="bgShp">
          <dgm:alg type="sp"/>
          <dgm:shape xmlns:r="http://schemas.openxmlformats.org/officeDocument/2006/relationships" type="quadArrow" r:blip="">
            <dgm:adjLst>
              <dgm:adj idx="1" val="0.02"/>
              <dgm:adj idx="2" val="0.04"/>
              <dgm:adj idx="3" val="0.05"/>
            </dgm:adjLst>
          </dgm:shape>
          <dgm:presOf/>
          <dgm:constrLst/>
          <dgm:ruleLst/>
        </dgm:layoutNode>
        <dgm:layoutNode name="rect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rect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rect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rect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6/7/layout/VerticalSolidActionList">
  <dgm:title val="Vertical Solid Action List"/>
  <dgm:desc val="Use to show non-sequential or grouped lists of information. Works well with large amounts of text. All text has the same level of emphasis, and direction is not implied."/>
  <dgm:catLst>
    <dgm:cat type="list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2"/>
          <dgm:constr type="w" for="ch" forName="descendantText" refType="w" fact="0.8"/>
          <dgm:constr type="h" for="ch" forName="parentText" refType="h"/>
          <dgm:constr type="h" for="ch" forName="descendantText" refType="h" refFor="ch" refForName="parentText"/>
        </dgm:constrLst>
        <dgm:ruleLst/>
        <dgm:layoutNode name="parentText" styleLbl="alignNode1">
          <dgm:varLst>
            <dgm:chMax val="1"/>
            <dgm:bulletEnabled/>
          </dgm:varLst>
          <dgm:alg type="tx"/>
          <dgm:shape xmlns:r="http://schemas.openxmlformats.org/officeDocument/2006/relationships" type="rect" r:blip="" zOrderOff="3">
            <dgm:adjLst/>
          </dgm:shap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15" fact="NaN" max="NaN"/>
          </dgm:ruleLst>
        </dgm:layoutNode>
        <dgm:layoutNode name="descendantText" styleLbl="alignAccFollowNode1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choose name="Name10">
            <dgm:if name="Name11" func="var" arg="dir" op="equ" val="norm">
              <dgm:shape xmlns:r="http://schemas.openxmlformats.org/officeDocument/2006/relationships" type="rect" r:blip="">
                <dgm:adjLst/>
              </dgm:shape>
            </dgm:if>
            <dgm:else name="Name12">
              <dgm:shape xmlns:r="http://schemas.openxmlformats.org/officeDocument/2006/relationships" type="rect" r:blip="">
                <dgm:adjLst/>
              </dgm:shape>
            </dgm:else>
          </dgm:choose>
          <dgm:presOf axis="des" ptType="node"/>
          <dgm:constrLst>
            <dgm:constr type="primFontSz" val="24"/>
            <dgm:constr type="lMarg" refType="w" fact="0.055"/>
            <dgm:constr type="rMarg" refType="w" fact="0.055"/>
            <dgm:constr type="tMarg" refType="h" fact="0.72"/>
            <dgm:constr type="bMarg" refType="h" fact="0.72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arrow2">
  <dgm:title val=""/>
  <dgm:desc val=""/>
  <dgm:catLst>
    <dgm:cat type="process" pri="2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arrowDiagram">
    <dgm:varLst>
      <dgm:chMax val="5"/>
      <dgm:dir/>
      <dgm:resizeHandles val="exact"/>
    </dgm:varLst>
    <dgm:alg type="composite">
      <dgm:param type="ar" val="1.6"/>
    </dgm:alg>
    <dgm:shape xmlns:r="http://schemas.openxmlformats.org/officeDocument/2006/relationships" r:blip="">
      <dgm:adjLst/>
    </dgm:shape>
    <dgm:presOf/>
    <dgm:constrLst>
      <dgm:constr type="l" for="ch" forName="arrow"/>
      <dgm:constr type="t" for="ch" forName="arrow"/>
      <dgm:constr type="w" for="ch" forName="arrow" refType="w"/>
      <dgm:constr type="h" for="ch" forName="arrow" refType="h"/>
      <dgm:constr type="ctrX" for="ch" forName="arrowDiagram1" refType="w" fact="0.5"/>
      <dgm:constr type="ctrY" for="ch" forName="arrowDiagram1" refType="h" fact="0.5"/>
      <dgm:constr type="w" for="ch" forName="arrowDiagram1" refType="w"/>
      <dgm:constr type="h" for="ch" forName="arrowDiagram1" refType="h"/>
      <dgm:constr type="ctrX" for="ch" forName="arrowDiagram2" refType="w" fact="0.5"/>
      <dgm:constr type="ctrY" for="ch" forName="arrowDiagram2" refType="h" fact="0.5"/>
      <dgm:constr type="w" for="ch" forName="arrowDiagram2" refType="w"/>
      <dgm:constr type="h" for="ch" forName="arrowDiagram2" refType="h"/>
      <dgm:constr type="ctrX" for="ch" forName="arrowDiagram3" refType="w" fact="0.5"/>
      <dgm:constr type="ctrY" for="ch" forName="arrowDiagram3" refType="h" fact="0.5"/>
      <dgm:constr type="w" for="ch" forName="arrowDiagram3" refType="w"/>
      <dgm:constr type="h" for="ch" forName="arrowDiagram3" refType="h"/>
      <dgm:constr type="ctrX" for="ch" forName="arrowDiagram4" refType="w" fact="0.5"/>
      <dgm:constr type="ctrY" for="ch" forName="arrowDiagram4" refType="h" fact="0.5"/>
      <dgm:constr type="w" for="ch" forName="arrowDiagram4" refType="w"/>
      <dgm:constr type="h" for="ch" forName="arrowDiagram4" refType="h"/>
      <dgm:constr type="ctrX" for="ch" forName="arrowDiagram5" refType="w" fact="0.5"/>
      <dgm:constr type="ctrY" for="ch" forName="arrowDiagram5" refType="h" fact="0.5"/>
      <dgm:constr type="w" for="ch" forName="arrowDiagram5" refType="w"/>
      <dgm:constr type="h" for="ch" forName="arrowDiagram5" refType="h"/>
    </dgm:constrLst>
    <dgm:ruleLst/>
    <dgm:choose name="Name0">
      <dgm:if name="Name1" axis="ch" ptType="node" func="cnt" op="gte" val="1">
        <dgm:layoutNode name="arrow" styleLbl="bgShp">
          <dgm:alg type="sp"/>
          <dgm:shape xmlns:r="http://schemas.openxmlformats.org/officeDocument/2006/relationships" type="swooshArrow" r:blip="">
            <dgm:adjLst>
              <dgm:adj idx="2" val="0.25"/>
            </dgm:adjLst>
          </dgm:shape>
          <dgm:presOf/>
          <dgm:constrLst/>
          <dgm:ruleLst/>
        </dgm:layoutNode>
        <dgm:choose name="Name2">
          <dgm:if name="Name3" axis="ch" ptType="node" func="cnt" op="lt" val="1"/>
          <dgm:if name="Name4" axis="ch" ptType="node" func="cnt" op="equ" val="1">
            <dgm:layoutNode name="arrowDiagram1">
              <dgm:varLst>
                <dgm:bulletEnabled val="1"/>
              </dgm:varLst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ctrX" for="ch" forName="bullet1" refType="w" fact="0.8"/>
                <dgm:constr type="ctrY" for="ch" forName="bullet1" refType="h" fact="0.262"/>
                <dgm:constr type="w" for="ch" forName="bullet1" refType="w" fact="0.074"/>
                <dgm:constr type="h" for="ch" forName="bullet1" refType="w" refFor="ch" refForName="bullet1"/>
                <dgm:constr type="r" for="ch" forName="textBox1" refType="ctrX" refFor="ch" refForName="bullet1"/>
                <dgm:constr type="t" for="ch" forName="textBox1" refType="ctrY" refFor="ch" refForName="bullet1"/>
                <dgm:constr type="w" for="ch" forName="textBox1" refType="w" fact="0.4"/>
                <dgm:constr type="h" for="ch" forName="textBox1" refType="h" fact="0.738"/>
                <dgm:constr type="userA" refType="h" refFor="ch" refForName="bullet1" fact="0.53"/>
                <dgm:constr type="rMarg" for="ch" forName="textBox1" refType="userA" fact="2.834"/>
                <dgm:constr type="primFontSz" for="ch" ptType="node" op="equ" val="65"/>
              </dgm:constrLst>
              <dgm:ruleLst/>
              <dgm:forEach name="Name5" axis="ch" ptType="node" cnt="1">
                <dgm:layoutNode name="bullet1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1" styleLbl="revTx">
                  <dgm:varLst>
                    <dgm:bulletEnabled val="1"/>
                  </dgm:varLst>
                  <dgm:alg type="tx">
                    <dgm:param type="txAnchorVert" val="t"/>
                    <dgm:param type="parTxLTRAlign" val="r"/>
                    <dgm:param type="parTxRTLAlign" val="r"/>
                  </dgm:alg>
                  <dgm:shape xmlns:r="http://schemas.openxmlformats.org/officeDocument/2006/relationships" type="round2DiagRect" r:blip="">
                    <dgm:adjLst/>
                  </dgm:shape>
                  <dgm:presOf axis="desOrSelf" ptType="node"/>
                  <dgm:constrLst>
                    <dgm:constr type="lMarg"/>
                    <dgm:constr type="tMarg"/>
                    <dgm:constr type="bMarg"/>
                  </dgm:constrLst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6" axis="ch" ptType="node" func="cnt" op="equ" val="2">
            <dgm:layoutNode name="arrowDiagram2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7">
                <dgm:if name="Name8" func="var" arg="dir" op="equ" val="norm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l" for="ch" forName="textBox2a" refType="ctrX" refFor="ch" refForName="bullet2a"/>
                    <dgm:constr type="t" for="ch" forName="textBox2a" refType="ctrY" refFor="ch" refForName="bullet2a"/>
                    <dgm:constr type="w" for="ch" forName="textBox2a" refType="w" fact="0.325"/>
                    <dgm:constr type="h" for="ch" forName="textBox2a" refType="h" fact="0.427"/>
                    <dgm:constr type="userA" refType="h" refFor="ch" refForName="bullet2a" fact="0.53"/>
                    <dgm:constr type="l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l" for="ch" forName="textBox2b" refType="ctrX" refFor="ch" refForName="bullet2b"/>
                    <dgm:constr type="t" for="ch" forName="textBox2b" refType="ctrY" refFor="ch" refForName="bullet2b"/>
                    <dgm:constr type="w" for="ch" forName="textBox2b" refType="w" fact="0.325"/>
                    <dgm:constr type="h" for="ch" forName="textBox2b" refType="h" fact="0.662"/>
                    <dgm:constr type="userB" refType="h" refFor="ch" refForName="bullet2b" fact="0.53"/>
                    <dgm:constr type="lMarg" for="ch" forName="textBox2b" refType="userB" fact="2.834"/>
                    <dgm:constr type="primFontSz" for="ch" ptType="node" op="equ" val="65"/>
                  </dgm:constrLst>
                </dgm:if>
                <dgm:else name="Name9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r" for="ch" forName="textBox2a" refType="ctrX" refFor="ch" refForName="bullet2a"/>
                    <dgm:constr type="b" for="ch" forName="textBox2a" refType="ctrY" refFor="ch" refForName="bullet2a"/>
                    <dgm:constr type="w" for="ch" forName="textBox2a" refType="w" fact="0.25"/>
                    <dgm:constr type="h" for="ch" forName="textBox2a" refType="h" fact="0.573"/>
                    <dgm:constr type="userA" refType="h" refFor="ch" refForName="bullet2a" fact="0.53"/>
                    <dgm:constr type="r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r" for="ch" forName="textBox2b" refType="ctrX" refFor="ch" refForName="bullet2b"/>
                    <dgm:constr type="b" for="ch" forName="textBox2b" refType="ctrY" refFor="ch" refForName="bullet2b"/>
                    <dgm:constr type="w" for="ch" forName="textBox2b" refType="w" fact="0.28"/>
                    <dgm:constr type="h" for="ch" forName="textBox2b" refType="h" fact="0.338"/>
                    <dgm:constr type="userB" refType="h" refFor="ch" refForName="bullet2b" fact="0.53"/>
                    <dgm:constr type="rMarg" for="ch" forName="textBox2b" refType="userB" fact="2.834"/>
                    <dgm:constr type="primFontSz" for="ch" ptType="node" op="equ" val="65"/>
                  </dgm:constrLst>
                </dgm:else>
              </dgm:choose>
              <dgm:ruleLst/>
              <dgm:forEach name="Name10" axis="ch" ptType="node" cnt="1">
                <dgm:layoutNode name="bullet2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a" styleLbl="revTx">
                  <dgm:varLst>
                    <dgm:bulletEnabled val="1"/>
                  </dgm:varLst>
                  <dgm:choose name="Name11">
                    <dgm:if name="Name12" func="var" arg="dir" op="equ" val="norm">
                      <dgm:choose name="Name13">
                        <dgm:if name="Name1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6">
                      <dgm:choose name="Name17">
                        <dgm:if name="Name1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">
                    <dgm:if name="Name2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23" axis="ch" ptType="node" st="2" cnt="1">
                <dgm:layoutNode name="bullet2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b" styleLbl="revTx">
                  <dgm:varLst>
                    <dgm:bulletEnabled val="1"/>
                  </dgm:varLst>
                  <dgm:choose name="Name24">
                    <dgm:if name="Name25" func="var" arg="dir" op="equ" val="norm">
                      <dgm:choose name="Name26">
                        <dgm:if name="Name2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2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29">
                      <dgm:choose name="Name30">
                        <dgm:if name="Name3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3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33">
                    <dgm:if name="Name3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3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36" axis="ch" ptType="node" func="cnt" op="equ" val="3">
            <dgm:layoutNode name="arrowDiagram3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37">
                <dgm:if name="Name38" func="var" arg="dir" op="equ" val="norm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l" for="ch" forName="textBox3a" refType="ctrX" refFor="ch" refForName="bullet3a"/>
                    <dgm:constr type="t" for="ch" forName="textBox3a" refType="ctrY" refFor="ch" refForName="bullet3a"/>
                    <dgm:constr type="w" for="ch" forName="textBox3a" refType="w" fact="0.233"/>
                    <dgm:constr type="h" for="ch" forName="textBox3a" refType="h" fact="0.289"/>
                    <dgm:constr type="userA" refType="h" refFor="ch" refForName="bullet3a" fact="0.53"/>
                    <dgm:constr type="l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l" for="ch" forName="textBox3b" refType="ctrX" refFor="ch" refForName="bullet3b"/>
                    <dgm:constr type="t" for="ch" forName="textBox3b" refType="ctrY" refFor="ch" refForName="bullet3b"/>
                    <dgm:constr type="w" for="ch" forName="textBox3b" refType="w" fact="0.24"/>
                    <dgm:constr type="h" for="ch" forName="textBox3b" refType="h" fact="0.544"/>
                    <dgm:constr type="userB" refType="h" refFor="ch" refForName="bullet3b" fact="0.53"/>
                    <dgm:constr type="l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l" for="ch" forName="textBox3c" refType="ctrX" refFor="ch" refForName="bullet3c"/>
                    <dgm:constr type="t" for="ch" forName="textBox3c" refType="ctrY" refFor="ch" refForName="bullet3c"/>
                    <dgm:constr type="w" for="ch" forName="textBox3c" refType="w" fact="0.24"/>
                    <dgm:constr type="h" for="ch" forName="textBox3c" refType="h" fact="0.695"/>
                    <dgm:constr type="userC" refType="h" refFor="ch" refForName="bullet3c" fact="0.53"/>
                    <dgm:constr type="lMarg" for="ch" forName="textBox3c" refType="userC" fact="2.834"/>
                    <dgm:constr type="primFontSz" for="ch" ptType="node" op="equ" val="65"/>
                  </dgm:constrLst>
                </dgm:if>
                <dgm:else name="Name39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r" for="ch" forName="textBox3a" refType="ctrX" refFor="ch" refForName="bullet3a"/>
                    <dgm:constr type="b" for="ch" forName="textBox3a" refType="ctrY" refFor="ch" refForName="bullet3a"/>
                    <dgm:constr type="w" for="ch" forName="textBox3a" refType="w" fact="0.14"/>
                    <dgm:constr type="h" for="ch" forName="textBox3a" refType="h" fact="0.711"/>
                    <dgm:constr type="userA" refType="h" refFor="ch" refForName="bullet3a" fact="0.53"/>
                    <dgm:constr type="r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r" for="ch" forName="textBox3b" refType="ctrX" refFor="ch" refForName="bullet3b"/>
                    <dgm:constr type="b" for="ch" forName="textBox3b" refType="ctrY" refFor="ch" refForName="bullet3b"/>
                    <dgm:constr type="w" for="ch" forName="textBox3b" refType="w" fact="0.24"/>
                    <dgm:constr type="h" for="ch" forName="textBox3b" refType="h" fact="0.456"/>
                    <dgm:constr type="userB" refType="h" refFor="ch" refForName="bullet3b" fact="0.53"/>
                    <dgm:constr type="r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r" for="ch" forName="textBox3c" refType="ctrX" refFor="ch" refForName="bullet3c"/>
                    <dgm:constr type="b" for="ch" forName="textBox3c" refType="ctrY" refFor="ch" refForName="bullet3c"/>
                    <dgm:constr type="w" for="ch" forName="textBox3c" refType="w" fact="0.24"/>
                    <dgm:constr type="h" for="ch" forName="textBox3c" refType="h" fact="0.305"/>
                    <dgm:constr type="userC" refType="h" refFor="ch" refForName="bullet3c" fact="0.53"/>
                    <dgm:constr type="rMarg" for="ch" forName="textBox3c" refType="userC" fact="2.834"/>
                    <dgm:constr type="primFontSz" for="ch" ptType="node" op="equ" val="65"/>
                  </dgm:constrLst>
                </dgm:else>
              </dgm:choose>
              <dgm:ruleLst/>
              <dgm:forEach name="Name40" axis="ch" ptType="node" cnt="1">
                <dgm:layoutNode name="bullet3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a" styleLbl="revTx">
                  <dgm:varLst>
                    <dgm:bulletEnabled val="1"/>
                  </dgm:varLst>
                  <dgm:choose name="Name41">
                    <dgm:if name="Name42" func="var" arg="dir" op="equ" val="norm">
                      <dgm:choose name="Name43">
                        <dgm:if name="Name4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4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46">
                      <dgm:choose name="Name47">
                        <dgm:if name="Name4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4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50">
                    <dgm:if name="Name5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5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53" axis="ch" ptType="node" st="2" cnt="1">
                <dgm:layoutNode name="bullet3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b" styleLbl="revTx">
                  <dgm:varLst>
                    <dgm:bulletEnabled val="1"/>
                  </dgm:varLst>
                  <dgm:choose name="Name54">
                    <dgm:if name="Name55" func="var" arg="dir" op="equ" val="norm">
                      <dgm:choose name="Name56">
                        <dgm:if name="Name5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5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59">
                      <dgm:choose name="Name60">
                        <dgm:if name="Name6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6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63">
                    <dgm:if name="Name6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6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66" axis="ch" ptType="node" st="3" cnt="1">
                <dgm:layoutNode name="bullet3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c" styleLbl="revTx">
                  <dgm:varLst>
                    <dgm:bulletEnabled val="1"/>
                  </dgm:varLst>
                  <dgm:choose name="Name67">
                    <dgm:if name="Name68" func="var" arg="dir" op="equ" val="norm">
                      <dgm:choose name="Name69">
                        <dgm:if name="Name7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7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72">
                      <dgm:choose name="Name73">
                        <dgm:if name="Name7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7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76">
                    <dgm:if name="Name7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7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79" axis="ch" ptType="node" func="cnt" op="equ" val="4">
            <dgm:layoutNode name="arrowDiagram4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80">
                <dgm:if name="Name81" func="var" arg="dir" op="equ" val="norm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l" for="ch" forName="textBox4a" refType="ctrX" refFor="ch" refForName="bullet4a"/>
                    <dgm:constr type="t" for="ch" forName="textBox4a" refType="ctrY" refFor="ch" refForName="bullet4a"/>
                    <dgm:constr type="w" for="ch" forName="textBox4a" refType="w" fact="0.171"/>
                    <dgm:constr type="h" for="ch" forName="textBox4a" refType="h" fact="0.238"/>
                    <dgm:constr type="userA" refType="h" refFor="ch" refForName="bullet4a" fact="0.53"/>
                    <dgm:constr type="l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l" for="ch" forName="textBox4b" refType="ctrX" refFor="ch" refForName="bullet4b"/>
                    <dgm:constr type="t" for="ch" forName="textBox4b" refType="ctrY" refFor="ch" refForName="bullet4b"/>
                    <dgm:constr type="w" for="ch" forName="textBox4b" refType="w" fact="0.21"/>
                    <dgm:constr type="h" for="ch" forName="textBox4b" refType="h" fact="0.457"/>
                    <dgm:constr type="userB" refType="h" refFor="ch" refForName="bullet4b" fact="0.53"/>
                    <dgm:constr type="l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l" for="ch" forName="textBox4c" refType="ctrX" refFor="ch" refForName="bullet4c"/>
                    <dgm:constr type="t" for="ch" forName="textBox4c" refType="ctrY" refFor="ch" refForName="bullet4c"/>
                    <dgm:constr type="w" for="ch" forName="textBox4c" refType="w" fact="0.21"/>
                    <dgm:constr type="h" for="ch" forName="textBox4c" refType="h" fact="0.618"/>
                    <dgm:constr type="userC" refType="h" refFor="ch" refForName="bullet4c" fact="0.53"/>
                    <dgm:constr type="l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l" for="ch" forName="textBox4d" refType="ctrX" refFor="ch" refForName="bullet4d"/>
                    <dgm:constr type="t" for="ch" forName="textBox4d" refType="ctrY" refFor="ch" refForName="bullet4d"/>
                    <dgm:constr type="w" for="ch" forName="textBox4d" refType="w" fact="0.21"/>
                    <dgm:constr type="h" for="ch" forName="textBox4d" refType="h" fact="0.717"/>
                    <dgm:constr type="userD" refType="h" refFor="ch" refForName="bullet4d" fact="0.53"/>
                    <dgm:constr type="lMarg" for="ch" forName="textBox4d" refType="userD" fact="2.834"/>
                    <dgm:constr type="primFontSz" for="ch" ptType="node" op="equ" val="65"/>
                  </dgm:constrLst>
                </dgm:if>
                <dgm:else name="Name82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r" for="ch" forName="textBox4a" refType="ctrX" refFor="ch" refForName="bullet4a"/>
                    <dgm:constr type="b" for="ch" forName="textBox4a" refType="ctrY" refFor="ch" refForName="bullet4a"/>
                    <dgm:constr type="w" for="ch" forName="textBox4a" refType="w" fact="0.11"/>
                    <dgm:constr type="h" for="ch" forName="textBox4a" refType="h" fact="0.762"/>
                    <dgm:constr type="userA" refType="h" refFor="ch" refForName="bullet4a" fact="0.53"/>
                    <dgm:constr type="r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r" for="ch" forName="textBox4b" refType="ctrX" refFor="ch" refForName="bullet4b"/>
                    <dgm:constr type="b" for="ch" forName="textBox4b" refType="ctrY" refFor="ch" refForName="bullet4b"/>
                    <dgm:constr type="w" for="ch" forName="textBox4b" refType="w" fact="0.171"/>
                    <dgm:constr type="h" for="ch" forName="textBox4b" refType="h" fact="0.543"/>
                    <dgm:constr type="userB" refType="h" refFor="ch" refForName="bullet4b" fact="0.53"/>
                    <dgm:constr type="r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r" for="ch" forName="textBox4c" refType="ctrX" refFor="ch" refForName="bullet4c"/>
                    <dgm:constr type="b" for="ch" forName="textBox4c" refType="ctrY" refFor="ch" refForName="bullet4c"/>
                    <dgm:constr type="w" for="ch" forName="textBox4c" refType="w" fact="0.21"/>
                    <dgm:constr type="h" for="ch" forName="textBox4c" refType="h" fact="0.382"/>
                    <dgm:constr type="userC" refType="h" refFor="ch" refForName="bullet4c" fact="0.53"/>
                    <dgm:constr type="r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r" for="ch" forName="textBox4d" refType="ctrX" refFor="ch" refForName="bullet4d"/>
                    <dgm:constr type="b" for="ch" forName="textBox4d" refType="ctrY" refFor="ch" refForName="bullet4d"/>
                    <dgm:constr type="w" for="ch" forName="textBox4d" refType="w" fact="0.21"/>
                    <dgm:constr type="h" for="ch" forName="textBox4d" refType="h" fact="0.283"/>
                    <dgm:constr type="userD" refType="h" refFor="ch" refForName="bullet4d" fact="0.53"/>
                    <dgm:constr type="rMarg" for="ch" forName="textBox4d" refType="userD" fact="2.834"/>
                    <dgm:constr type="primFontSz" for="ch" ptType="node" op="equ" val="65"/>
                  </dgm:constrLst>
                </dgm:else>
              </dgm:choose>
              <dgm:ruleLst/>
              <dgm:forEach name="Name83" axis="ch" ptType="node" cnt="1">
                <dgm:layoutNode name="bullet4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a" styleLbl="revTx">
                  <dgm:varLst>
                    <dgm:bulletEnabled val="1"/>
                  </dgm:varLst>
                  <dgm:choose name="Name84">
                    <dgm:if name="Name85" func="var" arg="dir" op="equ" val="norm">
                      <dgm:choose name="Name86">
                        <dgm:if name="Name8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8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89">
                      <dgm:choose name="Name90">
                        <dgm:if name="Name9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9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93">
                    <dgm:if name="Name9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9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96" axis="ch" ptType="node" st="2" cnt="1">
                <dgm:layoutNode name="bullet4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b" styleLbl="revTx">
                  <dgm:varLst>
                    <dgm:bulletEnabled val="1"/>
                  </dgm:varLst>
                  <dgm:choose name="Name97">
                    <dgm:if name="Name98" func="var" arg="dir" op="equ" val="norm">
                      <dgm:choose name="Name99">
                        <dgm:if name="Name10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0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0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06">
                    <dgm:if name="Name10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0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09" axis="ch" ptType="node" st="3" cnt="1">
                <dgm:layoutNode name="bullet4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c" styleLbl="revTx">
                  <dgm:varLst>
                    <dgm:bulletEnabled val="1"/>
                  </dgm:varLst>
                  <dgm:choose name="Name110">
                    <dgm:if name="Name111" func="var" arg="dir" op="equ" val="norm">
                      <dgm:choose name="Name112">
                        <dgm:if name="Name11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1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15">
                      <dgm:choose name="Name116">
                        <dgm:if name="Name11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1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19">
                    <dgm:if name="Name12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2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22" axis="ch" ptType="node" st="4" cnt="1">
                <dgm:layoutNode name="bullet4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d" styleLbl="revTx">
                  <dgm:varLst>
                    <dgm:bulletEnabled val="1"/>
                  </dgm:varLst>
                  <dgm:choose name="Name123">
                    <dgm:if name="Name124" func="var" arg="dir" op="equ" val="norm">
                      <dgm:choose name="Name125">
                        <dgm:if name="Name12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2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28">
                      <dgm:choose name="Name129">
                        <dgm:if name="Name13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3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32">
                    <dgm:if name="Name13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3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else name="Name135">
            <dgm:layoutNode name="arrowDiagram5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136">
                <dgm:if name="Name137" func="var" arg="dir" op="equ" val="norm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l" for="ch" forName="textBox5a" refType="ctrX" refFor="ch" refForName="bullet5a"/>
                    <dgm:constr type="t" for="ch" forName="textBox5a" refType="ctrY" refFor="ch" refForName="bullet5a"/>
                    <dgm:constr type="w" for="ch" forName="textBox5a" refType="w" fact="0.131"/>
                    <dgm:constr type="h" for="ch" forName="textBox5a" refType="h" fact="0.238"/>
                    <dgm:constr type="userA" refType="h" refFor="ch" refForName="bullet5a" fact="0.53"/>
                    <dgm:constr type="l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l" for="ch" forName="textBox5b" refType="ctrX" refFor="ch" refForName="bullet5b"/>
                    <dgm:constr type="t" for="ch" forName="textBox5b" refType="ctrY" refFor="ch" refForName="bullet5b"/>
                    <dgm:constr type="w" for="ch" forName="textBox5b" refType="w" fact="0.166"/>
                    <dgm:constr type="h" for="ch" forName="textBox5b" refType="h" fact="0.419"/>
                    <dgm:constr type="userB" refType="h" refFor="ch" refForName="bullet5b" fact="0.53"/>
                    <dgm:constr type="l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l" for="ch" forName="textBox5c" refType="ctrX" refFor="ch" refForName="bullet5c"/>
                    <dgm:constr type="t" for="ch" forName="textBox5c" refType="ctrY" refFor="ch" refForName="bullet5c"/>
                    <dgm:constr type="w" for="ch" forName="textBox5c" refType="w" fact="0.193"/>
                    <dgm:constr type="h" for="ch" forName="textBox5c" refType="h" fact="0.562"/>
                    <dgm:constr type="userC" refType="h" refFor="ch" refForName="bullet5c" fact="0.53"/>
                    <dgm:constr type="l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l" for="ch" forName="textBox5d" refType="ctrX" refFor="ch" refForName="bullet5d"/>
                    <dgm:constr type="t" for="ch" forName="textBox5d" refType="ctrY" refFor="ch" refForName="bullet5d"/>
                    <dgm:constr type="w" for="ch" forName="textBox5d" refType="w" fact="0.2"/>
                    <dgm:constr type="h" for="ch" forName="textBox5d" refType="h" fact="0.67"/>
                    <dgm:constr type="userD" refType="h" refFor="ch" refForName="bullet5d" fact="0.53"/>
                    <dgm:constr type="l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l" for="ch" forName="textBox5e" refType="ctrX" refFor="ch" refForName="bullet5e"/>
                    <dgm:constr type="t" for="ch" forName="textBox5e" refType="ctrY" refFor="ch" refForName="bullet5e"/>
                    <dgm:constr type="w" for="ch" forName="textBox5e" refType="w" fact="0.2"/>
                    <dgm:constr type="h" for="ch" forName="textBox5e" refType="h" fact="0.736"/>
                    <dgm:constr type="userE" refType="h" refFor="ch" refForName="bullet5e" fact="0.53"/>
                    <dgm:constr type="lMarg" for="ch" forName="textBox5e" refType="userE" fact="2.834"/>
                    <dgm:constr type="primFontSz" for="ch" ptType="node" op="equ" val="65"/>
                  </dgm:constrLst>
                </dgm:if>
                <dgm:else name="Name138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r" for="ch" forName="textBox5a" refType="ctrX" refFor="ch" refForName="bullet5a"/>
                    <dgm:constr type="b" for="ch" forName="textBox5a" refType="ctrY" refFor="ch" refForName="bullet5a"/>
                    <dgm:constr type="w" for="ch" forName="textBox5a" refType="w" fact="0.11"/>
                    <dgm:constr type="h" for="ch" forName="textBox5a" refType="h" fact="0.762"/>
                    <dgm:constr type="userA" refType="h" refFor="ch" refForName="bullet5a" fact="0.53"/>
                    <dgm:constr type="r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r" for="ch" forName="textBox5b" refType="ctrX" refFor="ch" refForName="bullet5b"/>
                    <dgm:constr type="b" for="ch" forName="textBox5b" refType="ctrY" refFor="ch" refForName="bullet5b"/>
                    <dgm:constr type="w" for="ch" forName="textBox5b" refType="w" fact="0.131"/>
                    <dgm:constr type="h" for="ch" forName="textBox5b" refType="h" fact="0.581"/>
                    <dgm:constr type="userB" refType="h" refFor="ch" refForName="bullet5b" fact="0.53"/>
                    <dgm:constr type="r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r" for="ch" forName="textBox5c" refType="ctrX" refFor="ch" refForName="bullet5c"/>
                    <dgm:constr type="b" for="ch" forName="textBox5c" refType="ctrY" refFor="ch" refForName="bullet5c"/>
                    <dgm:constr type="w" for="ch" forName="textBox5c" refType="w" fact="0.166"/>
                    <dgm:constr type="h" for="ch" forName="textBox5c" refType="h" fact="0.438"/>
                    <dgm:constr type="userC" refType="h" refFor="ch" refForName="bullet5c" fact="0.53"/>
                    <dgm:constr type="r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r" for="ch" forName="textBox5d" refType="ctrX" refFor="ch" refForName="bullet5d"/>
                    <dgm:constr type="b" for="ch" forName="textBox5d" refType="ctrY" refFor="ch" refForName="bullet5d"/>
                    <dgm:constr type="w" for="ch" forName="textBox5d" refType="w" fact="0.193"/>
                    <dgm:constr type="h" for="ch" forName="textBox5d" refType="h" fact="0.33"/>
                    <dgm:constr type="userD" refType="h" refFor="ch" refForName="bullet5d" fact="0.53"/>
                    <dgm:constr type="r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r" for="ch" forName="textBox5e" refType="ctrX" refFor="ch" refForName="bullet5e"/>
                    <dgm:constr type="b" for="ch" forName="textBox5e" refType="ctrY" refFor="ch" refForName="bullet5e"/>
                    <dgm:constr type="w" for="ch" forName="textBox5e" refType="w" fact="0.2"/>
                    <dgm:constr type="h" for="ch" forName="textBox5e" refType="h" fact="0.264"/>
                    <dgm:constr type="userE" refType="h" refFor="ch" refForName="bullet5e" fact="0.53"/>
                    <dgm:constr type="rMarg" for="ch" forName="textBox5e" refType="userE" fact="2.834"/>
                    <dgm:constr type="primFontSz" for="ch" ptType="node" op="equ" val="65"/>
                  </dgm:constrLst>
                </dgm:else>
              </dgm:choose>
              <dgm:ruleLst/>
              <dgm:forEach name="Name139" axis="ch" ptType="node" cnt="1">
                <dgm:layoutNode name="bullet5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a" styleLbl="revTx">
                  <dgm:varLst>
                    <dgm:bulletEnabled val="1"/>
                  </dgm:varLst>
                  <dgm:choose name="Name140">
                    <dgm:if name="Name141" func="var" arg="dir" op="equ" val="norm">
                      <dgm:choose name="Name142">
                        <dgm:if name="Name14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4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45">
                      <dgm:choose name="Name146">
                        <dgm:if name="Name14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4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49">
                    <dgm:if name="Name15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5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52" axis="ch" ptType="node" st="2" cnt="1">
                <dgm:layoutNode name="bullet5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b" styleLbl="revTx">
                  <dgm:varLst>
                    <dgm:bulletEnabled val="1"/>
                  </dgm:varLst>
                  <dgm:choose name="Name153">
                    <dgm:if name="Name154" func="var" arg="dir" op="equ" val="norm">
                      <dgm:choose name="Name155">
                        <dgm:if name="Name15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58">
                      <dgm:choose name="Name159">
                        <dgm:if name="Name16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6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62">
                    <dgm:if name="Name16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6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65" axis="ch" ptType="node" st="3" cnt="1">
                <dgm:layoutNode name="bullet5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c" styleLbl="revTx">
                  <dgm:varLst>
                    <dgm:bulletEnabled val="1"/>
                  </dgm:varLst>
                  <dgm:choose name="Name166">
                    <dgm:if name="Name167" func="var" arg="dir" op="equ" val="norm">
                      <dgm:choose name="Name168">
                        <dgm:if name="Name169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70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71">
                      <dgm:choose name="Name172">
                        <dgm:if name="Name173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74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75">
                    <dgm:if name="Name176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77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78" axis="ch" ptType="node" st="4" cnt="1">
                <dgm:layoutNode name="bullet5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d" styleLbl="revTx">
                  <dgm:varLst>
                    <dgm:bulletEnabled val="1"/>
                  </dgm:varLst>
                  <dgm:choose name="Name179">
                    <dgm:if name="Name180" func="var" arg="dir" op="equ" val="norm">
                      <dgm:choose name="Name181">
                        <dgm:if name="Name182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83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84">
                      <dgm:choose name="Name185">
                        <dgm:if name="Name186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87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88">
                    <dgm:if name="Name189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90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91" axis="ch" ptType="node" st="5" cnt="1">
                <dgm:layoutNode name="bullet5e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e" styleLbl="revTx">
                  <dgm:varLst>
                    <dgm:bulletEnabled val="1"/>
                  </dgm:varLst>
                  <dgm:choose name="Name192">
                    <dgm:if name="Name193" func="var" arg="dir" op="equ" val="norm">
                      <dgm:choose name="Name194">
                        <dgm:if name="Name195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96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97">
                      <dgm:choose name="Name198">
                        <dgm:if name="Name199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200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1">
                    <dgm:if name="Name202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03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else>
        </dgm:choose>
      </dgm:if>
      <dgm:else name="Name204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8FA3CA-5725-4BA7-A851-72A62AC5A8EE}" type="datetimeFigureOut">
              <a:rPr lang="en-CA" smtClean="0"/>
              <a:pPr/>
              <a:t>2025-07-02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873CA4-7EF9-467F-99BD-6DDCB9451CF6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75470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5T13:15:16.696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1 4 24575,'100'-1'0,"-21"-1"0,93 10 0,-158-6 0,0 1 0,1 0 0,-1 1 0,-1 1 0,1 0 0,0 1 0,-1 0 0,-1 1 0,1 1 0,-1 0 0,0 0 0,-1 2 0,0-1 0,0 1 0,-1 1 0,0 0 0,-1 0 0,0 1 0,10 19 0,-9-14 0,36 61 0,49 115 0,43 184 0,-117-308 0,-4 1 0,-3 1 0,9 113 0,-23 169 0,-3-220 0,1-94 0,-3-1 0,-15 65 0,11-62 0,-8 79 0,16-118 0,0 17 0,1 1 0,0 0 0,4 22 0,-3-35 0,1 0 0,-1 0 0,2 0 0,-1 0 0,1-1 0,0 1 0,1-1 0,-1 0 0,1 0 0,0 0 0,1-1 0,6 8 0,10 6 0,0-1 0,1-1 0,43 25 0,78 33 0,-71-44 0,2-3 0,89 21 0,152 20 0,-311-68 0,1 0 0,0 0 0,-1 0 0,1 0 0,-1 0 0,1 1 0,-1 0 0,0 0 0,0 0 0,0 1 0,0-1 0,0 1 0,0 0 0,-1 0 0,5 5 0,-6-5 0,0 1 0,-1 0 0,1 1 0,-1-1 0,0 0 0,0 0 0,0 1 0,0-1 0,-1 0 0,0 1 0,0-1 0,0 1 0,0-1 0,-1 0 0,0 1 0,-2 6 0,-45 178 0,6-31 0,3 40 0,8 2 0,10 2 0,4 219 0,23 184 0,-2-551 0,3-1 0,26 98 0,-11-60 0,-14-40 0,-3 0 0,-1 1 0,-5 77 0,0-71 0,1-45 0,0 0 0,-1 1 0,-1-1 0,0 0 0,-1 0 0,0 0 0,-1-1 0,0 1 0,-1-1 0,0 0 0,-1 0 0,-8 12 0,-6 3 0,-1-2 0,-2 0 0,0-2 0,-1 0 0,-2-2 0,0-1 0,-1-1 0,-1-1 0,0-1 0,-1-2 0,-1 0 0,-1-3 0,0 0 0,-37 8 0,55-17 0,1-1 0,-1 1 0,0-2 0,-19 0 0,27-1 0,-1 0 0,0-1 0,1 0 0,-1 0 0,1 0 0,0-1 0,-1 0 0,1 0 0,0 0 0,0-1 0,0 0 0,-6-4 0,-7-9 0,1-1 0,0-1 0,2-1 0,0 0 0,-17-28 0,-17-23 0,-33-32-1365,53 64-5461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5T13:15:29.761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291 0 24575,'0'725'0,"0"-713"0,0-1 0,0-1 0,0 0 0,-1 0 0,-4 18 0,5-26 0,-1-1 0,1 1 0,-1-1 0,1 1 0,-1-1 0,0 1 0,1-1 0,-1 1 0,0-1 0,0 1 0,0-1 0,0 0 0,-1 0 0,1 0 0,0 1 0,0-1 0,-1 0 0,1-1 0,-1 1 0,1 0 0,-1 0 0,1-1 0,-1 1 0,1 0 0,-1-1 0,0 0 0,1 1 0,-1-1 0,0 0 0,1 0 0,-1 0 0,0 0 0,1 0 0,-1 0 0,-2-1 0,-16-4 0,0-1 0,1-1 0,0 0 0,0-2 0,-33-20 0,6 3 0,4 5 0,42 21 1,0 0 0,0 0-1,0 0 1,1 0 0,-1 0 0,0 0-1,0 0 1,0 0 0,0 0 0,1 0-1,-1 0 1,0 0 0,0 0 0,0-1-1,0 1 1,0 0 0,0 0 0,1 0-1,-1 0 1,0 0 0,0 0 0,0 0-1,0-1 1,0 1 0,0 0-1,0 0 1,0 0 0,0 0 0,0-1-1,0 1 1,0 0 0,0 0 0,0 0-1,0 0 1,0 0 0,0-1 0,0 1-1,0 0 1,0 0 0,0 0 0,0 0-1,0-1 1,0 1 0,0 0 0,0 0-1,0 0 1,0 0 0,0 0 0,0-1-1,0 1 1,0 0 0,0 0-1,-1 0 1,1 0 0,0 0 0,0 0-1,0-1 1,0 1 0,0 0 0,-1 0-1,1 0 1,16-1-1072,-15 1 731,17 0-6486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5T13:15:30.671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1 1 24575,'0'0'-8191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5T13:15:33.667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430 31 24575,'-9'0'0,"0"-1"0,1-1 0,0 1 0,-1-2 0,-7-2 0,-33-7 0,2 8 0,1 2 0,-76 6 0,118-4 0,0 1 0,0-1 0,0 1 0,0 1 0,0-1 0,0 0 0,0 1 0,0 0 0,0 0 0,1 0 0,-1 0 0,1 1 0,-1 0 0,1-1 0,0 1 0,0 0 0,0 0 0,1 1 0,-5 6 0,2-1 0,1 0 0,0 0 0,0 1 0,1-1 0,0 1 0,1 0 0,-2 14 0,3-17 0,0 0 0,1-1 0,0 1 0,0 0 0,0 0 0,1-1 0,0 1 0,0 0 0,1-1 0,0 1 0,5 11 0,-4-13 0,-1-1 0,1 0 0,0 0 0,1 0 0,-1 0 0,1 0 0,-1-1 0,1 0 0,0 1 0,0-2 0,1 1 0,-1 0 0,0-1 0,1 0 0,0 0 0,8 3 0,-4-3 0,14 6 0,0-1 0,0-1 0,1-2 0,29 3 0,-26-4 0,1 1 0,26 7 0,-27-5 0,-24-5 0,0 0 0,0 0 0,1 0 0,-1 0 0,0 1 0,0-1 0,0 1 0,0 0 0,0 0 0,-1 0 0,1 0 0,-1 0 0,1 1 0,3 4 0,-2-1 0,-1-1 0,0 1 0,0 0 0,0-1 0,-1 1 0,0 1 0,2 7 0,0 9 0,-1-1 0,-1 1 0,-2 32 0,0-51 0,0 6 0,0-2 0,0 1 0,0 0 0,-1-1 0,0 1 0,-4 14 0,4-21 0,0 0 0,0 1 0,0-1 0,0 0 0,-1 0 0,1 0 0,-1 0 0,1 0 0,-1 0 0,0 0 0,0-1 0,0 1 0,0-1 0,0 1 0,0-1 0,0 0 0,0 0 0,-1 0 0,1 0 0,0 0 0,-1 0 0,1-1 0,-1 1 0,-2 0 0,-23 1 0,0 0 0,0-2 0,-33-4 0,-10 1 0,-36 2-1365,84 1-5461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7T00:17:23.045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458 0 24575,'-29'1'0,"1"2"0,-1 0 0,-37 11 0,-80 28 0,134-38 0,4-1 0,-5 1 0,0 0 0,0 1 0,-21 12 0,30-15 0,0 1 0,1-1 0,-1 1 0,1 0 0,0 0 0,0 0 0,0 0 0,1 1 0,-1-1 0,1 1 0,0-1 0,0 1 0,0 0 0,0 0 0,0 0 0,-1 7 0,-4 23 0,2 0 0,-2 53 0,7 72 0,2-84 0,-2-67 0,0-1 0,1 1 0,0 0 0,0-1 0,1 1 0,0-1 0,1 1 0,-1-1 0,1 0 0,1 0 0,7 12 0,-2-7 0,1 0 0,0-1 0,1 0 0,0-1 0,13 10 0,-1-3 0,0 0 0,1-2 0,45 22 0,-45-24 0,-1 1 0,0 1 0,-1 1 0,29 27 0,-19-16 0,-28-23 0,-1 0 0,1 0 0,-1 0 0,1 1 0,-1-1 0,0 1 0,-1 0 0,1 0 0,-1 0 0,0 0 0,0 0 0,0 0 0,-1 1 0,0-1 0,0 0 0,0 1 0,-1-1 0,0 9 0,0-8 0,-1 0 0,1 1 0,-1-1 0,-1 0 0,1 1 0,-1-1 0,0 0 0,0 0 0,-1 0 0,0-1 0,0 1 0,0-1 0,0 1 0,-1-1 0,-6 7 0,-21 17 0,-56 39 0,65-53 0,14-9 0,-1-1 0,1 1 0,-9 10 0,14-14 0,1 1 0,0 0 0,-1 0 0,1 1 0,0-1 0,1 0 0,-1 1 0,0-1 0,1 1 0,0-1 0,0 1 0,-1 5 0,-1 18 0,1 0 0,2 0 0,5 50 0,-4-72 0,0 0 0,0 0 0,1 0 0,-1 0 0,1 0 0,1-1 0,-1 1 0,1-1 0,-1 1 0,1-1 0,1 0 0,-1 0 0,0 0 0,1-1 0,0 1 0,0-1 0,0 0 0,0 0 0,6 3 0,9 4 0,1 0 0,1-1 0,24 6 0,-28-8 0,392 157-1365,-384-153-5461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7T00:17:26.112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88 109 24575,'1'-1'0,"-1"0"0,0 0 0,1 0 0,-1 0 0,1 0 0,-1 0 0,1 0 0,-1 0 0,1 0 0,0 0 0,0 0 0,-1 0 0,1 1 0,0-1 0,0 0 0,0 1 0,0-1 0,0 0 0,2 0 0,25-13 0,-18 10 0,32-18 0,-21 11 0,-1 1 0,27-9 0,-40 16 0,1 1 0,0 0 0,-1 1 0,1 0 0,0 0 0,0 1 0,0 0 0,0 0 0,0 1 0,10 1 0,-1 3 0,1 1 0,-1 0 0,-1 2 0,0-1 0,0 2 0,0 0 0,-1 1 0,0 1 0,-1 0 0,0 1 0,-1 0 0,-1 1 0,0 1 0,0 0 0,-2 0 0,17 30 0,-21-30 0,0 1 0,-1 1 0,-1-1 0,-1 1 0,0-1 0,-1 1 0,-1 0 0,0 0 0,-1 0 0,-1 0 0,0 0 0,-7 30 0,2-28 0,-1 0 0,0-1 0,-2 0 0,0 0 0,0-1 0,-2 0 0,-21 25 0,-23 38 0,49-70 0,-10 17 0,-11 27 0,23-42 0,0-1 0,0 1 0,2 0 0,-1 0 0,1 0 0,0 13 0,1-19 0,0 4 0,1 0 0,0 0 0,1 0 0,1 11 0,-2-18 0,1 0 0,-1 1 0,1-1 0,0 0 0,0 0 0,0 0 0,0 0 0,0 1 0,0-2 0,1 1 0,-1 0 0,1 0 0,-1 0 0,1-1 0,0 1 0,-1 0 0,1-1 0,0 0 0,0 1 0,0-1 0,3 1 0,20 7 0,0-2 0,29 6 0,-2-1 0,-24-5 0,-17-5 0,0 0 0,0 1 0,20 9 0,-28-11 0,0 1 0,0-1 0,-1 1 0,1 0 0,-1 0 0,1 0 0,-1 0 0,0 0 0,0 1 0,0-1 0,0 1 0,0-1 0,0 1 0,-1 0 0,1 0 0,-1 0 0,0 0 0,2 4 0,0 14 0,0-1 0,-2 1 0,0 0 0,-1-1 0,-3 22 0,0 14 0,1 14 0,4 245 0,13-209 0,-15-104 0,0 0 0,0 0 0,0 0 0,0 0 0,-1 0 0,1 0 0,0 0 0,-1 0 0,1 0 0,-1 0 0,0-1 0,0 1 0,0 0 0,0 0 0,0 0 0,0-1 0,0 1 0,0-1 0,-1 1 0,1-1 0,-1 1 0,1-1 0,-1 0 0,0 0 0,1 1 0,-1-1 0,0-1 0,0 1 0,-2 1 0,-7 2 0,-1 0 0,1-1 0,0-1 0,-14 2 0,9-2 0,-141 19-682,-308-1-1,432-21-6143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7T00:18:32.639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970 26 24575,'35'-2'0,"55"-9"0,-65 6 0,0 1 0,0 2 0,1 1 0,44 2 0,-43 3 0,0 2 0,0 0 0,-1 2 0,0 0 0,0 2 0,-1 1 0,45 27 0,-63-33 0,0 0 0,-1 1 0,1 0 0,-1 0 0,-1 0 0,1 1 0,-1 0 0,0 0 0,-1 0 0,0 1 0,0 0 0,0-1 0,-1 1 0,0 1 0,-1-1 0,3 16 0,0 10 0,-1 1 0,-2 62 0,-2-72 0,-15 214 0,0 11 0,14-225 0,1-14 0,0 0 0,0 0 0,3 17 0,-3-25 0,1-1 0,-1 1 0,1 0 0,0-1 0,0 1 0,0-1 0,1 1 0,-1-1 0,0 1 0,1-1 0,0 0 0,-1 0 0,1 0 0,0 0 0,0 0 0,0 0 0,0-1 0,1 1 0,1 1 0,6 2 0,-1-1 0,1-1 0,0 1 0,0-2 0,0 1 0,15 1 0,63 0 0,-23-2 0,-63-2 0,1 0 0,-1 1 0,1-1 0,0 1 0,-1 0 0,1 0 0,-1 0 0,0 0 0,1 0 0,-1 1 0,0-1 0,0 1 0,0-1 0,0 1 0,0 0 0,0 0 0,0 0 0,-1 0 0,1 0 0,-1 0 0,1 0 0,-1 1 0,0-1 0,0 0 0,0 1 0,0-1 0,0 1 0,0-1 0,0 5 0,1 8 0,0 0 0,-1 0 0,-1 1 0,-1 15 0,0-6 0,-4 810 0,5-817 0,-1 0 0,-4 24 0,4-35 0,-1-1 0,1 1 0,-2-1 0,1 0 0,-1 1 0,0-1 0,0-1 0,-1 1 0,-7 10 0,-5 1 0,-1 0 0,-1-1 0,0-1 0,-1-1 0,-1 0 0,-24 12 0,-6 0 0,-79 28 0,61-32 0,0-3 0,-2-3 0,0-3 0,-111 7 0,-289-17 0,315-6 0,25 3 0,-110-3 0,237 3-57,-1 0 0,1 0 1,-1 0-1,1-1 0,-1 0 0,1 1 0,-1-1 0,1 0 0,0 0 0,-1-1 0,1 1 1,0-1-1,0 0 0,0 0 0,0 0 0,0 0 0,1 0 0,-1 0 0,0-1 1,1 1-1,0-1 0,0 0 0,-4-6 0,-3-13-6769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7T00:57:20.569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321 55 24575,'11'1'0,"0"-2"0,0 1 0,0-1 0,0-1 0,0 0 0,0 0 0,15-6 0,-5 0 0,-1 1 0,1 1 0,0 1 0,27-3 0,-4 4 0,48 2 0,-86 2 0,20 0 0,0 1 0,0 2 0,27 5 0,-46-7 0,0 1 0,0 0 0,0 1 0,0 0 0,0 0 0,0 0 0,-1 1 0,1 0 0,-1 0 0,0 1 0,-1 0 0,1 0 0,-1 0 0,0 1 0,6 8 0,2 7 0,-2 0 0,0 1 0,-1 1 0,-2 0 0,0 0 0,-1 1 0,-2 0 0,0 0 0,-2 0 0,0 1 0,-2-1 0,-2 34 0,-1-43 0,0 1 0,-1-1 0,0 0 0,-2 0 0,0-1 0,0 1 0,-14 23 0,-5 4 0,-35 44 0,4-7 0,17-20 0,-36 79 0,63-115 0,1 1 0,2 0 0,0 1 0,2 0 0,0 0 0,-3 49 0,9-66 0,1 0 0,0-1 0,0 1 0,1 0 0,0 0 0,0-1 0,1 1 0,-1-1 0,2 0 0,-1 0 0,1 0 0,0 0 0,1 0 0,0-1 0,0 0 0,0 0 0,0 0 0,12 8 0,7 5 0,1-1 0,0-1 0,43 21 0,-13-12 0,1-2 0,88 24 0,124 18 0,122 1 0,-347-60 0,49 5 0,61 11 0,-147-22 0,-1 0 0,1 1 0,-1 0 0,1 0 0,-1 0 0,8 5 0,-12-7 0,0 1 0,0 0 0,0 0 0,0 0 0,0 0 0,0 0 0,0 0 0,-1 0 0,1 0 0,0 0 0,-1 0 0,1 1 0,-1-1 0,1 0 0,-1 0 0,1 1 0,-1-1 0,0 0 0,0 1 0,0-1 0,1 0 0,-1 1 0,-1-1 0,1 0 0,0 1 0,0-1 0,0 0 0,-1 0 0,1 1 0,-1-1 0,0 2 0,-8 17 0,-1-1 0,0 0 0,-19 23 0,-3 7 0,24-36 0,-11 18 0,1 1 0,1 0 0,1 1 0,-19 64 0,15-13 0,4 2 0,4 0 0,3 0 0,4 95 0,5-141 0,-1 0 0,-8 44 0,-13 91 0,13-92 0,-29 122 0,34-187 0,0-3 0,0-1 0,-7 16 0,9-25 0,0 0 0,-1-1 0,0 1 0,0 0 0,0-1 0,-1 0 0,0 0 0,1 0 0,-8 5 0,-26 17 0,0-2 0,-59 27 0,48-31 0,0-1 0,-2-3 0,-77 16 0,-156 12 0,263-42 0,-291 20 0,0-22 0,127-2 0,176 2 0,-1 0 0,1 0 0,0-1 0,0 0 0,0-1 0,0 0 0,0 0 0,-11-5 0,14 4 0,0 0 0,0 0 0,1 0 0,-1-1 0,1 0 0,0 1 0,0-1 0,0-1 0,1 1 0,0-1 0,-1 1 0,1-1 0,1 0 0,-3-5 0,-13-33-1365,2-4-5461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7T01:14:48.966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586 54 24575,'5'-3'0,"16"-8"0,1 1 0,33-11 0,-47 18 0,-1 1 0,1 1 0,0 0 0,0 0 0,-1 0 0,1 1 0,0 0 0,0 1 0,0 0 0,0 0 0,12 4 0,1 3 0,0 0 0,-1 2 0,37 22 0,53 45 0,-95-66 0,1 1 0,16 11 0,0 2 0,32 34 0,-56-51 0,-1 0 0,0 0 0,0 1 0,-1 0 0,0 1 0,0-1 0,-1 1 0,-1 0 0,0 1 0,0-1 0,-1 1 0,4 19 0,-3 33 0,-6 98 0,-1-69 0,2-62 0,-1-1 0,-1 0 0,-2 1 0,-1-2 0,-1 1 0,-1-1 0,-2 0 0,-25 50 0,-8-1 0,-87 114 0,-8 13 0,102-143 0,-33 78 0,60-116 0,0 0 0,2 0 0,1 1 0,1 0 0,0 1 0,2-1 0,0 27 0,4-43 0,0 1 0,1 0 0,-1-1 0,2 1 0,-1-1 0,1 0 0,1 1 0,-1-2 0,1 1 0,1 0 0,0-1 0,0 1 0,0-1 0,1-1 0,-1 1 0,2-1 0,8 7 0,0 0 0,2 0 0,0-1 0,0-1 0,1-1 0,1 0 0,26 9 0,-4-6 0,0-1 0,0-3 0,1-1 0,50 2 0,174-2 0,-208-8 0,250-1 0,-305 1 0,4 0 0,0 0 0,1 0 0,-1 1 0,13 4 0,-19-5 0,0 0 0,0 0 0,0 1 0,-1-1 0,1 0 0,0 1 0,0-1 0,0 1 0,-1-1 0,1 1 0,0-1 0,0 1 0,-1-1 0,1 1 0,-1 0 0,1-1 0,-1 1 0,1 0 0,-1 0 0,1-1 0,-1 1 0,1 0 0,-1 0 0,0 0 0,0 0 0,1 0 0,-1-1 0,0 1 0,0 0 0,0 0 0,0 0 0,0 0 0,0 0 0,0 0 0,0 0 0,0-1 0,-1 1 0,1 0 0,0 0 0,0 0 0,-1 0 0,1 0 0,-1-1 0,1 1 0,-1 0 0,1 0 0,-2 0 0,-12 20 0,-1-1 0,-25 26 0,19-23 0,-19 28 0,25-27 0,2 1 0,0 0 0,1 0 0,2 2 0,1-1 0,1 1 0,1 0 0,-6 53 0,6 10 0,6 128 0,2-104 0,0-90 0,-8 208 0,3-194 0,-1 0 0,-2 0 0,-2-1 0,-14 40 0,-62 164 0,70-205 0,-2-1 0,-1-1 0,-26 38 0,-12 21 0,52-86 0,2-2 0,0 0 0,-1-1 0,1 1 0,-1-1 0,0 0 0,0 1 0,0-1 0,-1-1 0,1 1 0,-1 0 0,0-1 0,0 0 0,0 0 0,-1 0 0,1 0 0,-7 2 0,-39 13 0,-1-3 0,0-2 0,-1-2 0,-64 5 0,-232-10 0,78-5 0,245 1 0,0 2 0,0 0 0,-38 13 0,-10 3 0,37-12-51,23-4-211,1-1-1,-1 0 0,0-1 0,-25 1 0,13-6-6563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7T01:27:41.715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0 45 23941,'14388'0'0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7T01:27:48.468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16180 1849 24575,'-3'-52'0,"-2"1"0,-2-1 0,-18-63 0,16 75 0,-87-347 0,-12-51 0,76 306 0,-5-28 0,26 116 0,-2-1 0,-27-62 0,10 29 0,-6-19 0,35 94 0,0 0 0,0 1 0,0-1 0,0 1 0,-1-1 0,1 1 0,-1 0 0,0-1 0,0 1 0,0 0 0,0 0 0,0 0 0,0 1 0,-1-1 0,1 0 0,0 1 0,-1 0 0,1-1 0,-1 1 0,0 0 0,1 0 0,-6-1 0,-4 0 0,-1 0 0,0 1 0,-24 1 0,15-1 0,-540 16 0,172-1 0,-1212-9-796,880-7 562,-10 0-24,-851 4-573,875 11 831,-122 0 0,-2088-12-439,1380-3 2548,940 42-1762,215-8-245,-3-25-102,95-4 0,170 6 0,-136 29 0,103-13 0,-372 36 0,417-49 0,-43 3 0,99-10 0,1 2 0,-92 25 0,4 0 0,-10-1 0,136-28 0,0 1 0,0 1 0,0 0 0,1 1 0,-1 0 0,2 2 0,-1-1 0,1 1 0,0 1 0,0 0 0,1 1 0,1 0 0,-17 20 0,6-4 0,1 2 0,1 0 0,1 2 0,-24 57 0,14-18 0,3 1 0,3 2 0,4 0 0,2 1 0,-6 81 0,9-39 0,-7 148 0,19-212 0,-1-31 0,2-1 0,0 1 0,1 0 0,7 34 0,-5-47 0,-1 0 0,1-1 0,0 1 0,0-1 0,1 1 0,0-1 0,0-1 0,0 1 0,1 0 0,-1-1 0,2 0 0,-1 0 0,0 0 0,1-1 0,0 0 0,0 0 0,0 0 0,1-1 0,-1 0 0,1 0 0,0-1 0,7 2 0,16 3 0,0-1 0,0-1 0,60 1 0,-33-3 0,440 18 21,2-21-52,-237-2-54,776 2 180,-993-3-95,0-2 0,0-2 0,-1-2 0,47-16 0,32-6 0,18 6 0,195-8 0,-285 28-1365,-9 0-5461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7T02:01:35.320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0 1 24575,'0'0'-8191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7T02:01:35.320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0 1 24575,'0'0'-8191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7T15:38:15.671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0 1 24192,'5375'27'0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8T01:12:44.917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1 85 24575,'90'-4'0,"173"-32"0,18-2 0,214 33 0,-280 8 0,816-3 0,-775 14 0,-6 0 0,75-15 0,174 2 0,-252 12 0,70 1 0,608-15 0,-883 3 0,1 2 0,67 15 0,17 3 0,53 0 0,245 17 0,-272-26 0,-18-1 0,465-9 0,-300-5 0,-181 1 0,188-24 0,-7-5 0,-169 19 0,79-3 0,631 13 0,-400 2 0,-94-2 0,381 3 0,-426 11 0,159 1 0,2951-16 0,-1734 4 0,-1627-5 0,0-2 0,68-15 0,-66 9 0,106-6 0,-131 16 0,0-1 0,48-10 0,-57 8-113,-1 1-66,0-1 0,-1 0 0,0-1 1,0-1-1,0-1 0,29-16 0,-29 10-6647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8T02:01:09.038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0 0 24575,'863'11'0,"185"23"-715,319-22 925,-838-14 295,-485 1-505,64-9 0,51-4-1365,-112 12-5461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8T02:01:12.535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0 1 24575,'164'0'0,"904"17"0,57-5 0,-712-14 0,160 19 0,-168 26 0,-133-15 0,-148-17 0,117-3 0,29 3 0,-84 3 0,202-10 0,-196-6 0,1665 2 0,-1837-1 0,0-1 0,31-7 0,21-3 0,60 1 0,150-8 0,-206 20-93,55-2 304,-111-1-507,-1 0-1,0-1 0,0-1 1,30-10-1,-26 5-6529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8T02:01:13.731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1 0 24575,'0'0'-8191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5:37:42.017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4 1 24575,'2645'0'0,"-2234"13"0,17 0 0,1469-14 0,-1845 2 0,100 14 0,-125-10 0,0 1 0,1 1 0,-2 2 0,0 1 0,33 16 0,-47-19 0,-1 1 0,1 0 0,-1 1 0,-1 0 0,0 0 0,16 20 0,-3 1 0,24 41 0,-36-51 0,-1 1 0,-2 1 0,8 23 0,-4-10 0,-6-17 0,-1 0 0,-1 0 0,3 25 0,-6-32 0,0-1 0,-1 0 0,0 0 0,-1 1 0,0-1 0,0 0 0,-6 17 0,5-21 0,-1-1 0,0 1 0,0-1 0,0 0 0,-1 0 0,1 0 0,-1 0 0,-1-1 0,1 0 0,-1 0 0,1 0 0,-1 0 0,0-1 0,-1 1 0,-7 3 0,-10 3 0,-1 0 0,-36 9 0,54-17 0,-333 72 0,-10-30 0,-804 6 0,-51-51 0,656 2 0,390-12 0,49 2 0,-265 2 0,-53-3 0,151-15 0,145 11 0,-142 10 0,37 3 0,231 0 0,0 1 0,0-1 0,0 1 0,0-1 0,0-1 0,0 1 0,0-1 0,0 0 0,0 0 0,1 0 0,-1-1 0,1 1 0,0-1 0,-7-6 0,6 3 0,0 0 0,0 0 0,1-1 0,-1 0 0,2 0 0,-1 0 0,1 0 0,-4-13 0,0 4 0,-1 0 0,0 1 0,-1 0 0,-20-25 0,14 19 0,-15-25 0,26 38 0,0 0 0,1 0 0,0 0 0,0-1 0,1 1 0,0-1 0,-2-10 0,1-44 0,5-67 0,0 30 0,-2 21-1365,0 56-5461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5:45:31.144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5 0 24575,'-5'0'0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5:45:38.822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1 4 24151,'11181'0'0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30T16:50:28.292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429 0 24575,'6'1'0,"0"1"0,0-1 0,-1 1 0,1 0 0,0 0 0,-1 1 0,1 0 0,-1 0 0,0 0 0,10 8 0,-7-5 0,104 86 0,-70-55 0,-37-32 0,0 1 0,0 0 0,-1 0 0,0 0 0,0 0 0,0 1 0,-1 0 0,0 0 0,0 0 0,0 0 0,-1 0 0,2 9 0,1 10 0,2 54 0,-6-74 0,1 121 0,-3-113 0,-1 1 0,0-1 0,-1 0 0,0 0 0,-1 0 0,-9 22 0,-35 51 0,35-68 0,1 1 0,1 0 0,1 1 0,1 0 0,1 1 0,-8 31 0,16-49 0,-1 0 0,1-1 0,0 1 0,0 0 0,0-1 0,0 1 0,1 0 0,0-1 0,-1 1 0,1-1 0,1 1 0,-1-1 0,0 1 0,4 5 0,-2-4 0,1 0 0,0-1 0,0 1 0,0-1 0,0 0 0,1 0 0,-1 0 0,8 4 0,9 3 0,1 0 0,-1-2 0,41 12 0,-36-12 0,659 166 0,-669-172 0,28 6 0,76 25 0,-116-32 0,0-1 0,0 1 0,1 0 0,-1 0 0,-1 0 0,1 1 0,0 0 0,0-1 0,-1 1 0,0 0 0,1 0 0,-1 1 0,2 3 0,-3-4 0,-1 0 0,0 0 0,0 0 0,0-1 0,-1 1 0,1 0 0,-1 0 0,0 0 0,1 0 0,-1 0 0,0 0 0,-1 0 0,1 0 0,-1 0 0,1 0 0,-1 0 0,0 0 0,0 0 0,-2 3 0,-7 16 0,0 0 0,-20 29 0,19-34 0,0 0 0,2 1 0,0 0 0,-11 34 0,14-25 0,-3 50 0,2-16 0,-2 21 0,4 145 0,6-172 0,-1-49 0,0 0 0,-1 0 0,0 0 0,1 0 0,-2 0 0,1 0 0,-1 0 0,0 0 0,0-1 0,-1 1 0,1-1 0,-1 1 0,0-1 0,-1 0 0,1 0 0,-1 0 0,0-1 0,-1 1 0,1-1 0,-1 0 0,1 0 0,-1-1 0,0 1 0,-1-1 0,-6 3 0,-70 36 0,-156 58 0,-98-2 0,249-80 0,-2-3 0,0-4 0,0-5 0,-110-4 0,192-3 0,0 0 0,0 0 0,1-1 0,-1 1 0,1-2 0,-1 1 0,1 0 0,0-1 0,0-1 0,0 1 0,0-1 0,-5-4 0,-24-14 0,-23-1 115,42 17-855,-28-13 0,25 8-6086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B58700-9FA2-48CE-AC88-D71D45EB490A}" type="datetimeFigureOut">
              <a:rPr lang="en-US" smtClean="0"/>
              <a:pPr/>
              <a:t>7/2/2025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9BC4E5-2BC1-4F43-85DD-A1B8F74CB7E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0042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BC4E5-2BC1-4F43-85DD-A1B8F74CB7EB}" type="slidenum">
              <a:rPr lang="en-US" smtClean="0"/>
              <a:pPr/>
              <a:t>288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5645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BC4E5-2BC1-4F43-85DD-A1B8F74CB7EB}" type="slidenum">
              <a:rPr lang="en-US" smtClean="0"/>
              <a:pPr/>
              <a:t>290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8266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Black Signa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swf_photo2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9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458788" y="544531"/>
            <a:ext cx="4811856" cy="1854206"/>
          </a:xfrm>
        </p:spPr>
        <p:txBody>
          <a:bodyPr anchor="b" anchorCtr="0">
            <a:noAutofit/>
          </a:bodyPr>
          <a:lstStyle>
            <a:lvl1pPr marL="0" indent="0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buNone/>
              <a:defRPr sz="3600" baseline="0">
                <a:solidFill>
                  <a:schemeClr val="accent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900">
                <a:solidFill>
                  <a:schemeClr val="bg1"/>
                </a:solidFill>
              </a:defRPr>
            </a:lvl2pPr>
            <a:lvl3pPr marL="468000" indent="0">
              <a:buNone/>
              <a:defRPr/>
            </a:lvl3pPr>
          </a:lstStyle>
          <a:p>
            <a:pPr lvl="0"/>
            <a:r>
              <a:rPr lang="en-US" dirty="0"/>
              <a:t>Master Title Slide Headline</a:t>
            </a:r>
          </a:p>
        </p:txBody>
      </p:sp>
      <p:grpSp>
        <p:nvGrpSpPr>
          <p:cNvPr id="4" name="Group 3"/>
          <p:cNvGrpSpPr/>
          <p:nvPr userDrawn="1"/>
        </p:nvGrpSpPr>
        <p:grpSpPr>
          <a:xfrm>
            <a:off x="5701703" y="2274980"/>
            <a:ext cx="3074395" cy="2060440"/>
            <a:chOff x="5701703" y="682760"/>
            <a:chExt cx="3074395" cy="2060440"/>
          </a:xfrm>
        </p:grpSpPr>
        <p:sp>
          <p:nvSpPr>
            <p:cNvPr id="5" name="Freeform 4"/>
            <p:cNvSpPr/>
            <p:nvPr/>
          </p:nvSpPr>
          <p:spPr>
            <a:xfrm>
              <a:off x="6164291" y="682760"/>
              <a:ext cx="2013677" cy="2060440"/>
            </a:xfrm>
            <a:custGeom>
              <a:avLst/>
              <a:gdLst>
                <a:gd name="connsiteX0" fmla="*/ 0 w 4457700"/>
                <a:gd name="connsiteY0" fmla="*/ 0 h 4552950"/>
                <a:gd name="connsiteX1" fmla="*/ 4457700 w 4457700"/>
                <a:gd name="connsiteY1" fmla="*/ 1828800 h 4552950"/>
                <a:gd name="connsiteX2" fmla="*/ 4457700 w 4457700"/>
                <a:gd name="connsiteY2" fmla="*/ 2743200 h 4552950"/>
                <a:gd name="connsiteX3" fmla="*/ 0 w 4457700"/>
                <a:gd name="connsiteY3" fmla="*/ 4552950 h 4552950"/>
                <a:gd name="connsiteX4" fmla="*/ 0 w 4457700"/>
                <a:gd name="connsiteY4" fmla="*/ 3543300 h 4552950"/>
                <a:gd name="connsiteX5" fmla="*/ 3282950 w 4457700"/>
                <a:gd name="connsiteY5" fmla="*/ 2286000 h 4552950"/>
                <a:gd name="connsiteX6" fmla="*/ 0 w 4457700"/>
                <a:gd name="connsiteY6" fmla="*/ 1016000 h 4552950"/>
                <a:gd name="connsiteX7" fmla="*/ 0 w 4457700"/>
                <a:gd name="connsiteY7" fmla="*/ 0 h 4552950"/>
                <a:gd name="connsiteX0" fmla="*/ 0 w 4457700"/>
                <a:gd name="connsiteY0" fmla="*/ 0 h 4552950"/>
                <a:gd name="connsiteX1" fmla="*/ 4457700 w 4457700"/>
                <a:gd name="connsiteY1" fmla="*/ 1824037 h 4552950"/>
                <a:gd name="connsiteX2" fmla="*/ 4457700 w 4457700"/>
                <a:gd name="connsiteY2" fmla="*/ 2743200 h 4552950"/>
                <a:gd name="connsiteX3" fmla="*/ 0 w 4457700"/>
                <a:gd name="connsiteY3" fmla="*/ 4552950 h 4552950"/>
                <a:gd name="connsiteX4" fmla="*/ 0 w 4457700"/>
                <a:gd name="connsiteY4" fmla="*/ 3543300 h 4552950"/>
                <a:gd name="connsiteX5" fmla="*/ 3282950 w 4457700"/>
                <a:gd name="connsiteY5" fmla="*/ 2286000 h 4552950"/>
                <a:gd name="connsiteX6" fmla="*/ 0 w 4457700"/>
                <a:gd name="connsiteY6" fmla="*/ 1016000 h 4552950"/>
                <a:gd name="connsiteX7" fmla="*/ 0 w 4457700"/>
                <a:gd name="connsiteY7" fmla="*/ 0 h 4552950"/>
                <a:gd name="connsiteX0" fmla="*/ 0 w 4457700"/>
                <a:gd name="connsiteY0" fmla="*/ 0 h 4552950"/>
                <a:gd name="connsiteX1" fmla="*/ 4457700 w 4457700"/>
                <a:gd name="connsiteY1" fmla="*/ 1816893 h 4552950"/>
                <a:gd name="connsiteX2" fmla="*/ 4457700 w 4457700"/>
                <a:gd name="connsiteY2" fmla="*/ 2743200 h 4552950"/>
                <a:gd name="connsiteX3" fmla="*/ 0 w 4457700"/>
                <a:gd name="connsiteY3" fmla="*/ 4552950 h 4552950"/>
                <a:gd name="connsiteX4" fmla="*/ 0 w 4457700"/>
                <a:gd name="connsiteY4" fmla="*/ 3543300 h 4552950"/>
                <a:gd name="connsiteX5" fmla="*/ 3282950 w 4457700"/>
                <a:gd name="connsiteY5" fmla="*/ 2286000 h 4552950"/>
                <a:gd name="connsiteX6" fmla="*/ 0 w 4457700"/>
                <a:gd name="connsiteY6" fmla="*/ 1016000 h 4552950"/>
                <a:gd name="connsiteX7" fmla="*/ 0 w 4457700"/>
                <a:gd name="connsiteY7" fmla="*/ 0 h 4552950"/>
                <a:gd name="connsiteX0" fmla="*/ 0 w 4462462"/>
                <a:gd name="connsiteY0" fmla="*/ 0 h 4552950"/>
                <a:gd name="connsiteX1" fmla="*/ 4462462 w 4462462"/>
                <a:gd name="connsiteY1" fmla="*/ 1819275 h 4552950"/>
                <a:gd name="connsiteX2" fmla="*/ 4457700 w 4462462"/>
                <a:gd name="connsiteY2" fmla="*/ 2743200 h 4552950"/>
                <a:gd name="connsiteX3" fmla="*/ 0 w 4462462"/>
                <a:gd name="connsiteY3" fmla="*/ 4552950 h 4552950"/>
                <a:gd name="connsiteX4" fmla="*/ 0 w 4462462"/>
                <a:gd name="connsiteY4" fmla="*/ 3543300 h 4552950"/>
                <a:gd name="connsiteX5" fmla="*/ 3282950 w 4462462"/>
                <a:gd name="connsiteY5" fmla="*/ 2286000 h 4552950"/>
                <a:gd name="connsiteX6" fmla="*/ 0 w 4462462"/>
                <a:gd name="connsiteY6" fmla="*/ 1016000 h 4552950"/>
                <a:gd name="connsiteX7" fmla="*/ 0 w 4462462"/>
                <a:gd name="connsiteY7" fmla="*/ 0 h 4552950"/>
                <a:gd name="connsiteX0" fmla="*/ 0 w 4462921"/>
                <a:gd name="connsiteY0" fmla="*/ 0 h 4552950"/>
                <a:gd name="connsiteX1" fmla="*/ 4462462 w 4462921"/>
                <a:gd name="connsiteY1" fmla="*/ 1819275 h 4552950"/>
                <a:gd name="connsiteX2" fmla="*/ 4462463 w 4462921"/>
                <a:gd name="connsiteY2" fmla="*/ 2747962 h 4552950"/>
                <a:gd name="connsiteX3" fmla="*/ 0 w 4462921"/>
                <a:gd name="connsiteY3" fmla="*/ 4552950 h 4552950"/>
                <a:gd name="connsiteX4" fmla="*/ 0 w 4462921"/>
                <a:gd name="connsiteY4" fmla="*/ 3543300 h 4552950"/>
                <a:gd name="connsiteX5" fmla="*/ 3282950 w 4462921"/>
                <a:gd name="connsiteY5" fmla="*/ 2286000 h 4552950"/>
                <a:gd name="connsiteX6" fmla="*/ 0 w 4462921"/>
                <a:gd name="connsiteY6" fmla="*/ 1016000 h 4552950"/>
                <a:gd name="connsiteX7" fmla="*/ 0 w 4462921"/>
                <a:gd name="connsiteY7" fmla="*/ 0 h 4552950"/>
                <a:gd name="connsiteX0" fmla="*/ 0 w 4462921"/>
                <a:gd name="connsiteY0" fmla="*/ 0 h 4552950"/>
                <a:gd name="connsiteX1" fmla="*/ 4462462 w 4462921"/>
                <a:gd name="connsiteY1" fmla="*/ 1819275 h 4552950"/>
                <a:gd name="connsiteX2" fmla="*/ 4462463 w 4462921"/>
                <a:gd name="connsiteY2" fmla="*/ 2747962 h 4552950"/>
                <a:gd name="connsiteX3" fmla="*/ 0 w 4462921"/>
                <a:gd name="connsiteY3" fmla="*/ 4552950 h 4552950"/>
                <a:gd name="connsiteX4" fmla="*/ 0 w 4462921"/>
                <a:gd name="connsiteY4" fmla="*/ 3543300 h 4552950"/>
                <a:gd name="connsiteX5" fmla="*/ 3282950 w 4462921"/>
                <a:gd name="connsiteY5" fmla="*/ 2286000 h 4552950"/>
                <a:gd name="connsiteX6" fmla="*/ 0 w 4462921"/>
                <a:gd name="connsiteY6" fmla="*/ 1016000 h 4552950"/>
                <a:gd name="connsiteX7" fmla="*/ 0 w 4462921"/>
                <a:gd name="connsiteY7" fmla="*/ 0 h 4552950"/>
                <a:gd name="connsiteX0" fmla="*/ 0 w 4462921"/>
                <a:gd name="connsiteY0" fmla="*/ 0 h 4560094"/>
                <a:gd name="connsiteX1" fmla="*/ 4462462 w 4462921"/>
                <a:gd name="connsiteY1" fmla="*/ 1819275 h 4560094"/>
                <a:gd name="connsiteX2" fmla="*/ 4462463 w 4462921"/>
                <a:gd name="connsiteY2" fmla="*/ 2747962 h 4560094"/>
                <a:gd name="connsiteX3" fmla="*/ 2381 w 4462921"/>
                <a:gd name="connsiteY3" fmla="*/ 4560094 h 4560094"/>
                <a:gd name="connsiteX4" fmla="*/ 0 w 4462921"/>
                <a:gd name="connsiteY4" fmla="*/ 3543300 h 4560094"/>
                <a:gd name="connsiteX5" fmla="*/ 3282950 w 4462921"/>
                <a:gd name="connsiteY5" fmla="*/ 2286000 h 4560094"/>
                <a:gd name="connsiteX6" fmla="*/ 0 w 4462921"/>
                <a:gd name="connsiteY6" fmla="*/ 1016000 h 4560094"/>
                <a:gd name="connsiteX7" fmla="*/ 0 w 4462921"/>
                <a:gd name="connsiteY7" fmla="*/ 0 h 4560094"/>
                <a:gd name="connsiteX0" fmla="*/ 0 w 4462921"/>
                <a:gd name="connsiteY0" fmla="*/ 0 h 4560094"/>
                <a:gd name="connsiteX1" fmla="*/ 4462462 w 4462921"/>
                <a:gd name="connsiteY1" fmla="*/ 1819275 h 4560094"/>
                <a:gd name="connsiteX2" fmla="*/ 4462463 w 4462921"/>
                <a:gd name="connsiteY2" fmla="*/ 2747962 h 4560094"/>
                <a:gd name="connsiteX3" fmla="*/ 2381 w 4462921"/>
                <a:gd name="connsiteY3" fmla="*/ 4560094 h 4560094"/>
                <a:gd name="connsiteX4" fmla="*/ 0 w 4462921"/>
                <a:gd name="connsiteY4" fmla="*/ 3543300 h 4560094"/>
                <a:gd name="connsiteX5" fmla="*/ 3275807 w 4462921"/>
                <a:gd name="connsiteY5" fmla="*/ 2286000 h 4560094"/>
                <a:gd name="connsiteX6" fmla="*/ 0 w 4462921"/>
                <a:gd name="connsiteY6" fmla="*/ 1016000 h 4560094"/>
                <a:gd name="connsiteX7" fmla="*/ 0 w 4462921"/>
                <a:gd name="connsiteY7" fmla="*/ 0 h 4560094"/>
                <a:gd name="connsiteX0" fmla="*/ 0 w 4462921"/>
                <a:gd name="connsiteY0" fmla="*/ 0 h 4557713"/>
                <a:gd name="connsiteX1" fmla="*/ 4462462 w 4462921"/>
                <a:gd name="connsiteY1" fmla="*/ 1819275 h 4557713"/>
                <a:gd name="connsiteX2" fmla="*/ 4462463 w 4462921"/>
                <a:gd name="connsiteY2" fmla="*/ 2747962 h 4557713"/>
                <a:gd name="connsiteX3" fmla="*/ 2381 w 4462921"/>
                <a:gd name="connsiteY3" fmla="*/ 4557713 h 4557713"/>
                <a:gd name="connsiteX4" fmla="*/ 0 w 4462921"/>
                <a:gd name="connsiteY4" fmla="*/ 3543300 h 4557713"/>
                <a:gd name="connsiteX5" fmla="*/ 3275807 w 4462921"/>
                <a:gd name="connsiteY5" fmla="*/ 2286000 h 4557713"/>
                <a:gd name="connsiteX6" fmla="*/ 0 w 4462921"/>
                <a:gd name="connsiteY6" fmla="*/ 1016000 h 4557713"/>
                <a:gd name="connsiteX7" fmla="*/ 0 w 4462921"/>
                <a:gd name="connsiteY7" fmla="*/ 0 h 4557713"/>
                <a:gd name="connsiteX0" fmla="*/ 0 w 4462921"/>
                <a:gd name="connsiteY0" fmla="*/ 0 h 4562475"/>
                <a:gd name="connsiteX1" fmla="*/ 4462462 w 4462921"/>
                <a:gd name="connsiteY1" fmla="*/ 1819275 h 4562475"/>
                <a:gd name="connsiteX2" fmla="*/ 4462463 w 4462921"/>
                <a:gd name="connsiteY2" fmla="*/ 2747962 h 4562475"/>
                <a:gd name="connsiteX3" fmla="*/ 2381 w 4462921"/>
                <a:gd name="connsiteY3" fmla="*/ 4562475 h 4562475"/>
                <a:gd name="connsiteX4" fmla="*/ 0 w 4462921"/>
                <a:gd name="connsiteY4" fmla="*/ 3543300 h 4562475"/>
                <a:gd name="connsiteX5" fmla="*/ 3275807 w 4462921"/>
                <a:gd name="connsiteY5" fmla="*/ 2286000 h 4562475"/>
                <a:gd name="connsiteX6" fmla="*/ 0 w 4462921"/>
                <a:gd name="connsiteY6" fmla="*/ 1016000 h 4562475"/>
                <a:gd name="connsiteX7" fmla="*/ 0 w 4462921"/>
                <a:gd name="connsiteY7" fmla="*/ 0 h 4562475"/>
                <a:gd name="connsiteX0" fmla="*/ 2486 w 4465407"/>
                <a:gd name="connsiteY0" fmla="*/ 0 h 4564856"/>
                <a:gd name="connsiteX1" fmla="*/ 4464948 w 4465407"/>
                <a:gd name="connsiteY1" fmla="*/ 1819275 h 4564856"/>
                <a:gd name="connsiteX2" fmla="*/ 4464949 w 4465407"/>
                <a:gd name="connsiteY2" fmla="*/ 2747962 h 4564856"/>
                <a:gd name="connsiteX3" fmla="*/ 105 w 4465407"/>
                <a:gd name="connsiteY3" fmla="*/ 4564856 h 4564856"/>
                <a:gd name="connsiteX4" fmla="*/ 2486 w 4465407"/>
                <a:gd name="connsiteY4" fmla="*/ 3543300 h 4564856"/>
                <a:gd name="connsiteX5" fmla="*/ 3278293 w 4465407"/>
                <a:gd name="connsiteY5" fmla="*/ 2286000 h 4564856"/>
                <a:gd name="connsiteX6" fmla="*/ 2486 w 4465407"/>
                <a:gd name="connsiteY6" fmla="*/ 1016000 h 4564856"/>
                <a:gd name="connsiteX7" fmla="*/ 2486 w 4465407"/>
                <a:gd name="connsiteY7" fmla="*/ 0 h 4564856"/>
                <a:gd name="connsiteX0" fmla="*/ 2610 w 4465531"/>
                <a:gd name="connsiteY0" fmla="*/ 0 h 4564856"/>
                <a:gd name="connsiteX1" fmla="*/ 4465072 w 4465531"/>
                <a:gd name="connsiteY1" fmla="*/ 1819275 h 4564856"/>
                <a:gd name="connsiteX2" fmla="*/ 4465073 w 4465531"/>
                <a:gd name="connsiteY2" fmla="*/ 2747962 h 4564856"/>
                <a:gd name="connsiteX3" fmla="*/ 229 w 4465531"/>
                <a:gd name="connsiteY3" fmla="*/ 4564856 h 4564856"/>
                <a:gd name="connsiteX4" fmla="*/ 228 w 4465531"/>
                <a:gd name="connsiteY4" fmla="*/ 3545681 h 4564856"/>
                <a:gd name="connsiteX5" fmla="*/ 3278417 w 4465531"/>
                <a:gd name="connsiteY5" fmla="*/ 2286000 h 4564856"/>
                <a:gd name="connsiteX6" fmla="*/ 2610 w 4465531"/>
                <a:gd name="connsiteY6" fmla="*/ 1016000 h 4564856"/>
                <a:gd name="connsiteX7" fmla="*/ 2610 w 4465531"/>
                <a:gd name="connsiteY7" fmla="*/ 0 h 4564856"/>
                <a:gd name="connsiteX0" fmla="*/ 2610 w 4465531"/>
                <a:gd name="connsiteY0" fmla="*/ 0 h 4564856"/>
                <a:gd name="connsiteX1" fmla="*/ 4465072 w 4465531"/>
                <a:gd name="connsiteY1" fmla="*/ 1819275 h 4564856"/>
                <a:gd name="connsiteX2" fmla="*/ 4465073 w 4465531"/>
                <a:gd name="connsiteY2" fmla="*/ 2750343 h 4564856"/>
                <a:gd name="connsiteX3" fmla="*/ 229 w 4465531"/>
                <a:gd name="connsiteY3" fmla="*/ 4564856 h 4564856"/>
                <a:gd name="connsiteX4" fmla="*/ 228 w 4465531"/>
                <a:gd name="connsiteY4" fmla="*/ 3545681 h 4564856"/>
                <a:gd name="connsiteX5" fmla="*/ 3278417 w 4465531"/>
                <a:gd name="connsiteY5" fmla="*/ 2286000 h 4564856"/>
                <a:gd name="connsiteX6" fmla="*/ 2610 w 4465531"/>
                <a:gd name="connsiteY6" fmla="*/ 1016000 h 4564856"/>
                <a:gd name="connsiteX7" fmla="*/ 2610 w 4465531"/>
                <a:gd name="connsiteY7" fmla="*/ 0 h 4564856"/>
                <a:gd name="connsiteX0" fmla="*/ 2610 w 4465531"/>
                <a:gd name="connsiteY0" fmla="*/ 0 h 4564856"/>
                <a:gd name="connsiteX1" fmla="*/ 4465072 w 4465531"/>
                <a:gd name="connsiteY1" fmla="*/ 1819275 h 4564856"/>
                <a:gd name="connsiteX2" fmla="*/ 4465073 w 4465531"/>
                <a:gd name="connsiteY2" fmla="*/ 2755106 h 4564856"/>
                <a:gd name="connsiteX3" fmla="*/ 229 w 4465531"/>
                <a:gd name="connsiteY3" fmla="*/ 4564856 h 4564856"/>
                <a:gd name="connsiteX4" fmla="*/ 228 w 4465531"/>
                <a:gd name="connsiteY4" fmla="*/ 3545681 h 4564856"/>
                <a:gd name="connsiteX5" fmla="*/ 3278417 w 4465531"/>
                <a:gd name="connsiteY5" fmla="*/ 2286000 h 4564856"/>
                <a:gd name="connsiteX6" fmla="*/ 2610 w 4465531"/>
                <a:gd name="connsiteY6" fmla="*/ 1016000 h 4564856"/>
                <a:gd name="connsiteX7" fmla="*/ 2610 w 4465531"/>
                <a:gd name="connsiteY7" fmla="*/ 0 h 4564856"/>
                <a:gd name="connsiteX0" fmla="*/ 2610 w 4467453"/>
                <a:gd name="connsiteY0" fmla="*/ 0 h 4564856"/>
                <a:gd name="connsiteX1" fmla="*/ 4467453 w 4467453"/>
                <a:gd name="connsiteY1" fmla="*/ 1816894 h 4564856"/>
                <a:gd name="connsiteX2" fmla="*/ 4465073 w 4467453"/>
                <a:gd name="connsiteY2" fmla="*/ 2755106 h 4564856"/>
                <a:gd name="connsiteX3" fmla="*/ 229 w 4467453"/>
                <a:gd name="connsiteY3" fmla="*/ 4564856 h 4564856"/>
                <a:gd name="connsiteX4" fmla="*/ 228 w 4467453"/>
                <a:gd name="connsiteY4" fmla="*/ 3545681 h 4564856"/>
                <a:gd name="connsiteX5" fmla="*/ 3278417 w 4467453"/>
                <a:gd name="connsiteY5" fmla="*/ 2286000 h 4564856"/>
                <a:gd name="connsiteX6" fmla="*/ 2610 w 4467453"/>
                <a:gd name="connsiteY6" fmla="*/ 1016000 h 4564856"/>
                <a:gd name="connsiteX7" fmla="*/ 2610 w 4467453"/>
                <a:gd name="connsiteY7" fmla="*/ 0 h 4564856"/>
                <a:gd name="connsiteX0" fmla="*/ 2610 w 4467453"/>
                <a:gd name="connsiteY0" fmla="*/ 0 h 4564856"/>
                <a:gd name="connsiteX1" fmla="*/ 4467453 w 4467453"/>
                <a:gd name="connsiteY1" fmla="*/ 1816894 h 4564856"/>
                <a:gd name="connsiteX2" fmla="*/ 4465073 w 4467453"/>
                <a:gd name="connsiteY2" fmla="*/ 2755106 h 4564856"/>
                <a:gd name="connsiteX3" fmla="*/ 229 w 4467453"/>
                <a:gd name="connsiteY3" fmla="*/ 4564856 h 4564856"/>
                <a:gd name="connsiteX4" fmla="*/ 228 w 4467453"/>
                <a:gd name="connsiteY4" fmla="*/ 3545681 h 4564856"/>
                <a:gd name="connsiteX5" fmla="*/ 3278417 w 4467453"/>
                <a:gd name="connsiteY5" fmla="*/ 2286000 h 4564856"/>
                <a:gd name="connsiteX6" fmla="*/ 2610 w 4467453"/>
                <a:gd name="connsiteY6" fmla="*/ 1020763 h 4564856"/>
                <a:gd name="connsiteX7" fmla="*/ 2610 w 4467453"/>
                <a:gd name="connsiteY7" fmla="*/ 0 h 4564856"/>
                <a:gd name="connsiteX0" fmla="*/ 2610 w 4467453"/>
                <a:gd name="connsiteY0" fmla="*/ 0 h 4564856"/>
                <a:gd name="connsiteX1" fmla="*/ 4467453 w 4467453"/>
                <a:gd name="connsiteY1" fmla="*/ 1816894 h 4564856"/>
                <a:gd name="connsiteX2" fmla="*/ 4465073 w 4467453"/>
                <a:gd name="connsiteY2" fmla="*/ 2755106 h 4564856"/>
                <a:gd name="connsiteX3" fmla="*/ 229 w 4467453"/>
                <a:gd name="connsiteY3" fmla="*/ 4564856 h 4564856"/>
                <a:gd name="connsiteX4" fmla="*/ 228 w 4467453"/>
                <a:gd name="connsiteY4" fmla="*/ 3545681 h 4564856"/>
                <a:gd name="connsiteX5" fmla="*/ 3271273 w 4467453"/>
                <a:gd name="connsiteY5" fmla="*/ 2288382 h 4564856"/>
                <a:gd name="connsiteX6" fmla="*/ 2610 w 4467453"/>
                <a:gd name="connsiteY6" fmla="*/ 1020763 h 4564856"/>
                <a:gd name="connsiteX7" fmla="*/ 2610 w 4467453"/>
                <a:gd name="connsiteY7" fmla="*/ 0 h 4564856"/>
                <a:gd name="connsiteX0" fmla="*/ 2610 w 4467453"/>
                <a:gd name="connsiteY0" fmla="*/ 0 h 4564856"/>
                <a:gd name="connsiteX1" fmla="*/ 4467453 w 4467453"/>
                <a:gd name="connsiteY1" fmla="*/ 1816894 h 4564856"/>
                <a:gd name="connsiteX2" fmla="*/ 4465073 w 4467453"/>
                <a:gd name="connsiteY2" fmla="*/ 2755106 h 4564856"/>
                <a:gd name="connsiteX3" fmla="*/ 229 w 4467453"/>
                <a:gd name="connsiteY3" fmla="*/ 4564856 h 4564856"/>
                <a:gd name="connsiteX4" fmla="*/ 228 w 4467453"/>
                <a:gd name="connsiteY4" fmla="*/ 3545681 h 4564856"/>
                <a:gd name="connsiteX5" fmla="*/ 3271273 w 4467453"/>
                <a:gd name="connsiteY5" fmla="*/ 2288382 h 4564856"/>
                <a:gd name="connsiteX6" fmla="*/ 2610 w 4467453"/>
                <a:gd name="connsiteY6" fmla="*/ 1020763 h 4564856"/>
                <a:gd name="connsiteX7" fmla="*/ 2610 w 4467453"/>
                <a:gd name="connsiteY7" fmla="*/ 0 h 4564856"/>
                <a:gd name="connsiteX0" fmla="*/ 2610 w 4465530"/>
                <a:gd name="connsiteY0" fmla="*/ 0 h 4564856"/>
                <a:gd name="connsiteX1" fmla="*/ 4465071 w 4465530"/>
                <a:gd name="connsiteY1" fmla="*/ 1819275 h 4564856"/>
                <a:gd name="connsiteX2" fmla="*/ 4465073 w 4465530"/>
                <a:gd name="connsiteY2" fmla="*/ 2755106 h 4564856"/>
                <a:gd name="connsiteX3" fmla="*/ 229 w 4465530"/>
                <a:gd name="connsiteY3" fmla="*/ 4564856 h 4564856"/>
                <a:gd name="connsiteX4" fmla="*/ 228 w 4465530"/>
                <a:gd name="connsiteY4" fmla="*/ 3545681 h 4564856"/>
                <a:gd name="connsiteX5" fmla="*/ 3271273 w 4465530"/>
                <a:gd name="connsiteY5" fmla="*/ 2288382 h 4564856"/>
                <a:gd name="connsiteX6" fmla="*/ 2610 w 4465530"/>
                <a:gd name="connsiteY6" fmla="*/ 1020763 h 4564856"/>
                <a:gd name="connsiteX7" fmla="*/ 2610 w 4465530"/>
                <a:gd name="connsiteY7" fmla="*/ 0 h 4564856"/>
                <a:gd name="connsiteX0" fmla="*/ 2610 w 4465530"/>
                <a:gd name="connsiteY0" fmla="*/ 0 h 4564856"/>
                <a:gd name="connsiteX1" fmla="*/ 4465071 w 4465530"/>
                <a:gd name="connsiteY1" fmla="*/ 1812131 h 4564856"/>
                <a:gd name="connsiteX2" fmla="*/ 4465073 w 4465530"/>
                <a:gd name="connsiteY2" fmla="*/ 2755106 h 4564856"/>
                <a:gd name="connsiteX3" fmla="*/ 229 w 4465530"/>
                <a:gd name="connsiteY3" fmla="*/ 4564856 h 4564856"/>
                <a:gd name="connsiteX4" fmla="*/ 228 w 4465530"/>
                <a:gd name="connsiteY4" fmla="*/ 3545681 h 4564856"/>
                <a:gd name="connsiteX5" fmla="*/ 3271273 w 4465530"/>
                <a:gd name="connsiteY5" fmla="*/ 2288382 h 4564856"/>
                <a:gd name="connsiteX6" fmla="*/ 2610 w 4465530"/>
                <a:gd name="connsiteY6" fmla="*/ 1020763 h 4564856"/>
                <a:gd name="connsiteX7" fmla="*/ 2610 w 4465530"/>
                <a:gd name="connsiteY7" fmla="*/ 0 h 4564856"/>
                <a:gd name="connsiteX0" fmla="*/ 2610 w 4465530"/>
                <a:gd name="connsiteY0" fmla="*/ 0 h 4564856"/>
                <a:gd name="connsiteX1" fmla="*/ 4465071 w 4465530"/>
                <a:gd name="connsiteY1" fmla="*/ 1812131 h 4564856"/>
                <a:gd name="connsiteX2" fmla="*/ 4465073 w 4465530"/>
                <a:gd name="connsiteY2" fmla="*/ 2755106 h 4564856"/>
                <a:gd name="connsiteX3" fmla="*/ 229 w 4465530"/>
                <a:gd name="connsiteY3" fmla="*/ 4564856 h 4564856"/>
                <a:gd name="connsiteX4" fmla="*/ 228 w 4465530"/>
                <a:gd name="connsiteY4" fmla="*/ 3545681 h 4564856"/>
                <a:gd name="connsiteX5" fmla="*/ 3271273 w 4465530"/>
                <a:gd name="connsiteY5" fmla="*/ 2288382 h 4564856"/>
                <a:gd name="connsiteX6" fmla="*/ 2610 w 4465530"/>
                <a:gd name="connsiteY6" fmla="*/ 1023145 h 4564856"/>
                <a:gd name="connsiteX7" fmla="*/ 2610 w 4465530"/>
                <a:gd name="connsiteY7" fmla="*/ 0 h 4564856"/>
                <a:gd name="connsiteX0" fmla="*/ 2610 w 4465530"/>
                <a:gd name="connsiteY0" fmla="*/ 0 h 4564856"/>
                <a:gd name="connsiteX1" fmla="*/ 4465071 w 4465530"/>
                <a:gd name="connsiteY1" fmla="*/ 1812131 h 4564856"/>
                <a:gd name="connsiteX2" fmla="*/ 4465073 w 4465530"/>
                <a:gd name="connsiteY2" fmla="*/ 2755106 h 4564856"/>
                <a:gd name="connsiteX3" fmla="*/ 229 w 4465530"/>
                <a:gd name="connsiteY3" fmla="*/ 4564856 h 4564856"/>
                <a:gd name="connsiteX4" fmla="*/ 228 w 4465530"/>
                <a:gd name="connsiteY4" fmla="*/ 3545681 h 4564856"/>
                <a:gd name="connsiteX5" fmla="*/ 3264129 w 4465530"/>
                <a:gd name="connsiteY5" fmla="*/ 2288382 h 4564856"/>
                <a:gd name="connsiteX6" fmla="*/ 2610 w 4465530"/>
                <a:gd name="connsiteY6" fmla="*/ 1023145 h 4564856"/>
                <a:gd name="connsiteX7" fmla="*/ 2610 w 4465530"/>
                <a:gd name="connsiteY7" fmla="*/ 0 h 4564856"/>
                <a:gd name="connsiteX0" fmla="*/ 0 w 4467986"/>
                <a:gd name="connsiteY0" fmla="*/ 0 h 4564856"/>
                <a:gd name="connsiteX1" fmla="*/ 4467527 w 4467986"/>
                <a:gd name="connsiteY1" fmla="*/ 1812131 h 4564856"/>
                <a:gd name="connsiteX2" fmla="*/ 4467529 w 4467986"/>
                <a:gd name="connsiteY2" fmla="*/ 2755106 h 4564856"/>
                <a:gd name="connsiteX3" fmla="*/ 2685 w 4467986"/>
                <a:gd name="connsiteY3" fmla="*/ 4564856 h 4564856"/>
                <a:gd name="connsiteX4" fmla="*/ 2684 w 4467986"/>
                <a:gd name="connsiteY4" fmla="*/ 3545681 h 4564856"/>
                <a:gd name="connsiteX5" fmla="*/ 3266585 w 4467986"/>
                <a:gd name="connsiteY5" fmla="*/ 2288382 h 4564856"/>
                <a:gd name="connsiteX6" fmla="*/ 5066 w 4467986"/>
                <a:gd name="connsiteY6" fmla="*/ 1023145 h 4564856"/>
                <a:gd name="connsiteX7" fmla="*/ 0 w 4467986"/>
                <a:gd name="connsiteY7" fmla="*/ 0 h 4564856"/>
                <a:gd name="connsiteX0" fmla="*/ 0 w 4467986"/>
                <a:gd name="connsiteY0" fmla="*/ 0 h 4564856"/>
                <a:gd name="connsiteX1" fmla="*/ 4467527 w 4467986"/>
                <a:gd name="connsiteY1" fmla="*/ 1812131 h 4564856"/>
                <a:gd name="connsiteX2" fmla="*/ 4467529 w 4467986"/>
                <a:gd name="connsiteY2" fmla="*/ 2755106 h 4564856"/>
                <a:gd name="connsiteX3" fmla="*/ 2685 w 4467986"/>
                <a:gd name="connsiteY3" fmla="*/ 4564856 h 4564856"/>
                <a:gd name="connsiteX4" fmla="*/ 2684 w 4467986"/>
                <a:gd name="connsiteY4" fmla="*/ 3545681 h 4564856"/>
                <a:gd name="connsiteX5" fmla="*/ 3266585 w 4467986"/>
                <a:gd name="connsiteY5" fmla="*/ 2288382 h 4564856"/>
                <a:gd name="connsiteX6" fmla="*/ 2533 w 4467986"/>
                <a:gd name="connsiteY6" fmla="*/ 1018079 h 4564856"/>
                <a:gd name="connsiteX7" fmla="*/ 0 w 4467986"/>
                <a:gd name="connsiteY7" fmla="*/ 0 h 4564856"/>
                <a:gd name="connsiteX0" fmla="*/ 0 w 4467986"/>
                <a:gd name="connsiteY0" fmla="*/ 0 h 4564856"/>
                <a:gd name="connsiteX1" fmla="*/ 4467527 w 4467986"/>
                <a:gd name="connsiteY1" fmla="*/ 1812131 h 4564856"/>
                <a:gd name="connsiteX2" fmla="*/ 4467529 w 4467986"/>
                <a:gd name="connsiteY2" fmla="*/ 2755106 h 4564856"/>
                <a:gd name="connsiteX3" fmla="*/ 2685 w 4467986"/>
                <a:gd name="connsiteY3" fmla="*/ 4564856 h 4564856"/>
                <a:gd name="connsiteX4" fmla="*/ 2684 w 4467986"/>
                <a:gd name="connsiteY4" fmla="*/ 3545681 h 4564856"/>
                <a:gd name="connsiteX5" fmla="*/ 3266585 w 4467986"/>
                <a:gd name="connsiteY5" fmla="*/ 2288382 h 4564856"/>
                <a:gd name="connsiteX6" fmla="*/ 2533 w 4467986"/>
                <a:gd name="connsiteY6" fmla="*/ 1023145 h 4564856"/>
                <a:gd name="connsiteX7" fmla="*/ 0 w 4467986"/>
                <a:gd name="connsiteY7" fmla="*/ 0 h 4564856"/>
                <a:gd name="connsiteX0" fmla="*/ 0 w 4467986"/>
                <a:gd name="connsiteY0" fmla="*/ 0 h 4567262"/>
                <a:gd name="connsiteX1" fmla="*/ 4467527 w 4467986"/>
                <a:gd name="connsiteY1" fmla="*/ 1814537 h 4567262"/>
                <a:gd name="connsiteX2" fmla="*/ 4467529 w 4467986"/>
                <a:gd name="connsiteY2" fmla="*/ 2757512 h 4567262"/>
                <a:gd name="connsiteX3" fmla="*/ 2685 w 4467986"/>
                <a:gd name="connsiteY3" fmla="*/ 4567262 h 4567262"/>
                <a:gd name="connsiteX4" fmla="*/ 2684 w 4467986"/>
                <a:gd name="connsiteY4" fmla="*/ 3548087 h 4567262"/>
                <a:gd name="connsiteX5" fmla="*/ 3266585 w 4467986"/>
                <a:gd name="connsiteY5" fmla="*/ 2290788 h 4567262"/>
                <a:gd name="connsiteX6" fmla="*/ 2533 w 4467986"/>
                <a:gd name="connsiteY6" fmla="*/ 1025551 h 4567262"/>
                <a:gd name="connsiteX7" fmla="*/ 0 w 4467986"/>
                <a:gd name="connsiteY7" fmla="*/ 0 h 4567262"/>
                <a:gd name="connsiteX0" fmla="*/ 377 w 4465956"/>
                <a:gd name="connsiteY0" fmla="*/ 0 h 4569668"/>
                <a:gd name="connsiteX1" fmla="*/ 4465497 w 4465956"/>
                <a:gd name="connsiteY1" fmla="*/ 1816943 h 4569668"/>
                <a:gd name="connsiteX2" fmla="*/ 4465499 w 4465956"/>
                <a:gd name="connsiteY2" fmla="*/ 2759918 h 4569668"/>
                <a:gd name="connsiteX3" fmla="*/ 655 w 4465956"/>
                <a:gd name="connsiteY3" fmla="*/ 4569668 h 4569668"/>
                <a:gd name="connsiteX4" fmla="*/ 654 w 4465956"/>
                <a:gd name="connsiteY4" fmla="*/ 3550493 h 4569668"/>
                <a:gd name="connsiteX5" fmla="*/ 3264555 w 4465956"/>
                <a:gd name="connsiteY5" fmla="*/ 2293194 h 4569668"/>
                <a:gd name="connsiteX6" fmla="*/ 503 w 4465956"/>
                <a:gd name="connsiteY6" fmla="*/ 1027957 h 4569668"/>
                <a:gd name="connsiteX7" fmla="*/ 377 w 4465956"/>
                <a:gd name="connsiteY7" fmla="*/ 0 h 4569668"/>
                <a:gd name="connsiteX0" fmla="*/ 377 w 4465956"/>
                <a:gd name="connsiteY0" fmla="*/ 0 h 4569668"/>
                <a:gd name="connsiteX1" fmla="*/ 4465497 w 4465956"/>
                <a:gd name="connsiteY1" fmla="*/ 1816943 h 4569668"/>
                <a:gd name="connsiteX2" fmla="*/ 4465499 w 4465956"/>
                <a:gd name="connsiteY2" fmla="*/ 2759918 h 4569668"/>
                <a:gd name="connsiteX3" fmla="*/ 655 w 4465956"/>
                <a:gd name="connsiteY3" fmla="*/ 4569668 h 4569668"/>
                <a:gd name="connsiteX4" fmla="*/ 654 w 4465956"/>
                <a:gd name="connsiteY4" fmla="*/ 3548111 h 4569668"/>
                <a:gd name="connsiteX5" fmla="*/ 3264555 w 4465956"/>
                <a:gd name="connsiteY5" fmla="*/ 2293194 h 4569668"/>
                <a:gd name="connsiteX6" fmla="*/ 503 w 4465956"/>
                <a:gd name="connsiteY6" fmla="*/ 1027957 h 4569668"/>
                <a:gd name="connsiteX7" fmla="*/ 377 w 4465956"/>
                <a:gd name="connsiteY7" fmla="*/ 0 h 4569668"/>
                <a:gd name="connsiteX0" fmla="*/ 377 w 4465956"/>
                <a:gd name="connsiteY0" fmla="*/ 0 h 4569668"/>
                <a:gd name="connsiteX1" fmla="*/ 4465497 w 4465956"/>
                <a:gd name="connsiteY1" fmla="*/ 1816943 h 4569668"/>
                <a:gd name="connsiteX2" fmla="*/ 4465499 w 4465956"/>
                <a:gd name="connsiteY2" fmla="*/ 2759918 h 4569668"/>
                <a:gd name="connsiteX3" fmla="*/ 655 w 4465956"/>
                <a:gd name="connsiteY3" fmla="*/ 4569668 h 4569668"/>
                <a:gd name="connsiteX4" fmla="*/ 654 w 4465956"/>
                <a:gd name="connsiteY4" fmla="*/ 3548111 h 4569668"/>
                <a:gd name="connsiteX5" fmla="*/ 3257411 w 4465956"/>
                <a:gd name="connsiteY5" fmla="*/ 2293194 h 4569668"/>
                <a:gd name="connsiteX6" fmla="*/ 503 w 4465956"/>
                <a:gd name="connsiteY6" fmla="*/ 1027957 h 4569668"/>
                <a:gd name="connsiteX7" fmla="*/ 377 w 4465956"/>
                <a:gd name="connsiteY7" fmla="*/ 0 h 4569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465956" h="4569668">
                  <a:moveTo>
                    <a:pt x="377" y="0"/>
                  </a:moveTo>
                  <a:lnTo>
                    <a:pt x="4465497" y="1816943"/>
                  </a:lnTo>
                  <a:cubicBezTo>
                    <a:pt x="4463910" y="2124918"/>
                    <a:pt x="4467086" y="2451943"/>
                    <a:pt x="4465499" y="2759918"/>
                  </a:cubicBezTo>
                  <a:lnTo>
                    <a:pt x="655" y="4569668"/>
                  </a:lnTo>
                  <a:cubicBezTo>
                    <a:pt x="-139" y="4230737"/>
                    <a:pt x="1448" y="3887042"/>
                    <a:pt x="654" y="3548111"/>
                  </a:cubicBezTo>
                  <a:lnTo>
                    <a:pt x="3257411" y="2293194"/>
                  </a:lnTo>
                  <a:lnTo>
                    <a:pt x="503" y="1027957"/>
                  </a:lnTo>
                  <a:cubicBezTo>
                    <a:pt x="-1186" y="686909"/>
                    <a:pt x="2066" y="341048"/>
                    <a:pt x="37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01703" y="1523009"/>
              <a:ext cx="3074395" cy="251999"/>
            </a:xfrm>
            <a:prstGeom prst="rect">
              <a:avLst/>
            </a:prstGeom>
          </p:spPr>
        </p:pic>
      </p:grp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3817" y="6279323"/>
            <a:ext cx="2520922" cy="176078"/>
          </a:xfrm>
          <a:prstGeom prst="rect">
            <a:avLst/>
          </a:prstGeom>
        </p:spPr>
      </p:pic>
      <p:cxnSp>
        <p:nvCxnSpPr>
          <p:cNvPr id="12" name="Straight Connector 11"/>
          <p:cNvCxnSpPr/>
          <p:nvPr userDrawn="1"/>
        </p:nvCxnSpPr>
        <p:spPr>
          <a:xfrm>
            <a:off x="457200" y="6570921"/>
            <a:ext cx="8686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459320" y="2543510"/>
            <a:ext cx="4811323" cy="1233311"/>
          </a:xfrm>
        </p:spPr>
        <p:txBody>
          <a:bodyPr>
            <a:noAutofit/>
          </a:bodyPr>
          <a:lstStyle>
            <a:lvl1pPr marL="0" indent="0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buNone/>
              <a:defRPr sz="2400" baseline="0">
                <a:solidFill>
                  <a:schemeClr val="bg2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900">
                <a:solidFill>
                  <a:schemeClr val="bg1"/>
                </a:solidFill>
              </a:defRPr>
            </a:lvl2pPr>
            <a:lvl3pPr marL="468000" indent="0">
              <a:buNone/>
              <a:defRPr/>
            </a:lvl3pPr>
          </a:lstStyle>
          <a:p>
            <a:pPr lvl="0"/>
            <a:r>
              <a:rPr lang="en-US" dirty="0"/>
              <a:t>Master Title Slide Headline</a:t>
            </a:r>
          </a:p>
        </p:txBody>
      </p:sp>
    </p:spTree>
    <p:extLst>
      <p:ext uri="{BB962C8B-B14F-4D97-AF65-F5344CB8AC3E}">
        <p14:creationId xmlns:p14="http://schemas.microsoft.com/office/powerpoint/2010/main" val="41953770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tk318019rkn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5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310097"/>
            <a:ext cx="8228013" cy="670326"/>
          </a:xfrm>
        </p:spPr>
        <p:txBody>
          <a:bodyPr lIns="0" rIns="0" anchor="b" anchorCtr="0">
            <a:noAutofit/>
          </a:bodyPr>
          <a:lstStyle>
            <a:lvl1pPr marL="0" indent="0"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buNone/>
              <a:defRPr sz="4000" b="0" baseline="0">
                <a:solidFill>
                  <a:schemeClr val="tx2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900">
                <a:solidFill>
                  <a:schemeClr val="bg1"/>
                </a:solidFill>
              </a:defRPr>
            </a:lvl2pPr>
            <a:lvl3pPr marL="468000" indent="0">
              <a:buNone/>
              <a:defRPr/>
            </a:lvl3pPr>
          </a:lstStyle>
          <a:p>
            <a:pPr lvl="0"/>
            <a:r>
              <a:rPr lang="en-US" dirty="0"/>
              <a:t>Master Divider Slide Headline</a:t>
            </a:r>
          </a:p>
        </p:txBody>
      </p:sp>
    </p:spTree>
    <p:extLst>
      <p:ext uri="{BB962C8B-B14F-4D97-AF65-F5344CB8AC3E}">
        <p14:creationId xmlns:p14="http://schemas.microsoft.com/office/powerpoint/2010/main" val="23099448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/>
          <p:cNvSpPr>
            <a:spLocks noGrp="1"/>
          </p:cNvSpPr>
          <p:nvPr>
            <p:ph sz="quarter" idx="12" hasCustomPrompt="1"/>
          </p:nvPr>
        </p:nvSpPr>
        <p:spPr/>
        <p:txBody>
          <a:bodyPr/>
          <a:lstStyle>
            <a:lvl2pPr>
              <a:defRPr/>
            </a:lvl2pPr>
            <a:lvl3pPr>
              <a:defRPr/>
            </a:lvl3pPr>
          </a:lstStyle>
          <a:p>
            <a:pPr lvl="0"/>
            <a:r>
              <a:rPr lang="en-CA" dirty="0"/>
              <a:t>First Level Text</a:t>
            </a:r>
          </a:p>
          <a:p>
            <a:pPr lvl="1"/>
            <a:r>
              <a:rPr lang="en-CA" dirty="0"/>
              <a:t>Second Level Text</a:t>
            </a:r>
          </a:p>
          <a:p>
            <a:pPr lvl="2"/>
            <a:r>
              <a:rPr lang="en-CA" dirty="0"/>
              <a:t>Third Level Text</a:t>
            </a:r>
          </a:p>
          <a:p>
            <a:pPr lvl="3"/>
            <a:r>
              <a:rPr lang="en-CA" dirty="0"/>
              <a:t>Fourth Level Text</a:t>
            </a:r>
          </a:p>
          <a:p>
            <a:pPr lvl="4"/>
            <a:r>
              <a:rPr lang="en-CA" dirty="0"/>
              <a:t>Fifth Level Text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457994" y="1162050"/>
            <a:ext cx="868600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Master Title Slide Headline</a:t>
            </a:r>
            <a:endParaRPr lang="en-CA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8144698" y="6562940"/>
            <a:ext cx="536400" cy="2448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fld id="{597A8DCA-8F96-49CD-B4D5-7AC92F955860}" type="slidenum">
              <a:rPr lang="en-CA" sz="900" smtClean="0">
                <a:solidFill>
                  <a:srgbClr val="7F7F7F"/>
                </a:solidFill>
                <a:latin typeface="Arial" pitchFamily="34" charset="0"/>
                <a:cs typeface="Arial" pitchFamily="34" charset="0"/>
              </a:rPr>
              <a:pPr algn="r"/>
              <a:t>‹#›</a:t>
            </a:fld>
            <a:endParaRPr lang="en-CA" sz="900" dirty="0">
              <a:solidFill>
                <a:srgbClr val="7F7F7F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32379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aragraph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/>
          <p:cNvSpPr>
            <a:spLocks noGrp="1"/>
          </p:cNvSpPr>
          <p:nvPr>
            <p:ph sz="quarter" idx="12" hasCustomPrompt="1"/>
          </p:nvPr>
        </p:nvSpPr>
        <p:spPr/>
        <p:txBody>
          <a:bodyPr/>
          <a:lstStyle>
            <a:lvl1pPr marL="0" indent="0">
              <a:spcBef>
                <a:spcPts val="1200"/>
              </a:spcBef>
              <a:spcAft>
                <a:spcPts val="0"/>
              </a:spcAft>
              <a:buNone/>
              <a:defRPr sz="2400" b="1">
                <a:solidFill>
                  <a:schemeClr val="bg2"/>
                </a:solidFill>
              </a:defRPr>
            </a:lvl1pPr>
            <a:lvl2pPr marL="231775" indent="-231775">
              <a:spcBef>
                <a:spcPts val="624"/>
              </a:spcBef>
              <a:buFont typeface="Arial" pitchFamily="34" charset="0"/>
              <a:buChar char="•"/>
              <a:defRPr/>
            </a:lvl2pPr>
            <a:lvl3pPr marL="457200" indent="-231775">
              <a:buFont typeface="Arial" pitchFamily="34" charset="0"/>
              <a:buChar char="–"/>
              <a:defRPr/>
            </a:lvl3pPr>
            <a:lvl4pPr marL="688975" indent="-225425">
              <a:buFont typeface="Arial" pitchFamily="34" charset="0"/>
              <a:buChar char="•"/>
              <a:defRPr/>
            </a:lvl4pPr>
            <a:lvl5pPr marL="914400" indent="-225425">
              <a:buFont typeface="Arial" pitchFamily="34" charset="0"/>
              <a:buChar char="–"/>
              <a:tabLst/>
              <a:defRPr/>
            </a:lvl5pPr>
          </a:lstStyle>
          <a:p>
            <a:pPr lvl="0"/>
            <a:r>
              <a:rPr lang="en-CA" dirty="0"/>
              <a:t>First Level Text</a:t>
            </a:r>
          </a:p>
          <a:p>
            <a:pPr lvl="1"/>
            <a:r>
              <a:rPr lang="en-CA" dirty="0"/>
              <a:t>Second Level Text</a:t>
            </a:r>
          </a:p>
          <a:p>
            <a:pPr lvl="2"/>
            <a:r>
              <a:rPr lang="en-CA" dirty="0"/>
              <a:t>Third Level Text</a:t>
            </a:r>
          </a:p>
          <a:p>
            <a:pPr lvl="3"/>
            <a:r>
              <a:rPr lang="en-CA" dirty="0"/>
              <a:t>Fourth Level Text</a:t>
            </a:r>
          </a:p>
          <a:p>
            <a:pPr lvl="4"/>
            <a:r>
              <a:rPr lang="en-CA" dirty="0"/>
              <a:t>Fifth Level Text</a:t>
            </a:r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457994" y="1162050"/>
            <a:ext cx="868600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Master Title Slide Headline</a:t>
            </a:r>
            <a:endParaRPr lang="en-CA" dirty="0"/>
          </a:p>
        </p:txBody>
      </p:sp>
      <p:sp>
        <p:nvSpPr>
          <p:cNvPr id="9" name="TextBox 8"/>
          <p:cNvSpPr txBox="1"/>
          <p:nvPr userDrawn="1"/>
        </p:nvSpPr>
        <p:spPr>
          <a:xfrm>
            <a:off x="8144698" y="6562940"/>
            <a:ext cx="536400" cy="2448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fld id="{597A8DCA-8F96-49CD-B4D5-7AC92F955860}" type="slidenum">
              <a:rPr lang="en-CA" sz="900" smtClean="0">
                <a:solidFill>
                  <a:srgbClr val="7F7F7F"/>
                </a:solidFill>
                <a:latin typeface="Arial" pitchFamily="34" charset="0"/>
                <a:cs typeface="Arial" pitchFamily="34" charset="0"/>
              </a:rPr>
              <a:pPr algn="r"/>
              <a:t>‹#›</a:t>
            </a:fld>
            <a:endParaRPr lang="en-CA" sz="900" dirty="0">
              <a:solidFill>
                <a:srgbClr val="7F7F7F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32379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-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/>
          <p:cNvSpPr>
            <a:spLocks noGrp="1"/>
          </p:cNvSpPr>
          <p:nvPr>
            <p:ph sz="quarter" idx="12" hasCustomPrompt="1"/>
          </p:nvPr>
        </p:nvSpPr>
        <p:spPr>
          <a:xfrm>
            <a:off x="457201" y="1381125"/>
            <a:ext cx="4025899" cy="482441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en-CA" dirty="0"/>
              <a:t>First Level Text</a:t>
            </a:r>
          </a:p>
          <a:p>
            <a:pPr lvl="1"/>
            <a:r>
              <a:rPr lang="en-CA" dirty="0"/>
              <a:t>Second Level Text</a:t>
            </a:r>
          </a:p>
          <a:p>
            <a:pPr lvl="2"/>
            <a:r>
              <a:rPr lang="en-CA" dirty="0"/>
              <a:t>Third Level Text</a:t>
            </a:r>
          </a:p>
          <a:p>
            <a:pPr lvl="3"/>
            <a:r>
              <a:rPr lang="en-CA" dirty="0"/>
              <a:t>Fourth Level Text</a:t>
            </a:r>
          </a:p>
          <a:p>
            <a:pPr lvl="4"/>
            <a:r>
              <a:rPr lang="en-CA" dirty="0"/>
              <a:t>Fifth Level Text</a:t>
            </a:r>
          </a:p>
        </p:txBody>
      </p:sp>
      <p:sp>
        <p:nvSpPr>
          <p:cNvPr id="9" name="Content Placeholder 9"/>
          <p:cNvSpPr>
            <a:spLocks noGrp="1"/>
          </p:cNvSpPr>
          <p:nvPr>
            <p:ph sz="quarter" idx="13" hasCustomPrompt="1"/>
          </p:nvPr>
        </p:nvSpPr>
        <p:spPr>
          <a:xfrm>
            <a:off x="4659314" y="1381125"/>
            <a:ext cx="4025899" cy="482441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en-CA" dirty="0"/>
              <a:t>First Level Text</a:t>
            </a:r>
          </a:p>
          <a:p>
            <a:pPr lvl="1"/>
            <a:r>
              <a:rPr lang="en-CA" dirty="0"/>
              <a:t>Second Level Text</a:t>
            </a:r>
          </a:p>
          <a:p>
            <a:pPr lvl="2"/>
            <a:r>
              <a:rPr lang="en-CA" dirty="0"/>
              <a:t>Third Level Text</a:t>
            </a:r>
          </a:p>
          <a:p>
            <a:pPr lvl="3"/>
            <a:r>
              <a:rPr lang="en-CA" dirty="0"/>
              <a:t>Fourth Level Text</a:t>
            </a:r>
          </a:p>
          <a:p>
            <a:pPr lvl="4"/>
            <a:r>
              <a:rPr lang="en-CA" dirty="0"/>
              <a:t>Fifth Level Text</a:t>
            </a:r>
          </a:p>
        </p:txBody>
      </p:sp>
      <p:cxnSp>
        <p:nvCxnSpPr>
          <p:cNvPr id="11" name="Straight Connector 10"/>
          <p:cNvCxnSpPr/>
          <p:nvPr userDrawn="1"/>
        </p:nvCxnSpPr>
        <p:spPr>
          <a:xfrm>
            <a:off x="457994" y="1162050"/>
            <a:ext cx="868600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Master Title Slide Headline</a:t>
            </a:r>
            <a:endParaRPr lang="en-CA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8144698" y="6562940"/>
            <a:ext cx="536400" cy="2448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fld id="{597A8DCA-8F96-49CD-B4D5-7AC92F955860}" type="slidenum">
              <a:rPr lang="en-CA" sz="900" smtClean="0">
                <a:solidFill>
                  <a:srgbClr val="7F7F7F"/>
                </a:solidFill>
                <a:latin typeface="Arial" pitchFamily="34" charset="0"/>
                <a:cs typeface="Arial" pitchFamily="34" charset="0"/>
              </a:rPr>
              <a:pPr algn="r"/>
              <a:t>‹#›</a:t>
            </a:fld>
            <a:endParaRPr lang="en-CA" sz="900" dirty="0">
              <a:solidFill>
                <a:srgbClr val="7F7F7F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2026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-content Paragraph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/>
          <p:cNvSpPr>
            <a:spLocks noGrp="1"/>
          </p:cNvSpPr>
          <p:nvPr>
            <p:ph sz="quarter" idx="12" hasCustomPrompt="1"/>
          </p:nvPr>
        </p:nvSpPr>
        <p:spPr>
          <a:xfrm>
            <a:off x="457202" y="1381125"/>
            <a:ext cx="4025898" cy="4824414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spcAft>
                <a:spcPts val="0"/>
              </a:spcAft>
              <a:buNone/>
              <a:defRPr sz="2000" b="1">
                <a:solidFill>
                  <a:schemeClr val="bg2"/>
                </a:solidFill>
              </a:defRPr>
            </a:lvl1pPr>
            <a:lvl2pPr marL="231775" indent="-231775">
              <a:buFont typeface="Arial" pitchFamily="34" charset="0"/>
              <a:buChar char="•"/>
              <a:defRPr sz="2000"/>
            </a:lvl2pPr>
            <a:lvl3pPr marL="457200" indent="-231775">
              <a:buFont typeface="Arial" pitchFamily="34" charset="0"/>
              <a:buChar char="–"/>
              <a:defRPr sz="1800"/>
            </a:lvl3pPr>
            <a:lvl4pPr marL="688975" indent="-225425">
              <a:buFont typeface="Arial" pitchFamily="34" charset="0"/>
              <a:buChar char="•"/>
              <a:defRPr sz="1600"/>
            </a:lvl4pPr>
            <a:lvl5pPr marL="914400" indent="-225425">
              <a:buFont typeface="Arial" pitchFamily="34" charset="0"/>
              <a:buChar char="–"/>
              <a:tabLst/>
              <a:defRPr sz="1400"/>
            </a:lvl5pPr>
          </a:lstStyle>
          <a:p>
            <a:pPr lvl="0"/>
            <a:r>
              <a:rPr lang="en-CA" dirty="0"/>
              <a:t>First Level Text</a:t>
            </a:r>
          </a:p>
          <a:p>
            <a:pPr lvl="1"/>
            <a:r>
              <a:rPr lang="en-CA" dirty="0"/>
              <a:t>Second Level Text</a:t>
            </a:r>
          </a:p>
          <a:p>
            <a:pPr lvl="2"/>
            <a:r>
              <a:rPr lang="en-CA" dirty="0"/>
              <a:t>Third Level Text</a:t>
            </a:r>
          </a:p>
          <a:p>
            <a:pPr lvl="3"/>
            <a:r>
              <a:rPr lang="en-CA" dirty="0"/>
              <a:t>Fourth Level Text</a:t>
            </a:r>
          </a:p>
          <a:p>
            <a:pPr lvl="4"/>
            <a:r>
              <a:rPr lang="en-CA" dirty="0"/>
              <a:t>Fifth Level Text</a:t>
            </a:r>
          </a:p>
        </p:txBody>
      </p:sp>
      <p:sp>
        <p:nvSpPr>
          <p:cNvPr id="8" name="Content Placeholder 9"/>
          <p:cNvSpPr>
            <a:spLocks noGrp="1"/>
          </p:cNvSpPr>
          <p:nvPr>
            <p:ph sz="quarter" idx="14" hasCustomPrompt="1"/>
          </p:nvPr>
        </p:nvSpPr>
        <p:spPr>
          <a:xfrm>
            <a:off x="4660900" y="1381125"/>
            <a:ext cx="4025898" cy="4824414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spcAft>
                <a:spcPts val="0"/>
              </a:spcAft>
              <a:buNone/>
              <a:defRPr sz="2000" b="1">
                <a:solidFill>
                  <a:schemeClr val="bg2"/>
                </a:solidFill>
              </a:defRPr>
            </a:lvl1pPr>
            <a:lvl2pPr marL="231775" indent="-231775">
              <a:buFont typeface="Arial" pitchFamily="34" charset="0"/>
              <a:buChar char="•"/>
              <a:defRPr sz="2000"/>
            </a:lvl2pPr>
            <a:lvl3pPr marL="457200" indent="-231775">
              <a:buFont typeface="Arial" pitchFamily="34" charset="0"/>
              <a:buChar char="–"/>
              <a:defRPr sz="1800"/>
            </a:lvl3pPr>
            <a:lvl4pPr marL="688975" indent="-225425">
              <a:buFont typeface="Arial" pitchFamily="34" charset="0"/>
              <a:buChar char="•"/>
              <a:defRPr sz="1600"/>
            </a:lvl4pPr>
            <a:lvl5pPr marL="914400" indent="-225425">
              <a:buFont typeface="Arial" pitchFamily="34" charset="0"/>
              <a:buChar char="–"/>
              <a:tabLst/>
              <a:defRPr sz="1400"/>
            </a:lvl5pPr>
          </a:lstStyle>
          <a:p>
            <a:pPr lvl="0"/>
            <a:r>
              <a:rPr lang="en-CA" dirty="0"/>
              <a:t>First Level Text</a:t>
            </a:r>
          </a:p>
          <a:p>
            <a:pPr lvl="1"/>
            <a:r>
              <a:rPr lang="en-CA" dirty="0"/>
              <a:t>Second Level Text</a:t>
            </a:r>
          </a:p>
          <a:p>
            <a:pPr lvl="2"/>
            <a:r>
              <a:rPr lang="en-CA" dirty="0"/>
              <a:t>Third Level Text</a:t>
            </a:r>
          </a:p>
          <a:p>
            <a:pPr lvl="3"/>
            <a:r>
              <a:rPr lang="en-CA" dirty="0"/>
              <a:t>Fourth Level Text</a:t>
            </a:r>
          </a:p>
          <a:p>
            <a:pPr lvl="4"/>
            <a:r>
              <a:rPr lang="en-CA" dirty="0"/>
              <a:t>Fifth Level Text</a:t>
            </a:r>
          </a:p>
        </p:txBody>
      </p:sp>
      <p:cxnSp>
        <p:nvCxnSpPr>
          <p:cNvPr id="11" name="Straight Connector 10"/>
          <p:cNvCxnSpPr/>
          <p:nvPr userDrawn="1"/>
        </p:nvCxnSpPr>
        <p:spPr>
          <a:xfrm>
            <a:off x="457994" y="1162050"/>
            <a:ext cx="868600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Master Title Slide Headline</a:t>
            </a:r>
            <a:endParaRPr lang="en-CA" dirty="0"/>
          </a:p>
        </p:txBody>
      </p:sp>
      <p:sp>
        <p:nvSpPr>
          <p:cNvPr id="9" name="TextBox 8"/>
          <p:cNvSpPr txBox="1"/>
          <p:nvPr userDrawn="1"/>
        </p:nvSpPr>
        <p:spPr>
          <a:xfrm>
            <a:off x="8144698" y="6562940"/>
            <a:ext cx="536400" cy="2448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fld id="{597A8DCA-8F96-49CD-B4D5-7AC92F955860}" type="slidenum">
              <a:rPr lang="en-CA" sz="900" smtClean="0">
                <a:solidFill>
                  <a:srgbClr val="666666"/>
                </a:solidFill>
                <a:latin typeface="Arial" pitchFamily="34" charset="0"/>
                <a:cs typeface="Arial" pitchFamily="34" charset="0"/>
              </a:rPr>
              <a:pPr algn="r"/>
              <a:t>‹#›</a:t>
            </a:fld>
            <a:endParaRPr lang="en-CA" sz="900" dirty="0">
              <a:solidFill>
                <a:srgbClr val="666666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32379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 userDrawn="1"/>
        </p:nvCxnSpPr>
        <p:spPr>
          <a:xfrm>
            <a:off x="457994" y="1162050"/>
            <a:ext cx="868600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Master Title Slide Headline</a:t>
            </a:r>
            <a:endParaRPr lang="en-CA" dirty="0"/>
          </a:p>
        </p:txBody>
      </p:sp>
      <p:sp>
        <p:nvSpPr>
          <p:cNvPr id="6" name="TextBox 5"/>
          <p:cNvSpPr txBox="1"/>
          <p:nvPr userDrawn="1"/>
        </p:nvSpPr>
        <p:spPr>
          <a:xfrm>
            <a:off x="8144698" y="6562940"/>
            <a:ext cx="536400" cy="2448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fld id="{597A8DCA-8F96-49CD-B4D5-7AC92F955860}" type="slidenum">
              <a:rPr lang="en-CA" sz="900" smtClean="0">
                <a:solidFill>
                  <a:srgbClr val="7F7F7F"/>
                </a:solidFill>
                <a:latin typeface="Arial" pitchFamily="34" charset="0"/>
                <a:cs typeface="Arial" pitchFamily="34" charset="0"/>
              </a:rPr>
              <a:pPr algn="r"/>
              <a:t>‹#›</a:t>
            </a:fld>
            <a:endParaRPr lang="en-CA" sz="900" dirty="0">
              <a:solidFill>
                <a:srgbClr val="7F7F7F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40059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8144698" y="6562940"/>
            <a:ext cx="536400" cy="2448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fld id="{597A8DCA-8F96-49CD-B4D5-7AC92F955860}" type="slidenum">
              <a:rPr lang="en-CA" sz="900" smtClean="0">
                <a:solidFill>
                  <a:srgbClr val="7F7F7F"/>
                </a:solidFill>
                <a:latin typeface="Arial" pitchFamily="34" charset="0"/>
                <a:cs typeface="Arial" pitchFamily="34" charset="0"/>
              </a:rPr>
              <a:pPr algn="r"/>
              <a:t>‹#›</a:t>
            </a:fld>
            <a:endParaRPr lang="en-CA" sz="900" dirty="0">
              <a:solidFill>
                <a:srgbClr val="7F7F7F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92938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s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123583599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5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359082"/>
            <a:ext cx="8228013" cy="605012"/>
          </a:xfrm>
        </p:spPr>
        <p:txBody>
          <a:bodyPr lIns="0" rIns="0" anchor="b" anchorCtr="0">
            <a:noAutofit/>
          </a:bodyPr>
          <a:lstStyle>
            <a:lvl1pPr marL="0" indent="0"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buNone/>
              <a:defRPr sz="4000" b="0" baseline="0">
                <a:solidFill>
                  <a:schemeClr val="tx2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900">
                <a:solidFill>
                  <a:schemeClr val="bg1"/>
                </a:solidFill>
              </a:defRPr>
            </a:lvl2pPr>
            <a:lvl3pPr marL="468000" indent="0">
              <a:buNone/>
              <a:defRPr/>
            </a:lvl3pPr>
          </a:lstStyle>
          <a:p>
            <a:pPr lvl="0"/>
            <a:r>
              <a:rPr lang="en-US" dirty="0"/>
              <a:t>Master Divider Slide Headline</a:t>
            </a:r>
          </a:p>
        </p:txBody>
      </p:sp>
    </p:spTree>
    <p:extLst>
      <p:ext uri="{BB962C8B-B14F-4D97-AF65-F5344CB8AC3E}">
        <p14:creationId xmlns:p14="http://schemas.microsoft.com/office/powerpoint/2010/main" val="23099448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s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tk153597rke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5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359082"/>
            <a:ext cx="8228013" cy="605012"/>
          </a:xfrm>
        </p:spPr>
        <p:txBody>
          <a:bodyPr lIns="0" rIns="0" anchor="b" anchorCtr="0">
            <a:noAutofit/>
          </a:bodyPr>
          <a:lstStyle>
            <a:lvl1pPr marL="0" indent="0"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buNone/>
              <a:defRPr sz="4000" b="0" baseline="0">
                <a:solidFill>
                  <a:schemeClr val="tx2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900">
                <a:solidFill>
                  <a:schemeClr val="bg1"/>
                </a:solidFill>
              </a:defRPr>
            </a:lvl2pPr>
            <a:lvl3pPr marL="468000" indent="0">
              <a:buNone/>
              <a:defRPr/>
            </a:lvl3pPr>
          </a:lstStyle>
          <a:p>
            <a:pPr lvl="0"/>
            <a:r>
              <a:rPr lang="en-US" dirty="0"/>
              <a:t>Master Divider Slide Headline</a:t>
            </a:r>
          </a:p>
        </p:txBody>
      </p:sp>
    </p:spTree>
    <p:extLst>
      <p:ext uri="{BB962C8B-B14F-4D97-AF65-F5344CB8AC3E}">
        <p14:creationId xmlns:p14="http://schemas.microsoft.com/office/powerpoint/2010/main" val="2309944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ext Step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/>
          <p:cNvSpPr>
            <a:spLocks noGrp="1"/>
          </p:cNvSpPr>
          <p:nvPr>
            <p:ph sz="quarter" idx="12" hasCustomPrompt="1"/>
          </p:nvPr>
        </p:nvSpPr>
        <p:spPr>
          <a:xfrm>
            <a:off x="457201" y="1381125"/>
            <a:ext cx="8228012" cy="5037138"/>
          </a:xfrm>
        </p:spPr>
        <p:txBody>
          <a:bodyPr/>
          <a:lstStyle>
            <a:lvl2pPr>
              <a:defRPr/>
            </a:lvl2pPr>
            <a:lvl3pPr>
              <a:defRPr/>
            </a:lvl3pPr>
          </a:lstStyle>
          <a:p>
            <a:pPr lvl="0"/>
            <a:r>
              <a:rPr lang="en-CA" dirty="0"/>
              <a:t>First Level Text</a:t>
            </a:r>
          </a:p>
          <a:p>
            <a:pPr lvl="1"/>
            <a:r>
              <a:rPr lang="en-CA" dirty="0"/>
              <a:t>Second Level Text</a:t>
            </a:r>
          </a:p>
          <a:p>
            <a:pPr lvl="2"/>
            <a:r>
              <a:rPr lang="en-CA" dirty="0"/>
              <a:t>Third Level Text</a:t>
            </a:r>
          </a:p>
          <a:p>
            <a:pPr lvl="3"/>
            <a:r>
              <a:rPr lang="en-CA" dirty="0"/>
              <a:t>Fourth Level Text</a:t>
            </a:r>
          </a:p>
          <a:p>
            <a:pPr lvl="4"/>
            <a:r>
              <a:rPr lang="en-CA" dirty="0"/>
              <a:t>Fifth Level Text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457994" y="1162050"/>
            <a:ext cx="868600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Master Title Slide Headline</a:t>
            </a:r>
            <a:endParaRPr lang="en-CA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8144698" y="6562940"/>
            <a:ext cx="536400" cy="2448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fld id="{597A8DCA-8F96-49CD-B4D5-7AC92F955860}" type="slidenum">
              <a:rPr lang="en-CA" sz="900" smtClean="0">
                <a:solidFill>
                  <a:srgbClr val="7F7F7F"/>
                </a:solidFill>
                <a:latin typeface="Arial" pitchFamily="34" charset="0"/>
                <a:cs typeface="Arial" pitchFamily="34" charset="0"/>
              </a:rPr>
              <a:pPr algn="r"/>
              <a:t>‹#›</a:t>
            </a:fld>
            <a:endParaRPr lang="en-CA" sz="900" dirty="0">
              <a:solidFill>
                <a:srgbClr val="7F7F7F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32379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nowledge Che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Light Bulb_PC [Converted]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7315201" y="170122"/>
            <a:ext cx="1388650" cy="2239199"/>
          </a:xfrm>
          <a:prstGeom prst="rect">
            <a:avLst/>
          </a:prstGeom>
        </p:spPr>
      </p:pic>
      <p:sp>
        <p:nvSpPr>
          <p:cNvPr id="10" name="Content Placeholder 9"/>
          <p:cNvSpPr>
            <a:spLocks noGrp="1"/>
          </p:cNvSpPr>
          <p:nvPr>
            <p:ph sz="quarter" idx="12" hasCustomPrompt="1"/>
          </p:nvPr>
        </p:nvSpPr>
        <p:spPr>
          <a:xfrm>
            <a:off x="457201" y="1381125"/>
            <a:ext cx="8228012" cy="5037138"/>
          </a:xfrm>
        </p:spPr>
        <p:txBody>
          <a:bodyPr/>
          <a:lstStyle>
            <a:lvl2pPr>
              <a:defRPr/>
            </a:lvl2pPr>
            <a:lvl3pPr>
              <a:defRPr/>
            </a:lvl3pPr>
          </a:lstStyle>
          <a:p>
            <a:pPr lvl="0"/>
            <a:r>
              <a:rPr lang="en-CA" dirty="0"/>
              <a:t>First Level Text</a:t>
            </a:r>
          </a:p>
          <a:p>
            <a:pPr lvl="1"/>
            <a:r>
              <a:rPr lang="en-CA" dirty="0"/>
              <a:t>Second Level Text</a:t>
            </a:r>
          </a:p>
          <a:p>
            <a:pPr lvl="2"/>
            <a:r>
              <a:rPr lang="en-CA" dirty="0"/>
              <a:t>Third Level Text</a:t>
            </a:r>
          </a:p>
          <a:p>
            <a:pPr lvl="3"/>
            <a:r>
              <a:rPr lang="en-CA" dirty="0"/>
              <a:t>Fourth Level Text</a:t>
            </a:r>
          </a:p>
          <a:p>
            <a:pPr lvl="4"/>
            <a:r>
              <a:rPr lang="en-CA" dirty="0"/>
              <a:t>Fifth Level Text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457994" y="1162050"/>
            <a:ext cx="868600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Master Title Slide Headline</a:t>
            </a:r>
            <a:endParaRPr lang="en-CA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8144698" y="6562940"/>
            <a:ext cx="536400" cy="2448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fld id="{597A8DCA-8F96-49CD-B4D5-7AC92F955860}" type="slidenum">
              <a:rPr lang="en-CA" sz="900" smtClean="0">
                <a:solidFill>
                  <a:srgbClr val="7F7F7F"/>
                </a:solidFill>
                <a:latin typeface="Arial" pitchFamily="34" charset="0"/>
                <a:cs typeface="Arial" pitchFamily="34" charset="0"/>
              </a:rPr>
              <a:pPr algn="r"/>
              <a:t>‹#›</a:t>
            </a:fld>
            <a:endParaRPr lang="en-CA" sz="900" dirty="0">
              <a:solidFill>
                <a:srgbClr val="7F7F7F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32379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Magnify_PC [Converted]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7017943" y="158624"/>
            <a:ext cx="2000897" cy="2006852"/>
          </a:xfrm>
          <a:prstGeom prst="rect">
            <a:avLst/>
          </a:prstGeom>
        </p:spPr>
      </p:pic>
      <p:sp>
        <p:nvSpPr>
          <p:cNvPr id="10" name="Content Placeholder 9"/>
          <p:cNvSpPr>
            <a:spLocks noGrp="1"/>
          </p:cNvSpPr>
          <p:nvPr>
            <p:ph sz="quarter" idx="12" hasCustomPrompt="1"/>
          </p:nvPr>
        </p:nvSpPr>
        <p:spPr>
          <a:xfrm>
            <a:off x="457201" y="1381125"/>
            <a:ext cx="8228012" cy="5037138"/>
          </a:xfrm>
        </p:spPr>
        <p:txBody>
          <a:bodyPr/>
          <a:lstStyle>
            <a:lvl2pPr>
              <a:defRPr/>
            </a:lvl2pPr>
            <a:lvl3pPr>
              <a:defRPr/>
            </a:lvl3pPr>
          </a:lstStyle>
          <a:p>
            <a:pPr lvl="0"/>
            <a:r>
              <a:rPr lang="en-CA" dirty="0"/>
              <a:t>First Level Text</a:t>
            </a:r>
          </a:p>
          <a:p>
            <a:pPr lvl="1"/>
            <a:r>
              <a:rPr lang="en-CA" dirty="0"/>
              <a:t>Second Level Text</a:t>
            </a:r>
          </a:p>
          <a:p>
            <a:pPr lvl="2"/>
            <a:r>
              <a:rPr lang="en-CA" dirty="0"/>
              <a:t>Third Level Text</a:t>
            </a:r>
          </a:p>
          <a:p>
            <a:pPr lvl="3"/>
            <a:r>
              <a:rPr lang="en-CA" dirty="0"/>
              <a:t>Fourth Level Text</a:t>
            </a:r>
          </a:p>
          <a:p>
            <a:pPr lvl="4"/>
            <a:r>
              <a:rPr lang="en-CA" dirty="0"/>
              <a:t>Fifth Level Text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457994" y="1162050"/>
            <a:ext cx="868600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Master Title Slide Headline</a:t>
            </a:r>
            <a:endParaRPr lang="en-CA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8144698" y="6562940"/>
            <a:ext cx="536400" cy="2448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fld id="{597A8DCA-8F96-49CD-B4D5-7AC92F955860}" type="slidenum">
              <a:rPr lang="en-CA" sz="900" smtClean="0">
                <a:solidFill>
                  <a:srgbClr val="7F7F7F"/>
                </a:solidFill>
                <a:latin typeface="Arial" pitchFamily="34" charset="0"/>
                <a:cs typeface="Arial" pitchFamily="34" charset="0"/>
              </a:rPr>
              <a:pPr algn="r"/>
              <a:t>‹#›</a:t>
            </a:fld>
            <a:endParaRPr lang="en-CA" sz="900" dirty="0">
              <a:solidFill>
                <a:srgbClr val="7F7F7F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32379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cus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Speaker_PC [Converted]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6642376" y="195281"/>
            <a:ext cx="2191150" cy="1808840"/>
          </a:xfrm>
          <a:prstGeom prst="rect">
            <a:avLst/>
          </a:prstGeom>
        </p:spPr>
      </p:pic>
      <p:sp>
        <p:nvSpPr>
          <p:cNvPr id="10" name="Content Placeholder 9"/>
          <p:cNvSpPr>
            <a:spLocks noGrp="1"/>
          </p:cNvSpPr>
          <p:nvPr>
            <p:ph sz="quarter" idx="12" hasCustomPrompt="1"/>
          </p:nvPr>
        </p:nvSpPr>
        <p:spPr>
          <a:xfrm>
            <a:off x="457201" y="1381125"/>
            <a:ext cx="8228012" cy="5037138"/>
          </a:xfrm>
        </p:spPr>
        <p:txBody>
          <a:bodyPr/>
          <a:lstStyle>
            <a:lvl2pPr>
              <a:defRPr/>
            </a:lvl2pPr>
            <a:lvl3pPr>
              <a:defRPr/>
            </a:lvl3pPr>
          </a:lstStyle>
          <a:p>
            <a:pPr lvl="0"/>
            <a:r>
              <a:rPr lang="en-CA" dirty="0"/>
              <a:t>First Level Text</a:t>
            </a:r>
          </a:p>
          <a:p>
            <a:pPr lvl="1"/>
            <a:r>
              <a:rPr lang="en-CA" dirty="0"/>
              <a:t>Second Level Text</a:t>
            </a:r>
          </a:p>
          <a:p>
            <a:pPr lvl="2"/>
            <a:r>
              <a:rPr lang="en-CA" dirty="0"/>
              <a:t>Third Level Text</a:t>
            </a:r>
          </a:p>
          <a:p>
            <a:pPr lvl="3"/>
            <a:r>
              <a:rPr lang="en-CA" dirty="0"/>
              <a:t>Fourth Level Text</a:t>
            </a:r>
          </a:p>
          <a:p>
            <a:pPr lvl="4"/>
            <a:r>
              <a:rPr lang="en-CA" dirty="0"/>
              <a:t>Fifth Level Text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457994" y="1162050"/>
            <a:ext cx="868600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Master Title Slide Headline</a:t>
            </a:r>
            <a:endParaRPr lang="en-CA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8144698" y="6562940"/>
            <a:ext cx="536400" cy="2448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fld id="{597A8DCA-8F96-49CD-B4D5-7AC92F955860}" type="slidenum">
              <a:rPr lang="en-CA" sz="900" smtClean="0">
                <a:solidFill>
                  <a:srgbClr val="7F7F7F"/>
                </a:solidFill>
                <a:latin typeface="Arial" pitchFamily="34" charset="0"/>
                <a:cs typeface="Arial" pitchFamily="34" charset="0"/>
              </a:rPr>
              <a:pPr algn="r"/>
              <a:t>‹#›</a:t>
            </a:fld>
            <a:endParaRPr lang="en-CA" sz="900" dirty="0">
              <a:solidFill>
                <a:srgbClr val="7F7F7F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32379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ctivi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140258517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5189368" y="3429000"/>
            <a:ext cx="4114286" cy="3419048"/>
          </a:xfrm>
          <a:prstGeom prst="rect">
            <a:avLst/>
          </a:prstGeom>
        </p:spPr>
      </p:pic>
      <p:sp>
        <p:nvSpPr>
          <p:cNvPr id="10" name="Content Placeholder 9"/>
          <p:cNvSpPr>
            <a:spLocks noGrp="1"/>
          </p:cNvSpPr>
          <p:nvPr>
            <p:ph sz="quarter" idx="12" hasCustomPrompt="1"/>
          </p:nvPr>
        </p:nvSpPr>
        <p:spPr/>
        <p:txBody>
          <a:bodyPr/>
          <a:lstStyle>
            <a:lvl2pPr>
              <a:defRPr/>
            </a:lvl2pPr>
            <a:lvl3pPr>
              <a:defRPr/>
            </a:lvl3pPr>
          </a:lstStyle>
          <a:p>
            <a:pPr lvl="0"/>
            <a:r>
              <a:rPr lang="en-CA" dirty="0"/>
              <a:t>First Level Text</a:t>
            </a:r>
          </a:p>
          <a:p>
            <a:pPr lvl="1"/>
            <a:r>
              <a:rPr lang="en-CA" dirty="0"/>
              <a:t>Second Level Text</a:t>
            </a:r>
          </a:p>
          <a:p>
            <a:pPr lvl="2"/>
            <a:r>
              <a:rPr lang="en-CA" dirty="0"/>
              <a:t>Third Level Text</a:t>
            </a:r>
          </a:p>
          <a:p>
            <a:pPr lvl="3"/>
            <a:r>
              <a:rPr lang="en-CA" dirty="0"/>
              <a:t>Fourth Level Text</a:t>
            </a:r>
          </a:p>
          <a:p>
            <a:pPr lvl="4"/>
            <a:r>
              <a:rPr lang="en-CA" dirty="0"/>
              <a:t>Fifth Level Text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457994" y="1162050"/>
            <a:ext cx="868600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Master Title Slide Headline</a:t>
            </a:r>
            <a:endParaRPr lang="en-CA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8144698" y="6562940"/>
            <a:ext cx="536400" cy="2448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fld id="{597A8DCA-8F96-49CD-B4D5-7AC92F955860}" type="slidenum">
              <a:rPr lang="en-CA" sz="900" smtClean="0">
                <a:solidFill>
                  <a:srgbClr val="7F7F7F"/>
                </a:solidFill>
                <a:latin typeface="Arial" pitchFamily="34" charset="0"/>
                <a:cs typeface="Arial" pitchFamily="34" charset="0"/>
              </a:rPr>
              <a:pPr algn="r"/>
              <a:t>‹#›</a:t>
            </a:fld>
            <a:endParaRPr lang="en-CA" sz="900" dirty="0">
              <a:solidFill>
                <a:srgbClr val="7F7F7F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32379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100605056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6218677" y="3062745"/>
            <a:ext cx="2447619" cy="3657143"/>
          </a:xfrm>
          <a:prstGeom prst="rect">
            <a:avLst/>
          </a:prstGeom>
        </p:spPr>
      </p:pic>
      <p:sp>
        <p:nvSpPr>
          <p:cNvPr id="10" name="Content Placeholder 9"/>
          <p:cNvSpPr>
            <a:spLocks noGrp="1"/>
          </p:cNvSpPr>
          <p:nvPr>
            <p:ph sz="quarter" idx="12" hasCustomPrompt="1"/>
          </p:nvPr>
        </p:nvSpPr>
        <p:spPr/>
        <p:txBody>
          <a:bodyPr/>
          <a:lstStyle>
            <a:lvl2pPr>
              <a:defRPr/>
            </a:lvl2pPr>
            <a:lvl3pPr>
              <a:defRPr/>
            </a:lvl3pPr>
          </a:lstStyle>
          <a:p>
            <a:pPr lvl="0"/>
            <a:r>
              <a:rPr lang="en-CA" dirty="0"/>
              <a:t>First Level Text</a:t>
            </a:r>
          </a:p>
          <a:p>
            <a:pPr lvl="1"/>
            <a:r>
              <a:rPr lang="en-CA" dirty="0"/>
              <a:t>Second Level Text</a:t>
            </a:r>
          </a:p>
          <a:p>
            <a:pPr lvl="2"/>
            <a:r>
              <a:rPr lang="en-CA" dirty="0"/>
              <a:t>Third Level Text</a:t>
            </a:r>
          </a:p>
          <a:p>
            <a:pPr lvl="3"/>
            <a:r>
              <a:rPr lang="en-CA" dirty="0"/>
              <a:t>Fourth Level Text</a:t>
            </a:r>
          </a:p>
          <a:p>
            <a:pPr lvl="4"/>
            <a:r>
              <a:rPr lang="en-CA" dirty="0"/>
              <a:t>Fifth Level Text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457994" y="1162050"/>
            <a:ext cx="868600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Master Title Slide Headline</a:t>
            </a:r>
            <a:endParaRPr lang="en-CA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8144698" y="6562940"/>
            <a:ext cx="536400" cy="2448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fld id="{597A8DCA-8F96-49CD-B4D5-7AC92F955860}" type="slidenum">
              <a:rPr lang="en-CA" sz="900" smtClean="0">
                <a:solidFill>
                  <a:srgbClr val="7F7F7F"/>
                </a:solidFill>
                <a:latin typeface="Arial" pitchFamily="34" charset="0"/>
                <a:cs typeface="Arial" pitchFamily="34" charset="0"/>
              </a:rPr>
              <a:pPr algn="r"/>
              <a:t>‹#›</a:t>
            </a:fld>
            <a:endParaRPr lang="en-CA" sz="900" dirty="0">
              <a:solidFill>
                <a:srgbClr val="7F7F7F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32379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urse Goa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A053798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3510986" y="4689478"/>
            <a:ext cx="5485715" cy="2019048"/>
          </a:xfrm>
          <a:prstGeom prst="rect">
            <a:avLst/>
          </a:prstGeom>
        </p:spPr>
      </p:pic>
      <p:sp>
        <p:nvSpPr>
          <p:cNvPr id="10" name="Content Placeholder 9"/>
          <p:cNvSpPr>
            <a:spLocks noGrp="1"/>
          </p:cNvSpPr>
          <p:nvPr>
            <p:ph sz="quarter" idx="12" hasCustomPrompt="1"/>
          </p:nvPr>
        </p:nvSpPr>
        <p:spPr/>
        <p:txBody>
          <a:bodyPr/>
          <a:lstStyle>
            <a:lvl2pPr>
              <a:defRPr/>
            </a:lvl2pPr>
            <a:lvl3pPr>
              <a:defRPr/>
            </a:lvl3pPr>
          </a:lstStyle>
          <a:p>
            <a:pPr lvl="0"/>
            <a:r>
              <a:rPr lang="en-CA" dirty="0"/>
              <a:t>First Level Text</a:t>
            </a:r>
          </a:p>
          <a:p>
            <a:pPr lvl="1"/>
            <a:r>
              <a:rPr lang="en-CA" dirty="0"/>
              <a:t>Second Level Text</a:t>
            </a:r>
          </a:p>
          <a:p>
            <a:pPr lvl="2"/>
            <a:r>
              <a:rPr lang="en-CA" dirty="0"/>
              <a:t>Third Level Text</a:t>
            </a:r>
          </a:p>
          <a:p>
            <a:pPr lvl="3"/>
            <a:r>
              <a:rPr lang="en-CA" dirty="0"/>
              <a:t>Fourth Level Text</a:t>
            </a:r>
          </a:p>
          <a:p>
            <a:pPr lvl="4"/>
            <a:r>
              <a:rPr lang="en-CA" dirty="0"/>
              <a:t>Fifth Level Text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457994" y="1162050"/>
            <a:ext cx="868600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Master Title Slide Headline</a:t>
            </a:r>
            <a:endParaRPr lang="en-CA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8144698" y="6562940"/>
            <a:ext cx="536400" cy="2448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fld id="{597A8DCA-8F96-49CD-B4D5-7AC92F955860}" type="slidenum">
              <a:rPr lang="en-CA" sz="900" smtClean="0">
                <a:solidFill>
                  <a:srgbClr val="7F7F7F"/>
                </a:solidFill>
                <a:latin typeface="Arial" pitchFamily="34" charset="0"/>
                <a:cs typeface="Arial" pitchFamily="34" charset="0"/>
              </a:rPr>
              <a:pPr algn="r"/>
              <a:t>‹#›</a:t>
            </a:fld>
            <a:endParaRPr lang="en-CA" sz="900" dirty="0">
              <a:solidFill>
                <a:srgbClr val="7F7F7F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323793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urse 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A053797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3510986" y="4584716"/>
            <a:ext cx="5485715" cy="2123810"/>
          </a:xfrm>
          <a:prstGeom prst="rect">
            <a:avLst/>
          </a:prstGeom>
        </p:spPr>
      </p:pic>
      <p:sp>
        <p:nvSpPr>
          <p:cNvPr id="10" name="Content Placeholder 9"/>
          <p:cNvSpPr>
            <a:spLocks noGrp="1"/>
          </p:cNvSpPr>
          <p:nvPr>
            <p:ph sz="quarter" idx="12" hasCustomPrompt="1"/>
          </p:nvPr>
        </p:nvSpPr>
        <p:spPr/>
        <p:txBody>
          <a:bodyPr/>
          <a:lstStyle>
            <a:lvl2pPr>
              <a:defRPr/>
            </a:lvl2pPr>
            <a:lvl3pPr>
              <a:defRPr/>
            </a:lvl3pPr>
          </a:lstStyle>
          <a:p>
            <a:pPr lvl="0"/>
            <a:r>
              <a:rPr lang="en-CA" dirty="0"/>
              <a:t>First Level Text</a:t>
            </a:r>
          </a:p>
          <a:p>
            <a:pPr lvl="1"/>
            <a:r>
              <a:rPr lang="en-CA" dirty="0"/>
              <a:t>Second Level Text</a:t>
            </a:r>
          </a:p>
          <a:p>
            <a:pPr lvl="2"/>
            <a:r>
              <a:rPr lang="en-CA" dirty="0"/>
              <a:t>Third Level Text</a:t>
            </a:r>
          </a:p>
          <a:p>
            <a:pPr lvl="3"/>
            <a:r>
              <a:rPr lang="en-CA" dirty="0"/>
              <a:t>Fourth Level Text</a:t>
            </a:r>
          </a:p>
          <a:p>
            <a:pPr lvl="4"/>
            <a:r>
              <a:rPr lang="en-CA" dirty="0"/>
              <a:t>Fifth Level Text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457994" y="1162050"/>
            <a:ext cx="868600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Master Title Slide Headline</a:t>
            </a:r>
            <a:endParaRPr lang="en-CA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8144698" y="6562940"/>
            <a:ext cx="536400" cy="2448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fld id="{597A8DCA-8F96-49CD-B4D5-7AC92F955860}" type="slidenum">
              <a:rPr lang="en-CA" sz="900" smtClean="0">
                <a:solidFill>
                  <a:srgbClr val="7F7F7F"/>
                </a:solidFill>
                <a:latin typeface="Arial" pitchFamily="34" charset="0"/>
                <a:cs typeface="Arial" pitchFamily="34" charset="0"/>
              </a:rPr>
              <a:pPr algn="r"/>
              <a:t>‹#›</a:t>
            </a:fld>
            <a:endParaRPr lang="en-CA" sz="900" dirty="0">
              <a:solidFill>
                <a:srgbClr val="7F7F7F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323793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fl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skd186908sdc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5405212" y="3953896"/>
            <a:ext cx="3657143" cy="2733334"/>
          </a:xfrm>
          <a:prstGeom prst="rect">
            <a:avLst/>
          </a:prstGeom>
        </p:spPr>
      </p:pic>
      <p:sp>
        <p:nvSpPr>
          <p:cNvPr id="10" name="Content Placeholder 9"/>
          <p:cNvSpPr>
            <a:spLocks noGrp="1"/>
          </p:cNvSpPr>
          <p:nvPr>
            <p:ph sz="quarter" idx="12" hasCustomPrompt="1"/>
          </p:nvPr>
        </p:nvSpPr>
        <p:spPr/>
        <p:txBody>
          <a:bodyPr/>
          <a:lstStyle>
            <a:lvl2pPr>
              <a:defRPr/>
            </a:lvl2pPr>
            <a:lvl3pPr>
              <a:defRPr/>
            </a:lvl3pPr>
          </a:lstStyle>
          <a:p>
            <a:pPr lvl="0"/>
            <a:r>
              <a:rPr lang="en-CA" dirty="0"/>
              <a:t>First Level Text</a:t>
            </a:r>
          </a:p>
          <a:p>
            <a:pPr lvl="1"/>
            <a:r>
              <a:rPr lang="en-CA" dirty="0"/>
              <a:t>Second Level Text</a:t>
            </a:r>
          </a:p>
          <a:p>
            <a:pPr lvl="2"/>
            <a:r>
              <a:rPr lang="en-CA" dirty="0"/>
              <a:t>Third Level Text</a:t>
            </a:r>
          </a:p>
          <a:p>
            <a:pPr lvl="3"/>
            <a:r>
              <a:rPr lang="en-CA" dirty="0"/>
              <a:t>Fourth Level Text</a:t>
            </a:r>
          </a:p>
          <a:p>
            <a:pPr lvl="4"/>
            <a:r>
              <a:rPr lang="en-CA" dirty="0"/>
              <a:t>Fifth Level Text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457994" y="1162050"/>
            <a:ext cx="868600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Master Title Slide Headline</a:t>
            </a:r>
            <a:endParaRPr lang="en-CA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8144698" y="6562940"/>
            <a:ext cx="536400" cy="2448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fld id="{597A8DCA-8F96-49CD-B4D5-7AC92F955860}" type="slidenum">
              <a:rPr lang="en-CA" sz="900" smtClean="0">
                <a:solidFill>
                  <a:srgbClr val="7F7F7F"/>
                </a:solidFill>
                <a:latin typeface="Arial" pitchFamily="34" charset="0"/>
                <a:cs typeface="Arial" pitchFamily="34" charset="0"/>
              </a:rPr>
              <a:pPr algn="r"/>
              <a:t>‹#›</a:t>
            </a:fld>
            <a:endParaRPr lang="en-CA" sz="900" dirty="0">
              <a:solidFill>
                <a:srgbClr val="7F7F7F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32379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jpe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1381125"/>
            <a:ext cx="8228012" cy="482441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CA" dirty="0"/>
              <a:t>First Level Text</a:t>
            </a:r>
          </a:p>
          <a:p>
            <a:pPr lvl="1"/>
            <a:r>
              <a:rPr lang="en-CA" dirty="0"/>
              <a:t>Second Level Text</a:t>
            </a:r>
          </a:p>
          <a:p>
            <a:pPr lvl="2"/>
            <a:r>
              <a:rPr lang="en-CA" dirty="0"/>
              <a:t>Third Level Text</a:t>
            </a:r>
          </a:p>
          <a:p>
            <a:pPr lvl="3"/>
            <a:r>
              <a:rPr lang="en-CA" dirty="0"/>
              <a:t>Fourth Level Text</a:t>
            </a:r>
          </a:p>
          <a:p>
            <a:pPr lvl="4"/>
            <a:r>
              <a:rPr lang="en-CA" dirty="0"/>
              <a:t>Fifth Level Text</a:t>
            </a:r>
            <a:endParaRPr lang="en-US" dirty="0"/>
          </a:p>
        </p:txBody>
      </p:sp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461035" y="170122"/>
            <a:ext cx="8205261" cy="785553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/>
          <a:p>
            <a:r>
              <a:rPr lang="en-US" dirty="0"/>
              <a:t>Master Title Slide Headline</a:t>
            </a:r>
            <a:endParaRPr lang="en-CA" dirty="0"/>
          </a:p>
        </p:txBody>
      </p:sp>
      <p:pic>
        <p:nvPicPr>
          <p:cNvPr id="2" name="Picture 2" descr="Lua language Icons, Logos, Symbols ...">
            <a:extLst>
              <a:ext uri="{FF2B5EF4-FFF2-40B4-BE49-F238E27FC236}">
                <a16:creationId xmlns:a16="http://schemas.microsoft.com/office/drawing/2014/main" id="{4227A58B-F1DD-DF02-824E-4F1798E44E1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8600" y="249102"/>
            <a:ext cx="609600" cy="627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81531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61" r:id="rId10"/>
    <p:sldLayoutId id="2147483657" r:id="rId11"/>
    <p:sldLayoutId id="2147483658" r:id="rId12"/>
    <p:sldLayoutId id="2147483659" r:id="rId13"/>
    <p:sldLayoutId id="2147483663" r:id="rId14"/>
    <p:sldLayoutId id="2147483662" r:id="rId15"/>
    <p:sldLayoutId id="2147483664" r:id="rId16"/>
    <p:sldLayoutId id="2147483665" r:id="rId17"/>
    <p:sldLayoutId id="2147483666" r:id="rId18"/>
    <p:sldLayoutId id="2147483667" r:id="rId19"/>
  </p:sldLayoutIdLst>
  <p:hf hdr="0" ftr="0" dt="0"/>
  <p:txStyles>
    <p:titleStyle>
      <a:lvl1pPr algn="l" defTabSz="914400" rtl="0" eaLnBrk="1" latinLnBrk="0" hangingPunct="1">
        <a:lnSpc>
          <a:spcPts val="2600"/>
        </a:lnSpc>
        <a:spcBef>
          <a:spcPct val="0"/>
        </a:spcBef>
        <a:buNone/>
        <a:defRPr sz="2600" b="1" kern="1200">
          <a:solidFill>
            <a:schemeClr val="accent1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231775" indent="-231775" algn="l" defTabSz="914400" rtl="0" eaLnBrk="1" latinLnBrk="0" hangingPunct="1">
        <a:lnSpc>
          <a:spcPct val="100000"/>
        </a:lnSpc>
        <a:spcBef>
          <a:spcPts val="1200"/>
        </a:spcBef>
        <a:spcAft>
          <a:spcPts val="0"/>
        </a:spcAft>
        <a:buClr>
          <a:schemeClr val="tx1"/>
        </a:buClr>
        <a:buSzPct val="80000"/>
        <a:buFont typeface="Arial" pitchFamily="34" charset="0"/>
        <a:buChar char="•"/>
        <a:defRPr sz="2600" b="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457200" indent="-231775" algn="l" defTabSz="914400" rtl="0" eaLnBrk="1" latinLnBrk="0" hangingPunct="1">
        <a:lnSpc>
          <a:spcPct val="100000"/>
        </a:lnSpc>
        <a:spcBef>
          <a:spcPts val="624"/>
        </a:spcBef>
        <a:spcAft>
          <a:spcPts val="0"/>
        </a:spcAft>
        <a:buClr>
          <a:schemeClr val="tx1"/>
        </a:buClr>
        <a:buSzPct val="80000"/>
        <a:buFont typeface="Arial" pitchFamily="34" charset="0"/>
        <a:buChar char="–"/>
        <a:defRPr sz="2400" kern="1200">
          <a:solidFill>
            <a:srgbClr val="000000"/>
          </a:solidFill>
          <a:latin typeface="Arial" pitchFamily="34" charset="0"/>
          <a:ea typeface="+mn-ea"/>
          <a:cs typeface="Arial" pitchFamily="34" charset="0"/>
        </a:defRPr>
      </a:lvl2pPr>
      <a:lvl3pPr marL="688975" indent="-231775" algn="l" defTabSz="914400" rtl="0" eaLnBrk="1" latinLnBrk="0" hangingPunct="1">
        <a:lnSpc>
          <a:spcPct val="100000"/>
        </a:lnSpc>
        <a:spcBef>
          <a:spcPts val="576"/>
        </a:spcBef>
        <a:spcAft>
          <a:spcPts val="0"/>
        </a:spcAft>
        <a:buClr>
          <a:schemeClr val="tx1"/>
        </a:buClr>
        <a:buSzPct val="80000"/>
        <a:buFont typeface="Arial" pitchFamily="34" charset="0"/>
        <a:buChar char="•"/>
        <a:defRPr sz="2000" kern="1200" baseline="0">
          <a:solidFill>
            <a:srgbClr val="000000"/>
          </a:solidFill>
          <a:latin typeface="Arial" pitchFamily="34" charset="0"/>
          <a:ea typeface="+mn-ea"/>
          <a:cs typeface="Arial" pitchFamily="34" charset="0"/>
        </a:defRPr>
      </a:lvl3pPr>
      <a:lvl4pPr marL="914400" indent="-225425" algn="l" defTabSz="914400" rtl="0" eaLnBrk="1" latinLnBrk="0" hangingPunct="1">
        <a:lnSpc>
          <a:spcPct val="100000"/>
        </a:lnSpc>
        <a:spcBef>
          <a:spcPts val="528"/>
        </a:spcBef>
        <a:spcAft>
          <a:spcPts val="0"/>
        </a:spcAft>
        <a:buClr>
          <a:schemeClr val="tx1"/>
        </a:buClr>
        <a:buSzPct val="80000"/>
        <a:buFont typeface="Arial" pitchFamily="34" charset="0"/>
        <a:buChar char="–"/>
        <a:defRPr sz="1800" kern="1200" baseline="0">
          <a:solidFill>
            <a:srgbClr val="000000"/>
          </a:solidFill>
          <a:latin typeface="Arial" pitchFamily="34" charset="0"/>
          <a:ea typeface="+mn-ea"/>
          <a:cs typeface="Arial" pitchFamily="34" charset="0"/>
        </a:defRPr>
      </a:lvl4pPr>
      <a:lvl5pPr marL="1146175" indent="-231775" algn="l" defTabSz="914400" rtl="0" eaLnBrk="1" latinLnBrk="0" hangingPunct="1">
        <a:lnSpc>
          <a:spcPct val="100000"/>
        </a:lnSpc>
        <a:spcBef>
          <a:spcPts val="480"/>
        </a:spcBef>
        <a:spcAft>
          <a:spcPts val="0"/>
        </a:spcAft>
        <a:buClr>
          <a:schemeClr val="tx1"/>
        </a:buClr>
        <a:buSzPct val="80000"/>
        <a:buFont typeface="Arial" pitchFamily="34" charset="0"/>
        <a:buChar char="•"/>
        <a:defRPr sz="1600" kern="1200" baseline="0">
          <a:solidFill>
            <a:srgbClr val="000000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3" Type="http://schemas.openxmlformats.org/officeDocument/2006/relationships/image" Target="../media/image22.png"/><Relationship Id="rId7" Type="http://schemas.openxmlformats.org/officeDocument/2006/relationships/image" Target="../media/image24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3.xml"/><Relationship Id="rId6" Type="http://schemas.openxmlformats.org/officeDocument/2006/relationships/customXml" Target="../ink/ink3.xml"/><Relationship Id="rId5" Type="http://schemas.openxmlformats.org/officeDocument/2006/relationships/image" Target="../media/image23.png"/><Relationship Id="rId4" Type="http://schemas.openxmlformats.org/officeDocument/2006/relationships/customXml" Target="../ink/ink2.xml"/><Relationship Id="rId9" Type="http://schemas.openxmlformats.org/officeDocument/2006/relationships/image" Target="../media/image25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11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hyperlink" Target="https://www.lua.org/download.html" TargetMode="External"/><Relationship Id="rId1" Type="http://schemas.openxmlformats.org/officeDocument/2006/relationships/slideLayout" Target="../slideLayouts/slideLayout3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3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3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1.png"/><Relationship Id="rId5" Type="http://schemas.openxmlformats.org/officeDocument/2006/relationships/customXml" Target="../ink/ink6.xml"/><Relationship Id="rId4" Type="http://schemas.openxmlformats.org/officeDocument/2006/relationships/image" Target="../media/image50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3.png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3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3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1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7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7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3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3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3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3.xm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3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3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3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3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3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3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3.xml"/></Relationships>
</file>

<file path=ppt/slides/_rels/slide1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3.xml"/></Relationships>
</file>

<file path=ppt/slides/_rels/slide1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3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3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3.xml"/></Relationships>
</file>

<file path=ppt/slides/_rels/slide1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3.xml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4.xml"/></Relationships>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7.xml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7.xml"/></Relationships>
</file>

<file path=ppt/slides/_rels/slide1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7.xml"/></Relationships>
</file>

<file path=ppt/slides/_rels/slide1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7.xml"/></Relationships>
</file>

<file path=ppt/slides/_rels/slide1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7.xml"/></Relationships>
</file>

<file path=ppt/slides/_rels/slide1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7.xml"/></Relationships>
</file>

<file path=ppt/slides/_rels/slide1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7.xml"/></Relationships>
</file>

<file path=ppt/slides/_rels/slide1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3.xml"/></Relationships>
</file>

<file path=ppt/slides/_rels/slide1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3.xml"/></Relationships>
</file>

<file path=ppt/slides/_rels/slide185.xml.rels><?xml version="1.0" encoding="UTF-8" standalone="yes"?>
<Relationships xmlns="http://schemas.openxmlformats.org/package/2006/relationships"><Relationship Id="rId3" Type="http://schemas.openxmlformats.org/officeDocument/2006/relationships/customXml" Target="../ink/ink8.xml"/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3.png"/></Relationships>
</file>

<file path=ppt/slides/_rels/slide1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3.xml"/></Relationships>
</file>

<file path=ppt/slides/_rels/slide1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png"/><Relationship Id="rId2" Type="http://schemas.openxmlformats.org/officeDocument/2006/relationships/customXml" Target="../ink/ink9.xml"/><Relationship Id="rId1" Type="http://schemas.openxmlformats.org/officeDocument/2006/relationships/slideLayout" Target="../slideLayouts/slideLayout3.xml"/></Relationships>
</file>

<file path=ppt/slides/_rels/slide1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7.xml"/></Relationships>
</file>

<file path=ppt/slides/_rels/slide1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0.xml"/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9.png"/><Relationship Id="rId5" Type="http://schemas.openxmlformats.org/officeDocument/2006/relationships/customXml" Target="../ink/ink11.xml"/><Relationship Id="rId4" Type="http://schemas.openxmlformats.org/officeDocument/2006/relationships/image" Target="../media/image128.png"/></Relationships>
</file>

<file path=ppt/slides/_rels/slide1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3.xml"/></Relationships>
</file>

<file path=ppt/slides/_rels/slide1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3.xml"/></Relationships>
</file>

<file path=ppt/slides/_rels/slide1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3.xml"/></Relationships>
</file>

<file path=ppt/slides/_rels/slide2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3.png"/><Relationship Id="rId1" Type="http://schemas.openxmlformats.org/officeDocument/2006/relationships/slideLayout" Target="../slideLayouts/slideLayout3.xml"/></Relationships>
</file>

<file path=ppt/slides/_rels/slide2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8.xml.rels><?xml version="1.0" encoding="UTF-8" standalone="yes"?>
<Relationships xmlns="http://schemas.openxmlformats.org/package/2006/relationships"><Relationship Id="rId2" Type="http://schemas.openxmlformats.org/officeDocument/2006/relationships/customXml" Target="../ink/ink1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4.png"/><Relationship Id="rId5" Type="http://schemas.openxmlformats.org/officeDocument/2006/relationships/image" Target="../media/image135.png"/></Relationships>
</file>

<file path=ppt/slides/_rels/slide2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5.png"/><Relationship Id="rId2" Type="http://schemas.openxmlformats.org/officeDocument/2006/relationships/customXml" Target="../ink/ink13.xml"/><Relationship Id="rId1" Type="http://schemas.openxmlformats.org/officeDocument/2006/relationships/slideLayout" Target="../slideLayouts/slideLayout3.xml"/></Relationships>
</file>

<file path=ppt/slides/_rels/slide2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6.png"/><Relationship Id="rId1" Type="http://schemas.openxmlformats.org/officeDocument/2006/relationships/slideLayout" Target="../slideLayouts/slideLayout3.xml"/></Relationships>
</file>

<file path=ppt/slides/_rels/slide2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7.png"/><Relationship Id="rId1" Type="http://schemas.openxmlformats.org/officeDocument/2006/relationships/slideLayout" Target="../slideLayouts/slideLayout3.xml"/></Relationships>
</file>

<file path=ppt/slides/_rels/slide2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8.png"/><Relationship Id="rId1" Type="http://schemas.openxmlformats.org/officeDocument/2006/relationships/slideLayout" Target="../slideLayouts/slideLayout3.xml"/></Relationships>
</file>

<file path=ppt/slides/_rels/slide2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9.png"/><Relationship Id="rId1" Type="http://schemas.openxmlformats.org/officeDocument/2006/relationships/slideLayout" Target="../slideLayouts/slideLayout4.xml"/></Relationships>
</file>

<file path=ppt/slides/_rels/slide2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4.xml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1.png"/></Relationships>
</file>

<file path=ppt/slides/_rels/slide223.xml.rels><?xml version="1.0" encoding="UTF-8" standalone="yes"?>
<Relationships xmlns="http://schemas.openxmlformats.org/package/2006/relationships"><Relationship Id="rId2" Type="http://schemas.openxmlformats.org/officeDocument/2006/relationships/hyperlink" Target="https://luabinaries.sourceforge.net/download.html" TargetMode="External"/><Relationship Id="rId1" Type="http://schemas.openxmlformats.org/officeDocument/2006/relationships/slideLayout" Target="../slideLayouts/slideLayout3.xml"/></Relationships>
</file>

<file path=ppt/slides/_rels/slide2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2.png"/><Relationship Id="rId1" Type="http://schemas.openxmlformats.org/officeDocument/2006/relationships/slideLayout" Target="../slideLayouts/slideLayout3.xml"/></Relationships>
</file>

<file path=ppt/slides/_rels/slide2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4.png"/><Relationship Id="rId2" Type="http://schemas.openxmlformats.org/officeDocument/2006/relationships/image" Target="../media/image143.png"/><Relationship Id="rId1" Type="http://schemas.openxmlformats.org/officeDocument/2006/relationships/slideLayout" Target="../slideLayouts/slideLayout3.xml"/></Relationships>
</file>

<file path=ppt/slides/_rels/slide2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5.png"/><Relationship Id="rId2" Type="http://schemas.openxmlformats.org/officeDocument/2006/relationships/customXml" Target="../ink/ink15.xml"/><Relationship Id="rId1" Type="http://schemas.openxmlformats.org/officeDocument/2006/relationships/slideLayout" Target="../slideLayouts/slideLayout3.xml"/></Relationships>
</file>

<file path=ppt/slides/_rels/slide2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6.png"/><Relationship Id="rId7" Type="http://schemas.openxmlformats.org/officeDocument/2006/relationships/image" Target="../media/image148.png"/><Relationship Id="rId2" Type="http://schemas.openxmlformats.org/officeDocument/2006/relationships/customXml" Target="../ink/ink16.xml"/><Relationship Id="rId1" Type="http://schemas.openxmlformats.org/officeDocument/2006/relationships/slideLayout" Target="../slideLayouts/slideLayout3.xml"/><Relationship Id="rId6" Type="http://schemas.openxmlformats.org/officeDocument/2006/relationships/customXml" Target="../ink/ink18.xml"/><Relationship Id="rId5" Type="http://schemas.openxmlformats.org/officeDocument/2006/relationships/image" Target="../media/image147.png"/><Relationship Id="rId4" Type="http://schemas.openxmlformats.org/officeDocument/2006/relationships/customXml" Target="../ink/ink17.xml"/></Relationships>
</file>

<file path=ppt/slides/_rels/slide2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9.png"/><Relationship Id="rId1" Type="http://schemas.openxmlformats.org/officeDocument/2006/relationships/slideLayout" Target="../slideLayouts/slideLayout3.xml"/></Relationships>
</file>

<file path=ppt/slides/_rels/slide2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hyperlink" Target="https://github.com/alain-riedinger/luasocket/releases" TargetMode="External"/><Relationship Id="rId1" Type="http://schemas.openxmlformats.org/officeDocument/2006/relationships/slideLayout" Target="../slideLayouts/slideLayout3.xml"/></Relationships>
</file>

<file path=ppt/slides/_rels/slide2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1.png"/><Relationship Id="rId1" Type="http://schemas.openxmlformats.org/officeDocument/2006/relationships/slideLayout" Target="../slideLayouts/slideLayout3.xml"/></Relationships>
</file>

<file path=ppt/slides/_rels/slide2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2.png"/><Relationship Id="rId1" Type="http://schemas.openxmlformats.org/officeDocument/2006/relationships/slideLayout" Target="../slideLayouts/slideLayout3.xml"/></Relationships>
</file>

<file path=ppt/slides/_rels/slide2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3.png"/><Relationship Id="rId1" Type="http://schemas.openxmlformats.org/officeDocument/2006/relationships/slideLayout" Target="../slideLayouts/slideLayout3.xml"/></Relationships>
</file>

<file path=ppt/slides/_rels/slide2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2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4.png"/><Relationship Id="rId1" Type="http://schemas.openxmlformats.org/officeDocument/2006/relationships/slideLayout" Target="../slideLayouts/slideLayout3.xml"/></Relationships>
</file>

<file path=ppt/slides/_rels/slide2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5.png"/><Relationship Id="rId1" Type="http://schemas.openxmlformats.org/officeDocument/2006/relationships/slideLayout" Target="../slideLayouts/slideLayout3.xml"/></Relationships>
</file>

<file path=ppt/slides/_rels/slide2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6.png"/><Relationship Id="rId1" Type="http://schemas.openxmlformats.org/officeDocument/2006/relationships/slideLayout" Target="../slideLayouts/slideLayout3.xml"/></Relationships>
</file>

<file path=ppt/slides/_rels/slide2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7.png"/><Relationship Id="rId1" Type="http://schemas.openxmlformats.org/officeDocument/2006/relationships/slideLayout" Target="../slideLayouts/slideLayout3.xml"/></Relationships>
</file>

<file path=ppt/slides/_rels/slide2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8.png"/><Relationship Id="rId1" Type="http://schemas.openxmlformats.org/officeDocument/2006/relationships/slideLayout" Target="../slideLayouts/slideLayout3.xml"/></Relationships>
</file>

<file path=ppt/slides/_rels/slide2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9.png"/><Relationship Id="rId1" Type="http://schemas.openxmlformats.org/officeDocument/2006/relationships/slideLayout" Target="../slideLayouts/slideLayout3.xml"/></Relationships>
</file>

<file path=ppt/slides/_rels/slide30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6.xml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6.xml"/><Relationship Id="rId5" Type="http://schemas.openxmlformats.org/officeDocument/2006/relationships/diagramColors" Target="../diagrams/colors16.xml"/><Relationship Id="rId4" Type="http://schemas.openxmlformats.org/officeDocument/2006/relationships/diagramQuickStyle" Target="../diagrams/quickStyle16.xml"/></Relationships>
</file>

<file path=ppt/slides/_rels/slide3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9.xml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1.png"/></Relationships>
</file>

<file path=ppt/slides/_rels/slide3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2.png"/><Relationship Id="rId2" Type="http://schemas.openxmlformats.org/officeDocument/2006/relationships/customXml" Target="../ink/ink2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63.png"/><Relationship Id="rId4" Type="http://schemas.openxmlformats.org/officeDocument/2006/relationships/customXml" Target="../ink/ink21.xml"/></Relationships>
</file>

<file path=ppt/slides/_rels/slide3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4.png"/><Relationship Id="rId2" Type="http://schemas.openxmlformats.org/officeDocument/2006/relationships/customXml" Target="../ink/ink22.xml"/><Relationship Id="rId1" Type="http://schemas.openxmlformats.org/officeDocument/2006/relationships/slideLayout" Target="../slideLayouts/slideLayout3.xml"/></Relationships>
</file>

<file path=ppt/slides/_rels/slide3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8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leafo/magick" TargetMode="External"/><Relationship Id="rId1" Type="http://schemas.openxmlformats.org/officeDocument/2006/relationships/slideLayout" Target="../slideLayouts/slideLayout4.xml"/></Relationships>
</file>

<file path=ppt/slides/_rels/slide3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5.png"/><Relationship Id="rId1" Type="http://schemas.openxmlformats.org/officeDocument/2006/relationships/slideLayout" Target="../slideLayouts/slideLayout3.xml"/></Relationships>
</file>

<file path=ppt/slides/_rels/slide3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Application Delivery Fundamentals :</a:t>
            </a:r>
            <a:br>
              <a:rPr lang="en-US" dirty="0"/>
            </a:b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458788" y="3657600"/>
            <a:ext cx="4811323" cy="1233311"/>
          </a:xfrm>
        </p:spPr>
        <p:txBody>
          <a:bodyPr/>
          <a:lstStyle/>
          <a:p>
            <a:r>
              <a:rPr lang="en-US" dirty="0"/>
              <a:t>Lua Proramming</a:t>
            </a:r>
          </a:p>
        </p:txBody>
      </p:sp>
      <p:pic>
        <p:nvPicPr>
          <p:cNvPr id="1026" name="Picture 2" descr="Lua language Icons, Logos, Symbols ...">
            <a:extLst>
              <a:ext uri="{FF2B5EF4-FFF2-40B4-BE49-F238E27FC236}">
                <a16:creationId xmlns:a16="http://schemas.microsoft.com/office/drawing/2014/main" id="{39682108-69F1-C61E-5D7D-34CC2B6D11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107573"/>
            <a:ext cx="1371600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7A8F47-6347-2FD3-8A34-766366609009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IN" dirty="0"/>
              <a:t>Lua Getting Started</a:t>
            </a:r>
          </a:p>
          <a:p>
            <a:r>
              <a:rPr lang="en-IN" dirty="0"/>
              <a:t>Numbers</a:t>
            </a:r>
          </a:p>
          <a:p>
            <a:r>
              <a:rPr lang="en-IN" dirty="0"/>
              <a:t>Strings</a:t>
            </a:r>
          </a:p>
          <a:p>
            <a:r>
              <a:rPr lang="en-IN" dirty="0"/>
              <a:t>Tables</a:t>
            </a:r>
          </a:p>
          <a:p>
            <a:r>
              <a:rPr lang="en-IN" dirty="0"/>
              <a:t>Functions</a:t>
            </a:r>
          </a:p>
          <a:p>
            <a:r>
              <a:rPr lang="en-IN" dirty="0"/>
              <a:t>The External World</a:t>
            </a:r>
          </a:p>
          <a:p>
            <a:r>
              <a:rPr lang="en-IN" dirty="0"/>
              <a:t>Miscellaneous Topics</a:t>
            </a:r>
          </a:p>
          <a:p>
            <a:r>
              <a:rPr lang="en-IN" dirty="0"/>
              <a:t>Closures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CB54004-00CC-C69C-04A4-70717DDF6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Goals</a:t>
            </a:r>
          </a:p>
        </p:txBody>
      </p:sp>
    </p:spTree>
    <p:extLst>
      <p:ext uri="{BB962C8B-B14F-4D97-AF65-F5344CB8AC3E}">
        <p14:creationId xmlns:p14="http://schemas.microsoft.com/office/powerpoint/2010/main" val="4094141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7A8F47-6347-2FD3-8A34-766366609009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IN" dirty="0"/>
              <a:t>Pattern Matching</a:t>
            </a:r>
          </a:p>
          <a:p>
            <a:r>
              <a:rPr lang="en-IN" dirty="0"/>
              <a:t>Date and Time</a:t>
            </a:r>
          </a:p>
          <a:p>
            <a:r>
              <a:rPr lang="en-IN" dirty="0"/>
              <a:t>Bits and Bytes</a:t>
            </a:r>
          </a:p>
          <a:p>
            <a:r>
              <a:rPr lang="en-IN" dirty="0"/>
              <a:t>Data Structures</a:t>
            </a:r>
          </a:p>
          <a:p>
            <a:r>
              <a:rPr lang="en-IN" dirty="0"/>
              <a:t>Data Files and Serialization</a:t>
            </a:r>
          </a:p>
          <a:p>
            <a:r>
              <a:rPr lang="en-IN" dirty="0"/>
              <a:t>Compilation, Execution, and Errors</a:t>
            </a:r>
          </a:p>
          <a:p>
            <a:r>
              <a:rPr lang="en-IN" dirty="0"/>
              <a:t> Modules and Packages </a:t>
            </a:r>
          </a:p>
          <a:p>
            <a:r>
              <a:rPr lang="en-US" dirty="0"/>
              <a:t>Iterators and the Generic for 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CB54004-00CC-C69C-04A4-70717DDF6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Goals</a:t>
            </a:r>
          </a:p>
        </p:txBody>
      </p:sp>
    </p:spTree>
    <p:extLst>
      <p:ext uri="{BB962C8B-B14F-4D97-AF65-F5344CB8AC3E}">
        <p14:creationId xmlns:p14="http://schemas.microsoft.com/office/powerpoint/2010/main" val="23134758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4C0EC6F-3BD3-DF3F-D76B-577B3C75D050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>
            <a:normAutofit fontScale="92500" lnSpcReduction="10000"/>
          </a:bodyPr>
          <a:lstStyle/>
          <a:p>
            <a:pPr fontAlgn="base"/>
            <a:r>
              <a:rPr lang="en-US" dirty="0"/>
              <a:t>Lua is a robust, lightweight, and embeddable scripting language.</a:t>
            </a:r>
          </a:p>
          <a:p>
            <a:pPr fontAlgn="base"/>
            <a:r>
              <a:rPr lang="en-US" dirty="0"/>
              <a:t>It supports multiple programming methods, including procedural, object-oriented, functional, and data-driven programming.</a:t>
            </a:r>
          </a:p>
          <a:p>
            <a:pPr fontAlgn="base"/>
            <a:r>
              <a:rPr lang="en-US" dirty="0"/>
              <a:t>As the primary focus on Lua is for scripting, it is rarely used as a standalone programming language.</a:t>
            </a:r>
          </a:p>
          <a:p>
            <a:pPr fontAlgn="base"/>
            <a:r>
              <a:rPr lang="en-US" dirty="0"/>
              <a:t>Instead, it is used as a scripting language that can be integrated (embedded) into other programs written in mainly C and C++. </a:t>
            </a:r>
          </a:p>
          <a:p>
            <a:pPr fontAlgn="base"/>
            <a:r>
              <a:rPr lang="en-US" dirty="0"/>
              <a:t>It also supports other programming languages via third-party plugins (NLua/</a:t>
            </a:r>
            <a:r>
              <a:rPr lang="en-US" dirty="0" err="1"/>
              <a:t>KeraLua</a:t>
            </a:r>
            <a:r>
              <a:rPr lang="en-US" dirty="0"/>
              <a:t> for .NET/C#).</a:t>
            </a:r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B97CB22-847D-B5C9-C90F-DD7A5B981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Lua Getting Started</a:t>
            </a:r>
          </a:p>
        </p:txBody>
      </p:sp>
    </p:spTree>
    <p:extLst>
      <p:ext uri="{BB962C8B-B14F-4D97-AF65-F5344CB8AC3E}">
        <p14:creationId xmlns:p14="http://schemas.microsoft.com/office/powerpoint/2010/main" val="6209724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C360F6-D1C4-C7A6-8A19-11594E836F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4B82961-44A1-8C5A-8ACD-7D913346F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Lua Getting Started</a:t>
            </a:r>
          </a:p>
        </p:txBody>
      </p:sp>
      <p:sp>
        <p:nvSpPr>
          <p:cNvPr id="6" name="AutoShape 2" descr="Lua loves C">
            <a:extLst>
              <a:ext uri="{FF2B5EF4-FFF2-40B4-BE49-F238E27FC236}">
                <a16:creationId xmlns:a16="http://schemas.microsoft.com/office/drawing/2014/main" id="{8458E48B-CE8E-C3A0-CE5F-6B67977FA5A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" name="AutoShape 4" descr="Lua loves C">
            <a:extLst>
              <a:ext uri="{FF2B5EF4-FFF2-40B4-BE49-F238E27FC236}">
                <a16:creationId xmlns:a16="http://schemas.microsoft.com/office/drawing/2014/main" id="{5B3E2559-6AC9-75BC-D032-FD4C2A8792E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38D8B1E-F62B-3F64-64DB-D164BEEB744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66" r="1666"/>
          <a:stretch>
            <a:fillRect/>
          </a:stretch>
        </p:blipFill>
        <p:spPr>
          <a:xfrm>
            <a:off x="152400" y="1981200"/>
            <a:ext cx="8839200" cy="3359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01181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157F0D-65A3-9E86-A2BC-8C7D50399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F303DBB-FD94-6C2A-F0FD-FA07AC31E7E1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>
            <a:normAutofit lnSpcReduction="10000"/>
          </a:bodyPr>
          <a:lstStyle/>
          <a:p>
            <a:pPr fontAlgn="base"/>
            <a:r>
              <a:rPr lang="en-US" dirty="0"/>
              <a:t>As a popular component in video game and game engine development. </a:t>
            </a:r>
          </a:p>
          <a:p>
            <a:pPr fontAlgn="base"/>
            <a:r>
              <a:rPr lang="en-US" dirty="0"/>
              <a:t>For example, War frame, World of Warcraft, and CRYENGINE all use Lua.</a:t>
            </a:r>
          </a:p>
          <a:p>
            <a:pPr fontAlgn="base"/>
            <a:r>
              <a:rPr lang="en-US" dirty="0"/>
              <a:t>As a programming language in many network programs, like CISCO Systems, Nmap, and Mod Security.</a:t>
            </a:r>
          </a:p>
          <a:p>
            <a:pPr fontAlgn="base"/>
            <a:r>
              <a:rPr lang="en-US" dirty="0"/>
              <a:t>As a programming language in industrial programs such as Adobe Lightroom and MySQL Workbench.</a:t>
            </a:r>
          </a:p>
          <a:p>
            <a:pPr fontAlgn="base"/>
            <a:r>
              <a:rPr lang="en-US" dirty="0"/>
              <a:t>As a library that developers can integrate with their programs to enable scripting functionality.</a:t>
            </a:r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12CD71B-B4E3-6E00-E1D4-45D86C646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Popular use cases for Lua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37961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FBB385-81BD-6AF5-350C-51B5644918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F3AA04F-4B2F-4C14-BF38-0C2B129FD3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Popular use cases for Lua</a:t>
            </a:r>
            <a:endParaRPr lang="en-IN" dirty="0"/>
          </a:p>
        </p:txBody>
      </p:sp>
      <p:sp>
        <p:nvSpPr>
          <p:cNvPr id="6" name="AutoShape 2" descr="Embedding Lua in Firmware">
            <a:extLst>
              <a:ext uri="{FF2B5EF4-FFF2-40B4-BE49-F238E27FC236}">
                <a16:creationId xmlns:a16="http://schemas.microsoft.com/office/drawing/2014/main" id="{EA5A0B86-8096-12B9-9364-84BC3F595F7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E2B53E7-3D4F-E058-FDC5-C7C109E64B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092" y="1371600"/>
            <a:ext cx="8598308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62490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4C8AF2-748E-A2DB-B52E-158ACCCE8A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0039B13-12E2-CE6B-AEC4-72D9B7107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Lua Getting Started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B42FF1F-3E58-D881-D837-9CEEE3981E1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737" t="4445" r="10829" b="5556"/>
          <a:stretch>
            <a:fillRect/>
          </a:stretch>
        </p:blipFill>
        <p:spPr>
          <a:xfrm>
            <a:off x="1752600" y="1676400"/>
            <a:ext cx="4533430" cy="434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67376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5233A9-231A-83C4-D4E2-7E5CA3EE26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9CF16FB-1E91-D8A7-3963-23E6501B854C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b="1" dirty="0"/>
              <a:t>1. Lightweight and Fast</a:t>
            </a:r>
          </a:p>
          <a:p>
            <a:pPr lvl="1"/>
            <a:r>
              <a:rPr lang="en-US" b="1" dirty="0"/>
              <a:t>Tiny footprint</a:t>
            </a:r>
            <a:r>
              <a:rPr lang="en-US" dirty="0"/>
              <a:t> (~300 KB compiled)</a:t>
            </a:r>
          </a:p>
          <a:p>
            <a:pPr lvl="1"/>
            <a:r>
              <a:rPr lang="en-US" dirty="0"/>
              <a:t>Written in ANSI C — extremely portable</a:t>
            </a:r>
          </a:p>
          <a:p>
            <a:pPr lvl="1"/>
            <a:r>
              <a:rPr lang="en-US" dirty="0"/>
              <a:t>Fast startup and execution time, ideal for embedded or real-time systems</a:t>
            </a:r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036FB1F-8B76-5E01-70C7-B1E6B0F6C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 Reasons to Use Lua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226991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183D50A9-DB55-79A9-A0A2-6BB557747EC2}"/>
              </a:ext>
            </a:extLst>
          </p:cNvPr>
          <p:cNvSpPr>
            <a:spLocks noGrp="1" noChangeArrowheads="1"/>
          </p:cNvSpPr>
          <p:nvPr>
            <p:ph sz="quarter" idx="12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R="0" lvl="0" fontAlgn="base">
              <a:tabLst/>
            </a:pPr>
            <a:r>
              <a:rPr lang="en-US" altLang="en-US" b="1" dirty="0"/>
              <a:t>2. Embeddable in Other Applications</a:t>
            </a:r>
          </a:p>
          <a:p>
            <a:pPr lvl="1" fontAlgn="base"/>
            <a:r>
              <a:rPr lang="en-US" altLang="en-US" dirty="0"/>
              <a:t>Easily integrates with C/C++ using Lua’s C API</a:t>
            </a:r>
          </a:p>
          <a:p>
            <a:pPr lvl="1" fontAlgn="base"/>
            <a:r>
              <a:rPr lang="en-US" altLang="en-US" dirty="0"/>
              <a:t>Commonly used to extend functionality of applications without recompiling</a:t>
            </a:r>
          </a:p>
          <a:p>
            <a:pPr lvl="1" fontAlgn="base"/>
            <a:r>
              <a:rPr lang="en-US" altLang="en-US" dirty="0"/>
              <a:t>Popular in games: Used by Roblox, World of Warcraft, and Adobe Lightroom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C3E9DEF-A3D2-3B53-A50F-296D308B8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en-US" dirty="0"/>
              <a:t>Top Reasons to Use Lua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137068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8144B3-DFB3-D48F-C1FF-89A4E20E25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DD5A4BD4-4139-6FBB-38EF-57F5D33D8FE1}"/>
              </a:ext>
            </a:extLst>
          </p:cNvPr>
          <p:cNvSpPr>
            <a:spLocks noGrp="1" noChangeArrowheads="1"/>
          </p:cNvSpPr>
          <p:nvPr>
            <p:ph sz="quarter" idx="12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r>
              <a:rPr lang="en-US" b="1" dirty="0"/>
              <a:t>3. Simple and Easy to Learn</a:t>
            </a:r>
          </a:p>
          <a:p>
            <a:pPr lvl="1"/>
            <a:r>
              <a:rPr lang="en-US" dirty="0"/>
              <a:t>Clean and minimalistic syntax</a:t>
            </a:r>
          </a:p>
          <a:p>
            <a:pPr lvl="1"/>
            <a:r>
              <a:rPr lang="en-US" dirty="0"/>
              <a:t>No unnecessary complexity or boilerplate</a:t>
            </a:r>
          </a:p>
          <a:p>
            <a:pPr lvl="1"/>
            <a:r>
              <a:rPr lang="en-US" dirty="0"/>
              <a:t>Perfect for scripting and quick prototyping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20DFAA4-3ECF-55CF-515F-1A3A6A1E7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en-US" dirty="0"/>
              <a:t>Top Reasons to Use Lua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080498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BD196E-396D-FFB6-556B-DD21AFCD3B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6478DDA4-DAE4-5C7C-0E26-5BCB723D60A2}"/>
              </a:ext>
            </a:extLst>
          </p:cNvPr>
          <p:cNvSpPr>
            <a:spLocks noGrp="1" noChangeArrowheads="1"/>
          </p:cNvSpPr>
          <p:nvPr>
            <p:ph sz="quarter" idx="12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r>
              <a:rPr lang="en-US" b="1" dirty="0"/>
              <a:t>4. Flexible and Powerful</a:t>
            </a:r>
          </a:p>
          <a:p>
            <a:pPr lvl="1"/>
            <a:r>
              <a:rPr lang="en-US" b="1" dirty="0"/>
              <a:t>Everything is a table</a:t>
            </a:r>
            <a:r>
              <a:rPr lang="en-US" dirty="0"/>
              <a:t> (can behave like arrays, dictionaries, classes)</a:t>
            </a:r>
          </a:p>
          <a:p>
            <a:pPr lvl="1"/>
            <a:r>
              <a:rPr lang="en-US" dirty="0"/>
              <a:t>Supports </a:t>
            </a:r>
            <a:r>
              <a:rPr lang="en-US" b="1" dirty="0"/>
              <a:t>coroutines</a:t>
            </a:r>
            <a:r>
              <a:rPr lang="en-US" dirty="0"/>
              <a:t>, </a:t>
            </a:r>
            <a:r>
              <a:rPr lang="en-US" b="1" dirty="0"/>
              <a:t>closures</a:t>
            </a:r>
            <a:r>
              <a:rPr lang="en-US" dirty="0"/>
              <a:t>, </a:t>
            </a:r>
            <a:r>
              <a:rPr lang="en-US" b="1" dirty="0" err="1"/>
              <a:t>metatables</a:t>
            </a:r>
            <a:r>
              <a:rPr lang="en-US" dirty="0"/>
              <a:t> for powerful behaviors</a:t>
            </a:r>
          </a:p>
          <a:p>
            <a:pPr lvl="1"/>
            <a:r>
              <a:rPr lang="en-US" dirty="0"/>
              <a:t>Dynamically typed, yet safe and stable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89444A5-C32A-2721-CD3A-B9F648CD0F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en-US" dirty="0"/>
              <a:t>Top Reasons to Use Lua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332380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1060CD-0E2B-DF58-B201-0563E6732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ED309827-0377-4DAB-A790-E5AA78043392}"/>
              </a:ext>
            </a:extLst>
          </p:cNvPr>
          <p:cNvSpPr>
            <a:spLocks noGrp="1" noChangeArrowheads="1"/>
          </p:cNvSpPr>
          <p:nvPr>
            <p:ph sz="quarter" idx="12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r>
              <a:rPr lang="en-US" b="1" dirty="0"/>
              <a:t>5. Cross-Platform</a:t>
            </a:r>
          </a:p>
          <a:p>
            <a:pPr lvl="1"/>
            <a:r>
              <a:rPr lang="en-US" dirty="0"/>
              <a:t>Runs on Windows, Linux, macOS, iOS, Android, and even microcontrollers</a:t>
            </a:r>
          </a:p>
          <a:p>
            <a:pPr lvl="1"/>
            <a:r>
              <a:rPr lang="en-US" dirty="0"/>
              <a:t>Just recompile Lua and it works nearly anywhere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2E089EF-CB45-5506-A704-CFB5D506A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en-US" dirty="0"/>
              <a:t>Top Reasons to Use Lua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347871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036B67-4E6E-11CF-665C-713D9EA5D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C7B86C7-A6B0-323B-2452-EFC0E2EF1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035" y="170122"/>
            <a:ext cx="8205261" cy="785553"/>
          </a:xfrm>
        </p:spPr>
        <p:txBody>
          <a:bodyPr anchor="b">
            <a:normAutofit/>
          </a:bodyPr>
          <a:lstStyle/>
          <a:p>
            <a:r>
              <a:rPr lang="en-US" dirty="0"/>
              <a:t>Top Reasons to Use Lua</a:t>
            </a:r>
            <a:endParaRPr lang="en-IN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ED934B7-2DBC-C32D-30AD-9B3F9A4736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8860255"/>
              </p:ext>
            </p:extLst>
          </p:nvPr>
        </p:nvGraphicFramePr>
        <p:xfrm>
          <a:off x="673049" y="1381125"/>
          <a:ext cx="7796317" cy="4824416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3622252">
                  <a:extLst>
                    <a:ext uri="{9D8B030D-6E8A-4147-A177-3AD203B41FA5}">
                      <a16:colId xmlns:a16="http://schemas.microsoft.com/office/drawing/2014/main" val="2976187833"/>
                    </a:ext>
                  </a:extLst>
                </a:gridCol>
                <a:gridCol w="4174065">
                  <a:extLst>
                    <a:ext uri="{9D8B030D-6E8A-4147-A177-3AD203B41FA5}">
                      <a16:colId xmlns:a16="http://schemas.microsoft.com/office/drawing/2014/main" val="348806559"/>
                    </a:ext>
                  </a:extLst>
                </a:gridCol>
              </a:tblGrid>
              <a:tr h="624336">
                <a:tc>
                  <a:txBody>
                    <a:bodyPr/>
                    <a:lstStyle/>
                    <a:p>
                      <a:r>
                        <a:rPr lang="en-IN" sz="2800"/>
                        <a:t>Domain</a:t>
                      </a:r>
                    </a:p>
                  </a:txBody>
                  <a:tcPr marL="141895" marR="141895" marT="70947" marB="70947" anchor="ctr"/>
                </a:tc>
                <a:tc>
                  <a:txBody>
                    <a:bodyPr/>
                    <a:lstStyle/>
                    <a:p>
                      <a:r>
                        <a:rPr lang="en-IN" sz="2800"/>
                        <a:t>Usage Example</a:t>
                      </a:r>
                    </a:p>
                  </a:txBody>
                  <a:tcPr marL="141895" marR="141895" marT="70947" marB="70947" anchor="ctr"/>
                </a:tc>
                <a:extLst>
                  <a:ext uri="{0D108BD9-81ED-4DB2-BD59-A6C34878D82A}">
                    <a16:rowId xmlns:a16="http://schemas.microsoft.com/office/drawing/2014/main" val="2846086838"/>
                  </a:ext>
                </a:extLst>
              </a:tr>
              <a:tr h="1050020">
                <a:tc>
                  <a:txBody>
                    <a:bodyPr/>
                    <a:lstStyle/>
                    <a:p>
                      <a:r>
                        <a:rPr lang="en-IN" sz="2800" b="1"/>
                        <a:t>Gaming</a:t>
                      </a:r>
                      <a:endParaRPr lang="en-IN" sz="2800"/>
                    </a:p>
                  </a:txBody>
                  <a:tcPr marL="141895" marR="141895" marT="70947" marB="70947" anchor="ctr"/>
                </a:tc>
                <a:tc>
                  <a:txBody>
                    <a:bodyPr/>
                    <a:lstStyle/>
                    <a:p>
                      <a:r>
                        <a:rPr lang="en-IN" sz="2800"/>
                        <a:t>Roblox, Angry Birds, WoW</a:t>
                      </a:r>
                    </a:p>
                  </a:txBody>
                  <a:tcPr marL="141895" marR="141895" marT="70947" marB="70947" anchor="ctr"/>
                </a:tc>
                <a:extLst>
                  <a:ext uri="{0D108BD9-81ED-4DB2-BD59-A6C34878D82A}">
                    <a16:rowId xmlns:a16="http://schemas.microsoft.com/office/drawing/2014/main" val="567903748"/>
                  </a:ext>
                </a:extLst>
              </a:tr>
              <a:tr h="1050020">
                <a:tc>
                  <a:txBody>
                    <a:bodyPr/>
                    <a:lstStyle/>
                    <a:p>
                      <a:r>
                        <a:rPr lang="en-IN" sz="2800" b="1"/>
                        <a:t>IoT/Embedded</a:t>
                      </a:r>
                      <a:endParaRPr lang="en-IN" sz="2800"/>
                    </a:p>
                  </a:txBody>
                  <a:tcPr marL="141895" marR="141895" marT="70947" marB="70947" anchor="ctr"/>
                </a:tc>
                <a:tc>
                  <a:txBody>
                    <a:bodyPr/>
                    <a:lstStyle/>
                    <a:p>
                      <a:r>
                        <a:rPr lang="en-IN" sz="2800" dirty="0" err="1"/>
                        <a:t>NodeMCU</a:t>
                      </a:r>
                      <a:r>
                        <a:rPr lang="en-IN" sz="2800" dirty="0"/>
                        <a:t> (ESP8266), </a:t>
                      </a:r>
                      <a:r>
                        <a:rPr lang="en-IN" sz="2800" dirty="0" err="1"/>
                        <a:t>OpenResty</a:t>
                      </a:r>
                      <a:r>
                        <a:rPr lang="en-IN" sz="2800" dirty="0"/>
                        <a:t> (Nginx)</a:t>
                      </a:r>
                    </a:p>
                  </a:txBody>
                  <a:tcPr marL="141895" marR="141895" marT="70947" marB="70947" anchor="ctr"/>
                </a:tc>
                <a:extLst>
                  <a:ext uri="{0D108BD9-81ED-4DB2-BD59-A6C34878D82A}">
                    <a16:rowId xmlns:a16="http://schemas.microsoft.com/office/drawing/2014/main" val="660502241"/>
                  </a:ext>
                </a:extLst>
              </a:tr>
              <a:tr h="1050020">
                <a:tc>
                  <a:txBody>
                    <a:bodyPr/>
                    <a:lstStyle/>
                    <a:p>
                      <a:r>
                        <a:rPr lang="en-IN" sz="2800" b="1"/>
                        <a:t>Image/Video Tools</a:t>
                      </a:r>
                      <a:endParaRPr lang="en-IN" sz="2800"/>
                    </a:p>
                  </a:txBody>
                  <a:tcPr marL="141895" marR="141895" marT="70947" marB="70947" anchor="ctr"/>
                </a:tc>
                <a:tc>
                  <a:txBody>
                    <a:bodyPr/>
                    <a:lstStyle/>
                    <a:p>
                      <a:r>
                        <a:rPr lang="en-IN" sz="2800"/>
                        <a:t>Adobe Lightroom, VLC, OBS</a:t>
                      </a:r>
                    </a:p>
                  </a:txBody>
                  <a:tcPr marL="141895" marR="141895" marT="70947" marB="70947" anchor="ctr"/>
                </a:tc>
                <a:extLst>
                  <a:ext uri="{0D108BD9-81ED-4DB2-BD59-A6C34878D82A}">
                    <a16:rowId xmlns:a16="http://schemas.microsoft.com/office/drawing/2014/main" val="214119639"/>
                  </a:ext>
                </a:extLst>
              </a:tr>
              <a:tr h="1050020">
                <a:tc>
                  <a:txBody>
                    <a:bodyPr/>
                    <a:lstStyle/>
                    <a:p>
                      <a:r>
                        <a:rPr lang="en-IN" sz="2800" b="1"/>
                        <a:t>Web</a:t>
                      </a:r>
                      <a:endParaRPr lang="en-IN" sz="2800"/>
                    </a:p>
                  </a:txBody>
                  <a:tcPr marL="141895" marR="141895" marT="70947" marB="70947" anchor="ctr"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Nginx with Lua scripts (</a:t>
                      </a:r>
                      <a:r>
                        <a:rPr lang="en-US" sz="2800" dirty="0" err="1"/>
                        <a:t>OpenResty</a:t>
                      </a:r>
                      <a:r>
                        <a:rPr lang="en-US" sz="2800" dirty="0"/>
                        <a:t>)</a:t>
                      </a:r>
                    </a:p>
                  </a:txBody>
                  <a:tcPr marL="141895" marR="141895" marT="70947" marB="70947" anchor="ctr"/>
                </a:tc>
                <a:extLst>
                  <a:ext uri="{0D108BD9-81ED-4DB2-BD59-A6C34878D82A}">
                    <a16:rowId xmlns:a16="http://schemas.microsoft.com/office/drawing/2014/main" val="8249316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529733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3CA0B84-2D9F-1B2C-5D67-D4ADC32DFDDE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b="1" dirty="0"/>
              <a:t>7. Safe for Sandboxing</a:t>
            </a:r>
          </a:p>
          <a:p>
            <a:pPr lvl="1"/>
            <a:r>
              <a:rPr lang="en-US" dirty="0"/>
              <a:t>Lua is often used to run untrusted scripts in a </a:t>
            </a:r>
            <a:r>
              <a:rPr lang="en-US" b="1" dirty="0"/>
              <a:t>sandboxed</a:t>
            </a:r>
            <a:r>
              <a:rPr lang="en-US" dirty="0"/>
              <a:t> environment</a:t>
            </a:r>
          </a:p>
          <a:p>
            <a:pPr lvl="1"/>
            <a:r>
              <a:rPr lang="en-US" dirty="0"/>
              <a:t>Ideal for plugin systems, configuration scripts, and modding</a:t>
            </a:r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F956152-562E-C408-582B-EDECD8B536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 Reasons to Use Lua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795364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3F851E8-A3EA-23EE-9896-407419EA1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Lua vs Other Scripting Languages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45DD994-234E-B113-2E34-4BA8CB20382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92" r="2092"/>
          <a:stretch>
            <a:fillRect/>
          </a:stretch>
        </p:blipFill>
        <p:spPr>
          <a:xfrm>
            <a:off x="609600" y="1447800"/>
            <a:ext cx="8056696" cy="5052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12413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8FD679-70EA-F4B1-E76C-EFDC5F6A22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8E5B0F4-A45C-FC84-0E4F-4A414E4289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Lua vs Other Scripting Languages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C91E951-1844-DB98-95FE-DAA80805C2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159" y="1828576"/>
            <a:ext cx="8507012" cy="3200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93708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08570CA-DD87-232C-5971-17350572A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035" y="170122"/>
            <a:ext cx="8205261" cy="785553"/>
          </a:xfrm>
        </p:spPr>
        <p:txBody>
          <a:bodyPr anchor="b">
            <a:normAutofit/>
          </a:bodyPr>
          <a:lstStyle/>
          <a:p>
            <a:r>
              <a:rPr lang="en-IN" dirty="0"/>
              <a:t>Lua Architecture Overview</a:t>
            </a:r>
          </a:p>
        </p:txBody>
      </p:sp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80326545-1AAF-E26F-39F6-B50355CC901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68922999"/>
              </p:ext>
            </p:extLst>
          </p:nvPr>
        </p:nvGraphicFramePr>
        <p:xfrm>
          <a:off x="457201" y="1381125"/>
          <a:ext cx="8228012" cy="48244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480702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C52A4D-647F-5FB0-580A-6D2F4716F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5499F36-A89E-69B3-1863-1A0CB9AC5BBF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Lua consists of:</a:t>
            </a:r>
          </a:p>
          <a:p>
            <a:pPr lvl="1"/>
            <a:r>
              <a:rPr lang="en-US" b="1" dirty="0"/>
              <a:t>Lua Core (C library)</a:t>
            </a:r>
            <a:r>
              <a:rPr lang="en-US" dirty="0"/>
              <a:t> – responsible for memory management, parsing, and execution</a:t>
            </a:r>
          </a:p>
          <a:p>
            <a:pPr lvl="1"/>
            <a:r>
              <a:rPr lang="en-US" b="1" dirty="0"/>
              <a:t>Lua VM (Virtual Machine)</a:t>
            </a:r>
            <a:r>
              <a:rPr lang="en-US" dirty="0"/>
              <a:t> – a register-based interpreter (not stack-based)</a:t>
            </a:r>
          </a:p>
          <a:p>
            <a:pPr lvl="1"/>
            <a:r>
              <a:rPr lang="en-US" b="1" dirty="0"/>
              <a:t>API Layer</a:t>
            </a:r>
            <a:r>
              <a:rPr lang="en-US" dirty="0"/>
              <a:t> – allows C/C++ to interact with Lua</a:t>
            </a:r>
          </a:p>
          <a:p>
            <a:pPr lvl="1"/>
            <a:r>
              <a:rPr lang="en-US" b="1" dirty="0"/>
              <a:t>Garbage Collector</a:t>
            </a:r>
            <a:r>
              <a:rPr lang="en-US" dirty="0"/>
              <a:t> – uses incremental or generational GC</a:t>
            </a:r>
          </a:p>
          <a:p>
            <a:pPr lvl="1"/>
            <a:r>
              <a:rPr lang="en-US" b="1" dirty="0"/>
              <a:t>Standard Libraries</a:t>
            </a:r>
            <a:r>
              <a:rPr lang="en-US" dirty="0"/>
              <a:t> – I/O, string, math, etc., built atop the core</a:t>
            </a:r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DA36BA9-BCA2-1CF2-B77F-C075B6EFA3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Lua Architecture Overview</a:t>
            </a:r>
          </a:p>
        </p:txBody>
      </p:sp>
    </p:spTree>
    <p:extLst>
      <p:ext uri="{BB962C8B-B14F-4D97-AF65-F5344CB8AC3E}">
        <p14:creationId xmlns:p14="http://schemas.microsoft.com/office/powerpoint/2010/main" val="11862190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0ECD5E-570D-0F5E-AE25-EC6D09D88F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D91B9C5-7481-53A4-29ED-C147FB886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Lua Architecture Overview</a:t>
            </a:r>
          </a:p>
        </p:txBody>
      </p:sp>
      <p:graphicFrame>
        <p:nvGraphicFramePr>
          <p:cNvPr id="13" name="Diagram 12">
            <a:extLst>
              <a:ext uri="{FF2B5EF4-FFF2-40B4-BE49-F238E27FC236}">
                <a16:creationId xmlns:a16="http://schemas.microsoft.com/office/drawing/2014/main" id="{F8EA7CF4-E8DC-2C84-4C1D-6CD56A0F4B2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66874329"/>
              </p:ext>
            </p:extLst>
          </p:nvPr>
        </p:nvGraphicFramePr>
        <p:xfrm>
          <a:off x="838200" y="1397000"/>
          <a:ext cx="7828096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067012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753D16C-8D43-A09F-36A1-D00D4186A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Example: Lua Code → Compilation Flow (Source → Bytecode)</a:t>
            </a: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F9762DD4-3411-57A0-90A4-8F72CF61E0AD}"/>
              </a:ext>
            </a:extLst>
          </p:cNvPr>
          <p:cNvGraphicFramePr/>
          <p:nvPr/>
        </p:nvGraphicFramePr>
        <p:xfrm>
          <a:off x="140048" y="1397000"/>
          <a:ext cx="9003951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7" name="Group 6">
            <a:extLst>
              <a:ext uri="{FF2B5EF4-FFF2-40B4-BE49-F238E27FC236}">
                <a16:creationId xmlns:a16="http://schemas.microsoft.com/office/drawing/2014/main" id="{F431408D-4594-96BE-FD85-1A2F310D3159}"/>
              </a:ext>
            </a:extLst>
          </p:cNvPr>
          <p:cNvGrpSpPr/>
          <p:nvPr/>
        </p:nvGrpSpPr>
        <p:grpSpPr>
          <a:xfrm>
            <a:off x="246111" y="2667001"/>
            <a:ext cx="1371600" cy="1364139"/>
            <a:chOff x="0" y="1219199"/>
            <a:chExt cx="1988820" cy="1625600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8BB6392B-F9E0-DDB9-9766-E15027BC1AD1}"/>
                </a:ext>
              </a:extLst>
            </p:cNvPr>
            <p:cNvSpPr/>
            <p:nvPr/>
          </p:nvSpPr>
          <p:spPr>
            <a:xfrm>
              <a:off x="0" y="1219199"/>
              <a:ext cx="1988820" cy="162560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9" name="Rectangle: Rounded Corners 4">
              <a:extLst>
                <a:ext uri="{FF2B5EF4-FFF2-40B4-BE49-F238E27FC236}">
                  <a16:creationId xmlns:a16="http://schemas.microsoft.com/office/drawing/2014/main" id="{CFD23D0F-0E3E-F5E0-5EE9-9182529A400C}"/>
                </a:ext>
              </a:extLst>
            </p:cNvPr>
            <p:cNvSpPr txBox="1"/>
            <p:nvPr/>
          </p:nvSpPr>
          <p:spPr>
            <a:xfrm>
              <a:off x="79355" y="1298554"/>
              <a:ext cx="1830110" cy="146689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82880" tIns="182880" rIns="182880" bIns="182880" numCol="1" spcCol="1270" anchor="ctr" anchorCtr="0">
              <a:noAutofit/>
            </a:bodyPr>
            <a:lstStyle/>
            <a:p>
              <a:pPr lvl="0" algn="ctr" defTabSz="2133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IN" b="1" dirty="0"/>
                <a:t>Lua Source Code (.lua)</a:t>
              </a:r>
              <a:endParaRPr lang="en-IN" b="1" kern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16413833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08261EB-B19C-EA45-E25A-BF746B73F54E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An </a:t>
            </a:r>
            <a:r>
              <a:rPr lang="en-US" b="1" dirty="0"/>
              <a:t>AST</a:t>
            </a:r>
            <a:r>
              <a:rPr lang="en-US" dirty="0"/>
              <a:t> is a </a:t>
            </a:r>
            <a:r>
              <a:rPr lang="en-US" b="1" dirty="0"/>
              <a:t>tree-structured representation</a:t>
            </a:r>
            <a:r>
              <a:rPr lang="en-US" dirty="0"/>
              <a:t> of source code where:</a:t>
            </a:r>
          </a:p>
          <a:p>
            <a:pPr lvl="1"/>
            <a:r>
              <a:rPr lang="en-US" b="1" dirty="0"/>
              <a:t>Each node</a:t>
            </a:r>
            <a:r>
              <a:rPr lang="en-US" dirty="0"/>
              <a:t> represents a construct: variable, function, operator, etc.</a:t>
            </a:r>
          </a:p>
          <a:p>
            <a:pPr lvl="1"/>
            <a:r>
              <a:rPr lang="en-US" b="1" dirty="0"/>
              <a:t>Child nodes</a:t>
            </a:r>
            <a:r>
              <a:rPr lang="en-US" dirty="0"/>
              <a:t> represent arguments, expressions, or blocks.</a:t>
            </a:r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576B89E-DEFF-A2AF-302C-6A037B874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an Abstract Syntax Tree (AST)?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200291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FD1D94-9A94-E1B9-D4B0-A4F3EAAD33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41B1473-52DB-E708-2C8A-20AFA25BA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an Abstract Syntax Tree (AST)?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A4CACE1-CEBA-5ED9-CD38-0025487B22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1371600"/>
            <a:ext cx="7316221" cy="4972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40619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B6FEB65-1D5E-8304-552F-F68C22A74304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AST is constructed in </a:t>
            </a:r>
            <a:r>
              <a:rPr lang="en-US" dirty="0" err="1"/>
              <a:t>lparser.c</a:t>
            </a:r>
            <a:endParaRPr lang="en-US" dirty="0"/>
          </a:p>
          <a:p>
            <a:r>
              <a:rPr lang="en-US" dirty="0"/>
              <a:t>Parser produces a tree of expressions and statements</a:t>
            </a:r>
          </a:p>
          <a:p>
            <a:r>
              <a:rPr lang="en-US" dirty="0"/>
              <a:t>That tree is passed to </a:t>
            </a:r>
            <a:r>
              <a:rPr lang="en-US" dirty="0" err="1"/>
              <a:t>lcode.c</a:t>
            </a:r>
            <a:r>
              <a:rPr lang="en-US" dirty="0"/>
              <a:t> to generate bytecode</a:t>
            </a:r>
          </a:p>
          <a:p>
            <a:r>
              <a:rPr lang="en-US" dirty="0"/>
              <a:t>Lua doesn't keep the AST around at runtime — it is discarded after bytecode generation.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21F7361-2AE9-D21E-D1BE-66B83C356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 </a:t>
            </a:r>
            <a:r>
              <a:rPr lang="fr-FR" dirty="0" err="1"/>
              <a:t>Internals</a:t>
            </a:r>
            <a:r>
              <a:rPr lang="fr-FR" dirty="0"/>
              <a:t> in </a:t>
            </a:r>
            <a:r>
              <a:rPr lang="fr-FR" dirty="0" err="1"/>
              <a:t>Lua</a:t>
            </a:r>
            <a:r>
              <a:rPr lang="fr-FR" dirty="0"/>
              <a:t> Source Code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281845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C22BEA2-22AF-D13C-75F0-C60D674A909C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IN" dirty="0"/>
              <a:t>1. Use </a:t>
            </a:r>
            <a:r>
              <a:rPr lang="en-IN" dirty="0" err="1"/>
              <a:t>Metalua</a:t>
            </a:r>
            <a:r>
              <a:rPr lang="en-IN" dirty="0"/>
              <a:t> (for Lua 5.1)</a:t>
            </a:r>
          </a:p>
          <a:p>
            <a:r>
              <a:rPr lang="en-IN" dirty="0" err="1"/>
              <a:t>mlc</a:t>
            </a:r>
            <a:r>
              <a:rPr lang="en-IN" dirty="0"/>
              <a:t> = require '</a:t>
            </a:r>
            <a:r>
              <a:rPr lang="en-IN" dirty="0" err="1"/>
              <a:t>metalua.compiler</a:t>
            </a:r>
            <a:r>
              <a:rPr lang="en-IN" dirty="0"/>
              <a:t>'</a:t>
            </a:r>
          </a:p>
          <a:p>
            <a:r>
              <a:rPr lang="en-IN" dirty="0" err="1"/>
              <a:t>ast</a:t>
            </a:r>
            <a:r>
              <a:rPr lang="en-IN" dirty="0"/>
              <a:t> = </a:t>
            </a:r>
            <a:r>
              <a:rPr lang="en-IN" dirty="0" err="1"/>
              <a:t>mlc:new</a:t>
            </a:r>
            <a:r>
              <a:rPr lang="en-IN" dirty="0"/>
              <a:t>():</a:t>
            </a:r>
            <a:r>
              <a:rPr lang="en-IN" dirty="0" err="1"/>
              <a:t>src_to_ast</a:t>
            </a:r>
            <a:r>
              <a:rPr lang="en-IN" dirty="0"/>
              <a:t>("x = 1 + 2 * 3")</a:t>
            </a:r>
          </a:p>
          <a:p>
            <a:r>
              <a:rPr lang="en-IN" dirty="0"/>
              <a:t>require('</a:t>
            </a:r>
            <a:r>
              <a:rPr lang="en-IN" dirty="0" err="1"/>
              <a:t>pl.pretty</a:t>
            </a:r>
            <a:r>
              <a:rPr lang="en-IN" dirty="0"/>
              <a:t>').dump(</a:t>
            </a:r>
            <a:r>
              <a:rPr lang="en-IN" dirty="0" err="1"/>
              <a:t>ast</a:t>
            </a:r>
            <a:r>
              <a:rPr lang="en-IN" dirty="0"/>
              <a:t>)</a:t>
            </a:r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3869BC6-4551-61CB-D749-9166FB23C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View or Generate the AST in Lua?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616420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C2CC1B-5E03-55C7-1C58-ACBCD69024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0CB7E69-1162-0197-FCD9-10D112ECBAC7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>
            <a:normAutofit/>
          </a:bodyPr>
          <a:lstStyle/>
          <a:p>
            <a:r>
              <a:rPr lang="en-IN" dirty="0"/>
              <a:t> 2. Use a Lua parser written in Lua (e.g., </a:t>
            </a:r>
            <a:r>
              <a:rPr lang="en-IN" dirty="0" err="1"/>
              <a:t>LuaSrcDiet</a:t>
            </a:r>
            <a:r>
              <a:rPr lang="en-IN" dirty="0"/>
              <a:t>, </a:t>
            </a:r>
            <a:r>
              <a:rPr lang="en-IN" dirty="0" err="1"/>
              <a:t>luaparse</a:t>
            </a:r>
            <a:r>
              <a:rPr lang="en-IN" dirty="0"/>
              <a:t>)</a:t>
            </a:r>
          </a:p>
          <a:p>
            <a:r>
              <a:rPr lang="en-IN" dirty="0" err="1"/>
              <a:t>LuaSrcDiet</a:t>
            </a:r>
            <a:r>
              <a:rPr lang="en-IN" dirty="0"/>
              <a:t>: Tokenizer and parser that can extract structure</a:t>
            </a:r>
          </a:p>
          <a:p>
            <a:r>
              <a:rPr lang="en-IN" dirty="0" err="1"/>
              <a:t>luaparse</a:t>
            </a:r>
            <a:r>
              <a:rPr lang="en-IN" dirty="0"/>
              <a:t> (JavaScript): Parses Lua and emits an AST in JS (used in </a:t>
            </a:r>
            <a:r>
              <a:rPr lang="en-IN" dirty="0" err="1"/>
              <a:t>VSCode</a:t>
            </a:r>
            <a:r>
              <a:rPr lang="en-IN" dirty="0"/>
              <a:t>) </a:t>
            </a:r>
          </a:p>
          <a:p>
            <a:r>
              <a:rPr lang="en-IN" dirty="0" err="1">
                <a:highlight>
                  <a:srgbClr val="EDCAED"/>
                </a:highlight>
              </a:rPr>
              <a:t>const</a:t>
            </a:r>
            <a:r>
              <a:rPr lang="en-IN" dirty="0">
                <a:highlight>
                  <a:srgbClr val="EDCAED"/>
                </a:highlight>
              </a:rPr>
              <a:t> </a:t>
            </a:r>
            <a:r>
              <a:rPr lang="en-IN" dirty="0" err="1">
                <a:highlight>
                  <a:srgbClr val="EDCAED"/>
                </a:highlight>
              </a:rPr>
              <a:t>luaparse</a:t>
            </a:r>
            <a:r>
              <a:rPr lang="en-IN" dirty="0">
                <a:highlight>
                  <a:srgbClr val="EDCAED"/>
                </a:highlight>
              </a:rPr>
              <a:t> = require('</a:t>
            </a:r>
            <a:r>
              <a:rPr lang="en-IN" dirty="0" err="1">
                <a:highlight>
                  <a:srgbClr val="EDCAED"/>
                </a:highlight>
              </a:rPr>
              <a:t>luaparse</a:t>
            </a:r>
            <a:r>
              <a:rPr lang="en-IN" dirty="0">
                <a:highlight>
                  <a:srgbClr val="EDCAED"/>
                </a:highlight>
              </a:rPr>
              <a:t>');</a:t>
            </a:r>
          </a:p>
          <a:p>
            <a:r>
              <a:rPr lang="en-IN" dirty="0" err="1">
                <a:highlight>
                  <a:srgbClr val="EDCAED"/>
                </a:highlight>
              </a:rPr>
              <a:t>const</a:t>
            </a:r>
            <a:r>
              <a:rPr lang="en-IN" dirty="0">
                <a:highlight>
                  <a:srgbClr val="EDCAED"/>
                </a:highlight>
              </a:rPr>
              <a:t> </a:t>
            </a:r>
            <a:r>
              <a:rPr lang="en-IN" dirty="0" err="1">
                <a:highlight>
                  <a:srgbClr val="EDCAED"/>
                </a:highlight>
              </a:rPr>
              <a:t>ast</a:t>
            </a:r>
            <a:r>
              <a:rPr lang="en-IN" dirty="0">
                <a:highlight>
                  <a:srgbClr val="EDCAED"/>
                </a:highlight>
              </a:rPr>
              <a:t> = </a:t>
            </a:r>
            <a:r>
              <a:rPr lang="en-IN" dirty="0" err="1">
                <a:highlight>
                  <a:srgbClr val="EDCAED"/>
                </a:highlight>
              </a:rPr>
              <a:t>luaparse.parse</a:t>
            </a:r>
            <a:r>
              <a:rPr lang="en-IN" dirty="0">
                <a:highlight>
                  <a:srgbClr val="EDCAED"/>
                </a:highlight>
              </a:rPr>
              <a:t>('x = 1 + 2 * 3');</a:t>
            </a:r>
          </a:p>
          <a:p>
            <a:r>
              <a:rPr lang="en-IN" dirty="0">
                <a:highlight>
                  <a:srgbClr val="EDCAED"/>
                </a:highlight>
              </a:rPr>
              <a:t>console.log(</a:t>
            </a:r>
            <a:r>
              <a:rPr lang="en-IN" dirty="0" err="1">
                <a:highlight>
                  <a:srgbClr val="EDCAED"/>
                </a:highlight>
              </a:rPr>
              <a:t>JSON.stringify</a:t>
            </a:r>
            <a:r>
              <a:rPr lang="en-IN" dirty="0">
                <a:highlight>
                  <a:srgbClr val="EDCAED"/>
                </a:highlight>
              </a:rPr>
              <a:t>(</a:t>
            </a:r>
            <a:r>
              <a:rPr lang="en-IN" dirty="0" err="1">
                <a:highlight>
                  <a:srgbClr val="EDCAED"/>
                </a:highlight>
              </a:rPr>
              <a:t>ast</a:t>
            </a:r>
            <a:r>
              <a:rPr lang="en-IN" dirty="0">
                <a:highlight>
                  <a:srgbClr val="EDCAED"/>
                </a:highlight>
              </a:rPr>
              <a:t>, null, 2));</a:t>
            </a:r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74B6287-8156-F531-EF9B-933F84861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View or Generate the AST in Lua?</a:t>
            </a:r>
            <a:endParaRPr lang="en-I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9B52960-44CE-BB17-7286-3D07B563806B}"/>
                  </a:ext>
                </a:extLst>
              </p14:cNvPr>
              <p14:cNvContentPartPr/>
              <p14:nvPr/>
            </p14:nvContentPartPr>
            <p14:xfrm>
              <a:off x="6737324" y="3896962"/>
              <a:ext cx="697680" cy="21110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9B52960-44CE-BB17-7286-3D07B563806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731204" y="3890842"/>
                <a:ext cx="709920" cy="2123280"/>
              </a:xfrm>
              <a:prstGeom prst="rect">
                <a:avLst/>
              </a:prstGeom>
            </p:spPr>
          </p:pic>
        </mc:Fallback>
      </mc:AlternateContent>
      <p:grpSp>
        <p:nvGrpSpPr>
          <p:cNvPr id="13" name="Group 12">
            <a:extLst>
              <a:ext uri="{FF2B5EF4-FFF2-40B4-BE49-F238E27FC236}">
                <a16:creationId xmlns:a16="http://schemas.microsoft.com/office/drawing/2014/main" id="{C609228D-6A6E-F1C2-C154-902543B98834}"/>
              </a:ext>
            </a:extLst>
          </p:cNvPr>
          <p:cNvGrpSpPr/>
          <p:nvPr/>
        </p:nvGrpSpPr>
        <p:grpSpPr>
          <a:xfrm>
            <a:off x="7431764" y="4013242"/>
            <a:ext cx="347040" cy="417600"/>
            <a:chOff x="7431764" y="4013242"/>
            <a:chExt cx="347040" cy="417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21647744-F914-F8C0-CF1B-EA677457B0F4}"/>
                    </a:ext>
                  </a:extLst>
                </p14:cNvPr>
                <p14:cNvContentPartPr/>
                <p14:nvPr/>
              </p14:nvContentPartPr>
              <p14:xfrm>
                <a:off x="7431764" y="4129162"/>
                <a:ext cx="105120" cy="3016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21647744-F914-F8C0-CF1B-EA677457B0F4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425644" y="4123042"/>
                  <a:ext cx="117360" cy="31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ACBBFD55-D619-92A7-859A-85195DFDABED}"/>
                    </a:ext>
                  </a:extLst>
                </p14:cNvPr>
                <p14:cNvContentPartPr/>
                <p14:nvPr/>
              </p14:nvContentPartPr>
              <p14:xfrm>
                <a:off x="7536164" y="4013242"/>
                <a:ext cx="360" cy="3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ACBBFD55-D619-92A7-859A-85195DFDABE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530044" y="4007122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9678C7F4-8BDE-B234-3D8D-804506333B2E}"/>
                    </a:ext>
                  </a:extLst>
                </p14:cNvPr>
                <p14:cNvContentPartPr/>
                <p14:nvPr/>
              </p14:nvContentPartPr>
              <p14:xfrm>
                <a:off x="7613204" y="4127722"/>
                <a:ext cx="165600" cy="2451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9678C7F4-8BDE-B234-3D8D-804506333B2E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607084" y="4121602"/>
                  <a:ext cx="177840" cy="2574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44926376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CF5E45-292D-130F-6A16-D35EF77DA4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40D7121-5BD0-68DD-BFE0-037529B8A5BA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38284" y="1381125"/>
            <a:ext cx="8228012" cy="4824414"/>
          </a:xfrm>
        </p:spPr>
        <p:txBody>
          <a:bodyPr>
            <a:normAutofit/>
          </a:bodyPr>
          <a:lstStyle/>
          <a:p>
            <a:r>
              <a:rPr lang="en-IN" dirty="0"/>
              <a:t> </a:t>
            </a:r>
            <a:r>
              <a:rPr lang="en-US" dirty="0"/>
              <a:t>Use Lua language servers (for tooling)</a:t>
            </a:r>
          </a:p>
          <a:p>
            <a:r>
              <a:rPr lang="en-US" dirty="0"/>
              <a:t>Tools like Lua Language Server internally build ASTs to power:</a:t>
            </a:r>
          </a:p>
          <a:p>
            <a:pPr lvl="1"/>
            <a:r>
              <a:rPr lang="en-US" dirty="0"/>
              <a:t>Syntax highlighting</a:t>
            </a:r>
          </a:p>
          <a:p>
            <a:pPr lvl="1"/>
            <a:r>
              <a:rPr lang="en-US" dirty="0"/>
              <a:t>Code navigation</a:t>
            </a:r>
          </a:p>
          <a:p>
            <a:pPr lvl="1"/>
            <a:r>
              <a:rPr lang="en-US" dirty="0"/>
              <a:t>Linting</a:t>
            </a:r>
          </a:p>
          <a:p>
            <a:r>
              <a:rPr lang="en-US" dirty="0"/>
              <a:t>But they don’t expose it directly unless you're modifying the server.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29416AC-4819-C5B8-3443-22EB4DCDE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View or Generate the AST in Lua?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7980330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5BEAF99-EFC0-A553-9E3D-B02CB907E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035" y="170122"/>
            <a:ext cx="8205261" cy="785553"/>
          </a:xfrm>
        </p:spPr>
        <p:txBody>
          <a:bodyPr anchor="b">
            <a:normAutofit/>
          </a:bodyPr>
          <a:lstStyle/>
          <a:p>
            <a:r>
              <a:rPr lang="en-IN" dirty="0"/>
              <a:t>Summary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988F961-4236-7D4D-614A-738F2E83D8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9398435"/>
              </p:ext>
            </p:extLst>
          </p:nvPr>
        </p:nvGraphicFramePr>
        <p:xfrm>
          <a:off x="457201" y="1473607"/>
          <a:ext cx="8228012" cy="4639452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516826">
                  <a:extLst>
                    <a:ext uri="{9D8B030D-6E8A-4147-A177-3AD203B41FA5}">
                      <a16:colId xmlns:a16="http://schemas.microsoft.com/office/drawing/2014/main" val="607440643"/>
                    </a:ext>
                  </a:extLst>
                </a:gridCol>
                <a:gridCol w="2815320">
                  <a:extLst>
                    <a:ext uri="{9D8B030D-6E8A-4147-A177-3AD203B41FA5}">
                      <a16:colId xmlns:a16="http://schemas.microsoft.com/office/drawing/2014/main" val="2786150391"/>
                    </a:ext>
                  </a:extLst>
                </a:gridCol>
                <a:gridCol w="2895866">
                  <a:extLst>
                    <a:ext uri="{9D8B030D-6E8A-4147-A177-3AD203B41FA5}">
                      <a16:colId xmlns:a16="http://schemas.microsoft.com/office/drawing/2014/main" val="3368440318"/>
                    </a:ext>
                  </a:extLst>
                </a:gridCol>
              </a:tblGrid>
              <a:tr h="600400">
                <a:tc>
                  <a:txBody>
                    <a:bodyPr/>
                    <a:lstStyle/>
                    <a:p>
                      <a:r>
                        <a:rPr lang="en-IN" sz="2700"/>
                        <a:t>Approach</a:t>
                      </a:r>
                    </a:p>
                  </a:txBody>
                  <a:tcPr marL="136454" marR="136454" marT="68227" marB="68227" anchor="ctr"/>
                </a:tc>
                <a:tc>
                  <a:txBody>
                    <a:bodyPr/>
                    <a:lstStyle/>
                    <a:p>
                      <a:r>
                        <a:rPr lang="en-IN" sz="2700"/>
                        <a:t>AST Access</a:t>
                      </a:r>
                    </a:p>
                  </a:txBody>
                  <a:tcPr marL="136454" marR="136454" marT="68227" marB="68227" anchor="ctr"/>
                </a:tc>
                <a:tc>
                  <a:txBody>
                    <a:bodyPr/>
                    <a:lstStyle/>
                    <a:p>
                      <a:r>
                        <a:rPr lang="en-IN" sz="2700"/>
                        <a:t>Notes</a:t>
                      </a:r>
                    </a:p>
                  </a:txBody>
                  <a:tcPr marL="136454" marR="136454" marT="68227" marB="68227" anchor="ctr"/>
                </a:tc>
                <a:extLst>
                  <a:ext uri="{0D108BD9-81ED-4DB2-BD59-A6C34878D82A}">
                    <a16:rowId xmlns:a16="http://schemas.microsoft.com/office/drawing/2014/main" val="2780865008"/>
                  </a:ext>
                </a:extLst>
              </a:tr>
              <a:tr h="1009763">
                <a:tc>
                  <a:txBody>
                    <a:bodyPr/>
                    <a:lstStyle/>
                    <a:p>
                      <a:r>
                        <a:rPr lang="en-IN" sz="2700"/>
                        <a:t>Standard Lua</a:t>
                      </a:r>
                    </a:p>
                  </a:txBody>
                  <a:tcPr marL="136454" marR="136454" marT="68227" marB="68227" anchor="ctr"/>
                </a:tc>
                <a:tc>
                  <a:txBody>
                    <a:bodyPr/>
                    <a:lstStyle/>
                    <a:p>
                      <a:r>
                        <a:rPr lang="en-IN" sz="2700"/>
                        <a:t>❌ No AST exposed</a:t>
                      </a:r>
                    </a:p>
                  </a:txBody>
                  <a:tcPr marL="136454" marR="136454" marT="68227" marB="68227" anchor="ctr"/>
                </a:tc>
                <a:tc>
                  <a:txBody>
                    <a:bodyPr/>
                    <a:lstStyle/>
                    <a:p>
                      <a:r>
                        <a:rPr lang="en-IN" sz="2700"/>
                        <a:t>AST discarded after bytecode</a:t>
                      </a:r>
                    </a:p>
                  </a:txBody>
                  <a:tcPr marL="136454" marR="136454" marT="68227" marB="68227" anchor="ctr"/>
                </a:tc>
                <a:extLst>
                  <a:ext uri="{0D108BD9-81ED-4DB2-BD59-A6C34878D82A}">
                    <a16:rowId xmlns:a16="http://schemas.microsoft.com/office/drawing/2014/main" val="90895793"/>
                  </a:ext>
                </a:extLst>
              </a:tr>
              <a:tr h="1009763">
                <a:tc>
                  <a:txBody>
                    <a:bodyPr/>
                    <a:lstStyle/>
                    <a:p>
                      <a:r>
                        <a:rPr lang="en-IN" sz="2700"/>
                        <a:t>Metalua</a:t>
                      </a:r>
                    </a:p>
                  </a:txBody>
                  <a:tcPr marL="136454" marR="136454" marT="68227" marB="68227" anchor="ctr"/>
                </a:tc>
                <a:tc>
                  <a:txBody>
                    <a:bodyPr/>
                    <a:lstStyle/>
                    <a:p>
                      <a:r>
                        <a:rPr lang="en-IN" sz="2700"/>
                        <a:t>✅ Full AST access</a:t>
                      </a:r>
                    </a:p>
                  </a:txBody>
                  <a:tcPr marL="136454" marR="136454" marT="68227" marB="68227" anchor="ctr"/>
                </a:tc>
                <a:tc>
                  <a:txBody>
                    <a:bodyPr/>
                    <a:lstStyle/>
                    <a:p>
                      <a:r>
                        <a:rPr lang="en-IN" sz="2700"/>
                        <a:t>Lua 5.1 only</a:t>
                      </a:r>
                    </a:p>
                  </a:txBody>
                  <a:tcPr marL="136454" marR="136454" marT="68227" marB="68227" anchor="ctr"/>
                </a:tc>
                <a:extLst>
                  <a:ext uri="{0D108BD9-81ED-4DB2-BD59-A6C34878D82A}">
                    <a16:rowId xmlns:a16="http://schemas.microsoft.com/office/drawing/2014/main" val="3585154670"/>
                  </a:ext>
                </a:extLst>
              </a:tr>
              <a:tr h="1009763">
                <a:tc>
                  <a:txBody>
                    <a:bodyPr/>
                    <a:lstStyle/>
                    <a:p>
                      <a:r>
                        <a:rPr lang="en-IN" sz="2700"/>
                        <a:t>luaparse (JS)</a:t>
                      </a:r>
                    </a:p>
                  </a:txBody>
                  <a:tcPr marL="136454" marR="136454" marT="68227" marB="68227" anchor="ctr"/>
                </a:tc>
                <a:tc>
                  <a:txBody>
                    <a:bodyPr/>
                    <a:lstStyle/>
                    <a:p>
                      <a:r>
                        <a:rPr lang="en-IN" sz="2700"/>
                        <a:t>✅ Full AST in JS</a:t>
                      </a:r>
                    </a:p>
                  </a:txBody>
                  <a:tcPr marL="136454" marR="136454" marT="68227" marB="68227" anchor="ctr"/>
                </a:tc>
                <a:tc>
                  <a:txBody>
                    <a:bodyPr/>
                    <a:lstStyle/>
                    <a:p>
                      <a:r>
                        <a:rPr lang="en-IN" sz="2700"/>
                        <a:t>Good for tooling</a:t>
                      </a:r>
                    </a:p>
                  </a:txBody>
                  <a:tcPr marL="136454" marR="136454" marT="68227" marB="68227" anchor="ctr"/>
                </a:tc>
                <a:extLst>
                  <a:ext uri="{0D108BD9-81ED-4DB2-BD59-A6C34878D82A}">
                    <a16:rowId xmlns:a16="http://schemas.microsoft.com/office/drawing/2014/main" val="3628603387"/>
                  </a:ext>
                </a:extLst>
              </a:tr>
              <a:tr h="1009763">
                <a:tc>
                  <a:txBody>
                    <a:bodyPr/>
                    <a:lstStyle/>
                    <a:p>
                      <a:r>
                        <a:rPr lang="en-IN" sz="2700"/>
                        <a:t>Language Servers</a:t>
                      </a:r>
                    </a:p>
                  </a:txBody>
                  <a:tcPr marL="136454" marR="136454" marT="68227" marB="68227" anchor="ctr"/>
                </a:tc>
                <a:tc>
                  <a:txBody>
                    <a:bodyPr/>
                    <a:lstStyle/>
                    <a:p>
                      <a:r>
                        <a:rPr lang="en-IN" sz="2700"/>
                        <a:t>✅ Internal use only</a:t>
                      </a:r>
                    </a:p>
                  </a:txBody>
                  <a:tcPr marL="136454" marR="136454" marT="68227" marB="68227" anchor="ctr"/>
                </a:tc>
                <a:tc>
                  <a:txBody>
                    <a:bodyPr/>
                    <a:lstStyle/>
                    <a:p>
                      <a:r>
                        <a:rPr lang="en-IN" sz="2700" dirty="0"/>
                        <a:t>For LSP features</a:t>
                      </a:r>
                    </a:p>
                  </a:txBody>
                  <a:tcPr marL="136454" marR="136454" marT="68227" marB="68227" anchor="ctr"/>
                </a:tc>
                <a:extLst>
                  <a:ext uri="{0D108BD9-81ED-4DB2-BD59-A6C34878D82A}">
                    <a16:rowId xmlns:a16="http://schemas.microsoft.com/office/drawing/2014/main" val="32013684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0478197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>
            <a:extLst>
              <a:ext uri="{FF2B5EF4-FFF2-40B4-BE49-F238E27FC236}">
                <a16:creationId xmlns:a16="http://schemas.microsoft.com/office/drawing/2014/main" id="{6980151D-F41E-9C65-39C4-6F32DD7C9CBA}"/>
              </a:ext>
            </a:extLst>
          </p:cNvPr>
          <p:cNvSpPr>
            <a:spLocks noGrp="1" noChangeArrowheads="1"/>
          </p:cNvSpPr>
          <p:nvPr>
            <p:ph sz="quarter" idx="12"/>
          </p:nvPr>
        </p:nvSpPr>
        <p:spPr bwMode="auto"/>
        <p:txBody>
          <a:bodyPr vert="horz" lIns="0" tIns="0" rIns="0" bIns="0" rtlCol="0">
            <a:normAutofit fontScale="92500" lnSpcReduction="10000"/>
          </a:bodyPr>
          <a:lstStyle/>
          <a:p>
            <a:r>
              <a:rPr lang="en-US" altLang="en-US" dirty="0"/>
              <a:t>Write Script:</a:t>
            </a:r>
            <a:br>
              <a:rPr lang="en-US" altLang="en-US" dirty="0"/>
            </a:br>
            <a:r>
              <a:rPr lang="en-US" altLang="en-US" dirty="0"/>
              <a:t>   write a .</a:t>
            </a:r>
            <a:r>
              <a:rPr lang="en-US" altLang="en-US" dirty="0" err="1"/>
              <a:t>lua</a:t>
            </a:r>
            <a:r>
              <a:rPr lang="en-US" altLang="en-US" dirty="0"/>
              <a:t> file or pass a string to luaL_loadstring.</a:t>
            </a:r>
          </a:p>
          <a:p>
            <a:pPr lvl="2"/>
            <a:r>
              <a:rPr lang="en-US" altLang="en-US" b="1" dirty="0">
                <a:solidFill>
                  <a:srgbClr val="FF0000"/>
                </a:solidFill>
              </a:rPr>
              <a:t>luaL_loadstring is a function from the Lua C API (in </a:t>
            </a:r>
            <a:r>
              <a:rPr lang="en-US" altLang="en-US" b="1" dirty="0" err="1">
                <a:solidFill>
                  <a:srgbClr val="FF0000"/>
                </a:solidFill>
              </a:rPr>
              <a:t>lauxlib.h</a:t>
            </a:r>
            <a:r>
              <a:rPr lang="en-US" altLang="en-US" b="1" dirty="0">
                <a:solidFill>
                  <a:srgbClr val="FF0000"/>
                </a:solidFill>
              </a:rPr>
              <a:t>) that compiles a Lua chunk from a given C string and loads it onto the Lua stack. It doesn't execute the chunk -with </a:t>
            </a:r>
            <a:r>
              <a:rPr lang="en-US" altLang="en-US" b="1" dirty="0" err="1">
                <a:solidFill>
                  <a:srgbClr val="FF0000"/>
                </a:solidFill>
              </a:rPr>
              <a:t>lua_pcall</a:t>
            </a:r>
            <a:r>
              <a:rPr lang="en-US" altLang="en-US" b="1" dirty="0">
                <a:solidFill>
                  <a:srgbClr val="FF0000"/>
                </a:solidFill>
              </a:rPr>
              <a:t>.</a:t>
            </a:r>
          </a:p>
          <a:p>
            <a:r>
              <a:rPr lang="en-US" altLang="en-US" dirty="0"/>
              <a:t>Compilation to Bytecode:</a:t>
            </a:r>
            <a:br>
              <a:rPr lang="en-US" altLang="en-US" dirty="0"/>
            </a:br>
            <a:r>
              <a:rPr lang="en-US" altLang="en-US" dirty="0"/>
              <a:t>Lua source is compiled into intermediate bytecode by the interpreter.</a:t>
            </a:r>
          </a:p>
          <a:p>
            <a:r>
              <a:rPr lang="en-US" altLang="en-US" dirty="0"/>
              <a:t>Execution via Virtual Machine (VM):</a:t>
            </a:r>
            <a:br>
              <a:rPr lang="en-US" altLang="en-US" dirty="0"/>
            </a:br>
            <a:r>
              <a:rPr lang="en-US" altLang="en-US" dirty="0"/>
              <a:t>Lua VM is stack-based, executing bytecode instructions.</a:t>
            </a:r>
          </a:p>
          <a:p>
            <a:r>
              <a:rPr lang="en-US" altLang="en-US" dirty="0"/>
              <a:t>Interaction with Host Program:</a:t>
            </a:r>
          </a:p>
          <a:p>
            <a:pPr lvl="1"/>
            <a:r>
              <a:rPr lang="en-US" altLang="en-US" dirty="0"/>
              <a:t>Lua calls C functions (via require, </a:t>
            </a:r>
            <a:r>
              <a:rPr lang="en-US" altLang="en-US" dirty="0" err="1"/>
              <a:t>ffi</a:t>
            </a:r>
            <a:r>
              <a:rPr lang="en-US" altLang="en-US" dirty="0"/>
              <a:t>, etc.)</a:t>
            </a:r>
          </a:p>
          <a:p>
            <a:pPr lvl="1"/>
            <a:r>
              <a:rPr lang="en-US" altLang="en-US" dirty="0"/>
              <a:t>C/C++ calls Lua functions (via the C API)</a:t>
            </a:r>
          </a:p>
          <a:p>
            <a:endParaRPr lang="en-US" alt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565F5C5-8C0F-4181-3DF7-C01BDE3C6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en-IN" dirty="0"/>
              <a:t>Execution Flow</a:t>
            </a:r>
          </a:p>
        </p:txBody>
      </p:sp>
    </p:spTree>
    <p:extLst>
      <p:ext uri="{BB962C8B-B14F-4D97-AF65-F5344CB8AC3E}">
        <p14:creationId xmlns:p14="http://schemas.microsoft.com/office/powerpoint/2010/main" val="298096812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A3071A2-0FEF-993D-4873-94ABC5EA310C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b="1" dirty="0"/>
              <a:t>Lua Virtual Machine (Lua VM)</a:t>
            </a:r>
            <a:r>
              <a:rPr lang="en-US" dirty="0"/>
              <a:t> is the core component of the Lua interpreter that </a:t>
            </a:r>
            <a:r>
              <a:rPr lang="en-US" b="1" dirty="0"/>
              <a:t>executes compiled Lua bytecode</a:t>
            </a:r>
            <a:r>
              <a:rPr lang="en-US" dirty="0"/>
              <a:t>. </a:t>
            </a:r>
          </a:p>
          <a:p>
            <a:r>
              <a:rPr lang="en-US" dirty="0"/>
              <a:t>It is a </a:t>
            </a:r>
            <a:r>
              <a:rPr lang="en-US" b="1" dirty="0"/>
              <a:t>register-based virtual machine</a:t>
            </a:r>
            <a:r>
              <a:rPr lang="en-US" dirty="0"/>
              <a:t>, which makes it compact and fast compared to stack-based VMs.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B492837-50A3-87CE-FB92-010527682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Lua VM</a:t>
            </a:r>
          </a:p>
        </p:txBody>
      </p:sp>
    </p:spTree>
    <p:extLst>
      <p:ext uri="{BB962C8B-B14F-4D97-AF65-F5344CB8AC3E}">
        <p14:creationId xmlns:p14="http://schemas.microsoft.com/office/powerpoint/2010/main" val="47274957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3029D01-E758-C1AD-3335-1A7C38C3C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Features of the Lua VM</a:t>
            </a: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AD985BE-DFD9-845A-6EC4-34E601BF8D26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1676400"/>
          <a:ext cx="8228012" cy="4038601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62181795"/>
                    </a:ext>
                  </a:extLst>
                </a:gridCol>
                <a:gridCol w="5484812">
                  <a:extLst>
                    <a:ext uri="{9D8B030D-6E8A-4147-A177-3AD203B41FA5}">
                      <a16:colId xmlns:a16="http://schemas.microsoft.com/office/drawing/2014/main" val="3759882908"/>
                    </a:ext>
                  </a:extLst>
                </a:gridCol>
              </a:tblGrid>
              <a:tr h="557048">
                <a:tc>
                  <a:txBody>
                    <a:bodyPr/>
                    <a:lstStyle/>
                    <a:p>
                      <a:r>
                        <a:rPr lang="en-IN" sz="1800"/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53811446"/>
                  </a:ext>
                </a:extLst>
              </a:tr>
              <a:tr h="974835">
                <a:tc>
                  <a:txBody>
                    <a:bodyPr/>
                    <a:lstStyle/>
                    <a:p>
                      <a:r>
                        <a:rPr lang="en-IN" sz="1800" b="1"/>
                        <a:t>Register-based</a:t>
                      </a:r>
                      <a:endParaRPr lang="en-IN" sz="1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Uses registers (virtual) instead of a stack for instruction operands.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78477922"/>
                  </a:ext>
                </a:extLst>
              </a:tr>
              <a:tr h="974835">
                <a:tc>
                  <a:txBody>
                    <a:bodyPr/>
                    <a:lstStyle/>
                    <a:p>
                      <a:r>
                        <a:rPr lang="en-IN" sz="1800" b="1"/>
                        <a:t>Portable</a:t>
                      </a:r>
                      <a:endParaRPr lang="en-IN" sz="1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Written in ANSI C; runs on nearly all platforms.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09451951"/>
                  </a:ext>
                </a:extLst>
              </a:tr>
              <a:tr h="557048">
                <a:tc>
                  <a:txBody>
                    <a:bodyPr/>
                    <a:lstStyle/>
                    <a:p>
                      <a:r>
                        <a:rPr lang="en-IN" sz="1800" b="1"/>
                        <a:t>Lightweight</a:t>
                      </a:r>
                      <a:endParaRPr lang="en-IN" sz="1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Small footprint; embeddable.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4726068"/>
                  </a:ext>
                </a:extLst>
              </a:tr>
              <a:tr h="974835">
                <a:tc>
                  <a:txBody>
                    <a:bodyPr/>
                    <a:lstStyle/>
                    <a:p>
                      <a:r>
                        <a:rPr lang="en-IN" sz="1800" b="1"/>
                        <a:t>Bytecode interpreter</a:t>
                      </a:r>
                      <a:endParaRPr lang="en-IN" sz="1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Executes bytecode generated by the Lua compiler.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08216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235432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6836A455-5E48-D2A1-8C14-2D4514CB4981}"/>
              </a:ext>
            </a:extLst>
          </p:cNvPr>
          <p:cNvSpPr>
            <a:spLocks noGrp="1" noChangeArrowheads="1"/>
          </p:cNvSpPr>
          <p:nvPr>
            <p:ph sz="quarter" idx="12"/>
          </p:nvPr>
        </p:nvSpPr>
        <p:spPr bwMode="auto"/>
        <p:txBody>
          <a:bodyPr vert="horz" lIns="0" tIns="0" rIns="0" bIns="0" rtlCol="0">
            <a:normAutofit/>
          </a:bodyPr>
          <a:lstStyle/>
          <a:p>
            <a:r>
              <a:rPr lang="en-US" altLang="en-US" dirty="0"/>
              <a:t>1</a:t>
            </a:r>
            <a:r>
              <a:rPr lang="en-US" altLang="en-US" b="1" dirty="0"/>
              <a:t>. Registers</a:t>
            </a:r>
          </a:p>
          <a:p>
            <a:pPr lvl="1"/>
            <a:r>
              <a:rPr lang="en-US" altLang="en-US" dirty="0"/>
              <a:t>The Lua VM uses virtual registers (like R0, R1, ...) for local variables and function calls.</a:t>
            </a:r>
          </a:p>
          <a:p>
            <a:pPr lvl="1"/>
            <a:r>
              <a:rPr lang="en-US" altLang="en-US" dirty="0"/>
              <a:t>Each function call has its own set of registers.</a:t>
            </a:r>
          </a:p>
          <a:p>
            <a:endParaRPr lang="en-US" altLang="en-US" dirty="0"/>
          </a:p>
          <a:p>
            <a:r>
              <a:rPr lang="en-US" altLang="en-US" b="1" dirty="0"/>
              <a:t>2. Call Stack</a:t>
            </a:r>
          </a:p>
          <a:p>
            <a:pPr lvl="1"/>
            <a:r>
              <a:rPr lang="en-US" altLang="en-US" dirty="0"/>
              <a:t>Stores information about function calls (return addresses, arguments, etc.).</a:t>
            </a:r>
          </a:p>
          <a:p>
            <a:pPr lvl="1"/>
            <a:r>
              <a:rPr lang="en-US" altLang="en-US" dirty="0"/>
              <a:t>Managed using Call Info structures.</a:t>
            </a:r>
          </a:p>
          <a:p>
            <a:endParaRPr lang="en-US" alt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1285432-D3A8-38FF-523D-5776395E7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en-IN" dirty="0"/>
              <a:t>Lua VM Components</a:t>
            </a:r>
          </a:p>
        </p:txBody>
      </p:sp>
    </p:spTree>
    <p:extLst>
      <p:ext uri="{BB962C8B-B14F-4D97-AF65-F5344CB8AC3E}">
        <p14:creationId xmlns:p14="http://schemas.microsoft.com/office/powerpoint/2010/main" val="210066351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7A16264-9084-0E28-1C89-9E55F2CA1430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Each instruction is a 32-bit value and has the format:</a:t>
            </a:r>
            <a:endParaRPr lang="pt-BR" dirty="0"/>
          </a:p>
          <a:p>
            <a:r>
              <a:rPr lang="pt-BR" dirty="0"/>
              <a:t>c</a:t>
            </a:r>
          </a:p>
          <a:p>
            <a:r>
              <a:rPr lang="pt-BR" dirty="0"/>
              <a:t>// Types:</a:t>
            </a:r>
          </a:p>
          <a:p>
            <a:r>
              <a:rPr lang="pt-BR" dirty="0"/>
              <a:t>iABC, iABx, iAsBx, iAx</a:t>
            </a:r>
          </a:p>
          <a:p>
            <a:endParaRPr lang="pt-BR" dirty="0"/>
          </a:p>
          <a:p>
            <a:r>
              <a:rPr lang="pt-BR" dirty="0"/>
              <a:t>// Example:</a:t>
            </a:r>
          </a:p>
          <a:p>
            <a:r>
              <a:rPr lang="pt-BR" dirty="0"/>
              <a:t>OP_ADD  A B C   →  R[A] := R[B] + R[C]</a:t>
            </a:r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76D4557-A15A-10F5-1FD3-30F84D582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3. Lua VM Components Instruction Set (Bytecode)</a:t>
            </a:r>
          </a:p>
        </p:txBody>
      </p:sp>
    </p:spTree>
    <p:extLst>
      <p:ext uri="{BB962C8B-B14F-4D97-AF65-F5344CB8AC3E}">
        <p14:creationId xmlns:p14="http://schemas.microsoft.com/office/powerpoint/2010/main" val="250607049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3FF776-9543-4491-B26B-89569D057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C09A93D-BAA6-400A-A932-235E05C7777D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57201" y="1381125"/>
            <a:ext cx="8228012" cy="1133475"/>
          </a:xfrm>
        </p:spPr>
        <p:txBody>
          <a:bodyPr/>
          <a:lstStyle/>
          <a:p>
            <a:r>
              <a:rPr lang="en-US" dirty="0"/>
              <a:t>The Lua VM runs an infinite loop that </a:t>
            </a:r>
            <a:r>
              <a:rPr lang="en-US" b="1" dirty="0"/>
              <a:t>fetches</a:t>
            </a:r>
            <a:r>
              <a:rPr lang="en-US" dirty="0"/>
              <a:t>, </a:t>
            </a:r>
            <a:r>
              <a:rPr lang="en-US" b="1" dirty="0"/>
              <a:t>decodes</a:t>
            </a:r>
            <a:r>
              <a:rPr lang="en-US" dirty="0"/>
              <a:t>, and </a:t>
            </a:r>
            <a:r>
              <a:rPr lang="en-US" b="1" dirty="0"/>
              <a:t>executes</a:t>
            </a:r>
            <a:r>
              <a:rPr lang="en-US" dirty="0"/>
              <a:t> bytecode instructions.</a:t>
            </a:r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5897824-5181-C02D-D109-7E52E06D2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4. Lua VM Dispatch Loop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851C33-35C9-C488-F54E-9693CF84CC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2514600"/>
            <a:ext cx="4239217" cy="4010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11144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FE9C62-AAE1-DFC7-2F2F-B34C2EF285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7AB578D-8066-9915-2E67-420F5445512F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IN" dirty="0"/>
              <a:t>a = 10 + 20</a:t>
            </a:r>
          </a:p>
          <a:p>
            <a:r>
              <a:rPr lang="pt-BR" dirty="0"/>
              <a:t>LOADK   0 1       ; R0 = 10</a:t>
            </a:r>
          </a:p>
          <a:p>
            <a:r>
              <a:rPr lang="pt-BR" dirty="0"/>
              <a:t>LOADK   1 2       ; R1 = 20</a:t>
            </a:r>
          </a:p>
          <a:p>
            <a:r>
              <a:rPr lang="pt-BR" dirty="0"/>
              <a:t>ADD     2 0 1     ; R2 = R0 + R1</a:t>
            </a:r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C4D1A76-2570-6BF7-AA20-113298A03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Example: Lua Code → Bytecode</a:t>
            </a:r>
          </a:p>
        </p:txBody>
      </p:sp>
    </p:spTree>
    <p:extLst>
      <p:ext uri="{BB962C8B-B14F-4D97-AF65-F5344CB8AC3E}">
        <p14:creationId xmlns:p14="http://schemas.microsoft.com/office/powerpoint/2010/main" val="31633702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48C91C8-60F9-3C97-15D1-047B82F645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035" y="170122"/>
            <a:ext cx="8205261" cy="785553"/>
          </a:xfrm>
        </p:spPr>
        <p:txBody>
          <a:bodyPr anchor="b">
            <a:normAutofit/>
          </a:bodyPr>
          <a:lstStyle/>
          <a:p>
            <a:r>
              <a:rPr lang="en-IN" dirty="0"/>
              <a:t>Common Bytecode Instructions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942C2F4-2B84-5B94-0460-752A6CBCDA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5690745"/>
              </p:ext>
            </p:extLst>
          </p:nvPr>
        </p:nvGraphicFramePr>
        <p:xfrm>
          <a:off x="457201" y="1645364"/>
          <a:ext cx="8228012" cy="4295944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737107">
                  <a:extLst>
                    <a:ext uri="{9D8B030D-6E8A-4147-A177-3AD203B41FA5}">
                      <a16:colId xmlns:a16="http://schemas.microsoft.com/office/drawing/2014/main" val="1504506491"/>
                    </a:ext>
                  </a:extLst>
                </a:gridCol>
                <a:gridCol w="5490905">
                  <a:extLst>
                    <a:ext uri="{9D8B030D-6E8A-4147-A177-3AD203B41FA5}">
                      <a16:colId xmlns:a16="http://schemas.microsoft.com/office/drawing/2014/main" val="2546541521"/>
                    </a:ext>
                  </a:extLst>
                </a:gridCol>
              </a:tblGrid>
              <a:tr h="536993">
                <a:tc>
                  <a:txBody>
                    <a:bodyPr/>
                    <a:lstStyle/>
                    <a:p>
                      <a:r>
                        <a:rPr lang="en-IN" sz="2400"/>
                        <a:t>Opcode</a:t>
                      </a:r>
                    </a:p>
                  </a:txBody>
                  <a:tcPr marL="122044" marR="122044" marT="61022" marB="61022" anchor="ctr"/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Action</a:t>
                      </a:r>
                    </a:p>
                  </a:txBody>
                  <a:tcPr marL="122044" marR="122044" marT="61022" marB="61022" anchor="ctr"/>
                </a:tc>
                <a:extLst>
                  <a:ext uri="{0D108BD9-81ED-4DB2-BD59-A6C34878D82A}">
                    <a16:rowId xmlns:a16="http://schemas.microsoft.com/office/drawing/2014/main" val="1673312458"/>
                  </a:ext>
                </a:extLst>
              </a:tr>
              <a:tr h="536993">
                <a:tc>
                  <a:txBody>
                    <a:bodyPr/>
                    <a:lstStyle/>
                    <a:p>
                      <a:r>
                        <a:rPr lang="en-IN" sz="2400"/>
                        <a:t>LOADK</a:t>
                      </a:r>
                    </a:p>
                  </a:txBody>
                  <a:tcPr marL="122044" marR="122044" marT="61022" marB="61022" anchor="ctr"/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Load constant into register</a:t>
                      </a:r>
                    </a:p>
                  </a:txBody>
                  <a:tcPr marL="122044" marR="122044" marT="61022" marB="61022" anchor="ctr"/>
                </a:tc>
                <a:extLst>
                  <a:ext uri="{0D108BD9-81ED-4DB2-BD59-A6C34878D82A}">
                    <a16:rowId xmlns:a16="http://schemas.microsoft.com/office/drawing/2014/main" val="3517433198"/>
                  </a:ext>
                </a:extLst>
              </a:tr>
              <a:tr h="536993">
                <a:tc>
                  <a:txBody>
                    <a:bodyPr/>
                    <a:lstStyle/>
                    <a:p>
                      <a:r>
                        <a:rPr lang="en-IN" sz="2400"/>
                        <a:t>MOVE</a:t>
                      </a:r>
                    </a:p>
                  </a:txBody>
                  <a:tcPr marL="122044" marR="122044" marT="61022" marB="61022" anchor="ctr"/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Copy value between registers</a:t>
                      </a:r>
                    </a:p>
                  </a:txBody>
                  <a:tcPr marL="122044" marR="122044" marT="61022" marB="61022" anchor="ctr"/>
                </a:tc>
                <a:extLst>
                  <a:ext uri="{0D108BD9-81ED-4DB2-BD59-A6C34878D82A}">
                    <a16:rowId xmlns:a16="http://schemas.microsoft.com/office/drawing/2014/main" val="3337329124"/>
                  </a:ext>
                </a:extLst>
              </a:tr>
              <a:tr h="536993">
                <a:tc>
                  <a:txBody>
                    <a:bodyPr/>
                    <a:lstStyle/>
                    <a:p>
                      <a:r>
                        <a:rPr lang="en-IN" sz="2400"/>
                        <a:t>ADD</a:t>
                      </a:r>
                    </a:p>
                  </a:txBody>
                  <a:tcPr marL="122044" marR="122044" marT="61022" marB="61022" anchor="ctr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Add values in two registers</a:t>
                      </a:r>
                    </a:p>
                  </a:txBody>
                  <a:tcPr marL="122044" marR="122044" marT="61022" marB="61022" anchor="ctr"/>
                </a:tc>
                <a:extLst>
                  <a:ext uri="{0D108BD9-81ED-4DB2-BD59-A6C34878D82A}">
                    <a16:rowId xmlns:a16="http://schemas.microsoft.com/office/drawing/2014/main" val="2400625436"/>
                  </a:ext>
                </a:extLst>
              </a:tr>
              <a:tr h="536993">
                <a:tc>
                  <a:txBody>
                    <a:bodyPr/>
                    <a:lstStyle/>
                    <a:p>
                      <a:r>
                        <a:rPr lang="en-IN" sz="2400"/>
                        <a:t>CALL</a:t>
                      </a:r>
                    </a:p>
                  </a:txBody>
                  <a:tcPr marL="122044" marR="122044" marT="61022" marB="61022" anchor="ctr"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Call a Lua function</a:t>
                      </a:r>
                    </a:p>
                  </a:txBody>
                  <a:tcPr marL="122044" marR="122044" marT="61022" marB="61022" anchor="ctr"/>
                </a:tc>
                <a:extLst>
                  <a:ext uri="{0D108BD9-81ED-4DB2-BD59-A6C34878D82A}">
                    <a16:rowId xmlns:a16="http://schemas.microsoft.com/office/drawing/2014/main" val="1513806265"/>
                  </a:ext>
                </a:extLst>
              </a:tr>
              <a:tr h="536993">
                <a:tc>
                  <a:txBody>
                    <a:bodyPr/>
                    <a:lstStyle/>
                    <a:p>
                      <a:r>
                        <a:rPr lang="en-IN" sz="2400"/>
                        <a:t>RETURN</a:t>
                      </a:r>
                    </a:p>
                  </a:txBody>
                  <a:tcPr marL="122044" marR="122044" marT="61022" marB="61022" anchor="ctr"/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Return from function</a:t>
                      </a:r>
                    </a:p>
                  </a:txBody>
                  <a:tcPr marL="122044" marR="122044" marT="61022" marB="61022" anchor="ctr"/>
                </a:tc>
                <a:extLst>
                  <a:ext uri="{0D108BD9-81ED-4DB2-BD59-A6C34878D82A}">
                    <a16:rowId xmlns:a16="http://schemas.microsoft.com/office/drawing/2014/main" val="1153186759"/>
                  </a:ext>
                </a:extLst>
              </a:tr>
              <a:tr h="536993">
                <a:tc>
                  <a:txBody>
                    <a:bodyPr/>
                    <a:lstStyle/>
                    <a:p>
                      <a:r>
                        <a:rPr lang="en-IN" sz="2400"/>
                        <a:t>JMP</a:t>
                      </a:r>
                    </a:p>
                  </a:txBody>
                  <a:tcPr marL="122044" marR="122044" marT="61022" marB="61022" anchor="ctr"/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Jump to another instruction</a:t>
                      </a:r>
                    </a:p>
                  </a:txBody>
                  <a:tcPr marL="122044" marR="122044" marT="61022" marB="61022" anchor="ctr"/>
                </a:tc>
                <a:extLst>
                  <a:ext uri="{0D108BD9-81ED-4DB2-BD59-A6C34878D82A}">
                    <a16:rowId xmlns:a16="http://schemas.microsoft.com/office/drawing/2014/main" val="3443529915"/>
                  </a:ext>
                </a:extLst>
              </a:tr>
              <a:tr h="536993">
                <a:tc>
                  <a:txBody>
                    <a:bodyPr/>
                    <a:lstStyle/>
                    <a:p>
                      <a:r>
                        <a:rPr lang="en-IN" sz="2400"/>
                        <a:t>EQ</a:t>
                      </a:r>
                    </a:p>
                  </a:txBody>
                  <a:tcPr marL="122044" marR="122044" marT="61022" marB="61022" anchor="ctr"/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Compare equality</a:t>
                      </a:r>
                    </a:p>
                  </a:txBody>
                  <a:tcPr marL="122044" marR="122044" marT="61022" marB="61022" anchor="ctr"/>
                </a:tc>
                <a:extLst>
                  <a:ext uri="{0D108BD9-81ED-4DB2-BD59-A6C34878D82A}">
                    <a16:rowId xmlns:a16="http://schemas.microsoft.com/office/drawing/2014/main" val="36524207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532742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3E1C53-7ECF-EC30-FF85-95470CBB5B5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57201" y="1381124"/>
            <a:ext cx="8228012" cy="4943475"/>
          </a:xfrm>
        </p:spPr>
        <p:txBody>
          <a:bodyPr>
            <a:normAutofit/>
          </a:bodyPr>
          <a:lstStyle/>
          <a:p>
            <a:r>
              <a:rPr lang="en-US" b="1" dirty="0"/>
              <a:t>What It Is:</a:t>
            </a:r>
          </a:p>
          <a:p>
            <a:pPr lvl="1"/>
            <a:r>
              <a:rPr lang="en-US" dirty="0"/>
              <a:t>The </a:t>
            </a:r>
            <a:r>
              <a:rPr lang="en-US" b="1" dirty="0"/>
              <a:t>standard Lua interpreter</a:t>
            </a:r>
            <a:r>
              <a:rPr lang="en-US" dirty="0"/>
              <a:t> (e.g., Lua 5.1–5.4) uses a </a:t>
            </a:r>
            <a:r>
              <a:rPr lang="en-US" b="1" dirty="0"/>
              <a:t>register-based virtual machine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It </a:t>
            </a:r>
            <a:r>
              <a:rPr lang="en-US" b="1" dirty="0"/>
              <a:t>interprets bytecode</a:t>
            </a:r>
            <a:r>
              <a:rPr lang="en-US" dirty="0"/>
              <a:t> generated from Lua source code. </a:t>
            </a:r>
          </a:p>
          <a:p>
            <a:r>
              <a:rPr lang="en-US" b="1" dirty="0"/>
              <a:t>How It Works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Your Lua code is compiled into bytecode (Proto).</a:t>
            </a:r>
          </a:p>
          <a:p>
            <a:pPr lvl="1"/>
            <a:r>
              <a:rPr lang="en-US" dirty="0"/>
              <a:t>The Lua VM reads and interprets each bytecode instruction in a loop.</a:t>
            </a:r>
          </a:p>
          <a:p>
            <a:pPr lvl="1"/>
            <a:r>
              <a:rPr lang="en-US" dirty="0"/>
              <a:t>Functions are closures that contain bytecode and data.</a:t>
            </a:r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CA9573C-DAAC-10EC-C61C-A257E0D78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Lua VM (Standard Lua Interpreter)</a:t>
            </a:r>
          </a:p>
        </p:txBody>
      </p:sp>
    </p:spTree>
    <p:extLst>
      <p:ext uri="{BB962C8B-B14F-4D97-AF65-F5344CB8AC3E}">
        <p14:creationId xmlns:p14="http://schemas.microsoft.com/office/powerpoint/2010/main" val="323677219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FE7602-1446-AFB9-2E64-DB0761B1C7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FFBAE1-FD56-D5FC-6048-7165696336DF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57201" y="1381124"/>
            <a:ext cx="8228012" cy="4943475"/>
          </a:xfrm>
        </p:spPr>
        <p:txBody>
          <a:bodyPr>
            <a:normAutofit/>
          </a:bodyPr>
          <a:lstStyle/>
          <a:p>
            <a:r>
              <a:rPr lang="en-US" b="1" dirty="0"/>
              <a:t>Characteristics:</a:t>
            </a:r>
          </a:p>
          <a:p>
            <a:pPr lvl="1"/>
            <a:r>
              <a:rPr lang="en-US" dirty="0"/>
              <a:t>Slower than native machine code execution</a:t>
            </a:r>
          </a:p>
          <a:p>
            <a:pPr lvl="1"/>
            <a:r>
              <a:rPr lang="en-US" dirty="0"/>
              <a:t>Portable and simple</a:t>
            </a:r>
          </a:p>
          <a:p>
            <a:pPr lvl="1"/>
            <a:r>
              <a:rPr lang="en-US" dirty="0"/>
              <a:t>Easier to debug</a:t>
            </a:r>
          </a:p>
          <a:p>
            <a:pPr lvl="1"/>
            <a:r>
              <a:rPr lang="en-US" dirty="0"/>
              <a:t>Great for scripting and embedded environments</a:t>
            </a:r>
          </a:p>
          <a:p>
            <a:endParaRPr lang="en-US" dirty="0"/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EA491CD-21A9-C187-50C0-9C58D253F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Lua VM (Standard Lua Interpreter)</a:t>
            </a:r>
          </a:p>
        </p:txBody>
      </p:sp>
    </p:spTree>
    <p:extLst>
      <p:ext uri="{BB962C8B-B14F-4D97-AF65-F5344CB8AC3E}">
        <p14:creationId xmlns:p14="http://schemas.microsoft.com/office/powerpoint/2010/main" val="286572614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4E78BA-AEE2-2B67-971D-7BA4710AE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A3DD8C-E5A2-0EE7-B7DD-97CFF66A10E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57201" y="1381124"/>
            <a:ext cx="8228012" cy="4943475"/>
          </a:xfrm>
        </p:spPr>
        <p:txBody>
          <a:bodyPr>
            <a:normAutofit/>
          </a:bodyPr>
          <a:lstStyle/>
          <a:p>
            <a:r>
              <a:rPr lang="en-US" b="1" dirty="0"/>
              <a:t>local x = 10</a:t>
            </a:r>
          </a:p>
          <a:p>
            <a:r>
              <a:rPr lang="en-US" b="1" dirty="0"/>
              <a:t>print(x + 1)</a:t>
            </a:r>
          </a:p>
          <a:p>
            <a:endParaRPr lang="en-US" b="1" dirty="0"/>
          </a:p>
          <a:p>
            <a:r>
              <a:rPr lang="en-US" dirty="0"/>
              <a:t>Gets compiled into instructions like LOADK, ADD, CALL (executed one by one by VM).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810EEA3-B36F-C1BD-E5BF-F6F25E30FE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Lua VM (Standard Lua Interpreter)</a:t>
            </a:r>
          </a:p>
        </p:txBody>
      </p:sp>
    </p:spTree>
    <p:extLst>
      <p:ext uri="{BB962C8B-B14F-4D97-AF65-F5344CB8AC3E}">
        <p14:creationId xmlns:p14="http://schemas.microsoft.com/office/powerpoint/2010/main" val="338807241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9A0571D-019C-2252-3448-37B2738B0BC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57201" y="1381124"/>
            <a:ext cx="8228012" cy="5095875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🔧 What It Is:</a:t>
            </a:r>
          </a:p>
          <a:p>
            <a:r>
              <a:rPr lang="en-US" dirty="0"/>
              <a:t>A </a:t>
            </a:r>
            <a:r>
              <a:rPr lang="en-US" b="1" dirty="0"/>
              <a:t>high-performance</a:t>
            </a:r>
            <a:r>
              <a:rPr lang="en-US" dirty="0"/>
              <a:t> implementation of Lua 5.1 with a </a:t>
            </a:r>
            <a:r>
              <a:rPr lang="en-US" b="1" dirty="0"/>
              <a:t>JIT compiler</a:t>
            </a:r>
            <a:r>
              <a:rPr lang="en-US" dirty="0"/>
              <a:t>.</a:t>
            </a:r>
          </a:p>
          <a:p>
            <a:r>
              <a:rPr lang="en-US" dirty="0"/>
              <a:t>Translates Lua bytecode into </a:t>
            </a:r>
            <a:r>
              <a:rPr lang="en-US" b="1" dirty="0"/>
              <a:t>native machine code at runtime</a:t>
            </a:r>
            <a:r>
              <a:rPr lang="en-US" dirty="0"/>
              <a:t>.</a:t>
            </a:r>
          </a:p>
          <a:p>
            <a:r>
              <a:rPr lang="en-US" b="1" dirty="0"/>
              <a:t>⚙️ How It Works:</a:t>
            </a:r>
          </a:p>
          <a:p>
            <a:r>
              <a:rPr lang="en-US" dirty="0" err="1"/>
              <a:t>LuaJIT</a:t>
            </a:r>
            <a:r>
              <a:rPr lang="en-US" dirty="0"/>
              <a:t> starts interpreting just like the standard VM.</a:t>
            </a:r>
          </a:p>
          <a:p>
            <a:r>
              <a:rPr lang="en-US" b="1" dirty="0"/>
              <a:t>Hot code paths</a:t>
            </a:r>
            <a:r>
              <a:rPr lang="en-US" dirty="0"/>
              <a:t> (frequently executed functions/loops) are identified.</a:t>
            </a:r>
          </a:p>
          <a:p>
            <a:r>
              <a:rPr lang="en-US" dirty="0"/>
              <a:t>These paths are </a:t>
            </a:r>
            <a:r>
              <a:rPr lang="en-US" b="1" dirty="0"/>
              <a:t>compiled into native machine code</a:t>
            </a:r>
            <a:r>
              <a:rPr lang="en-US" dirty="0"/>
              <a:t> and cached.</a:t>
            </a:r>
          </a:p>
          <a:p>
            <a:r>
              <a:rPr lang="en-US" dirty="0"/>
              <a:t>The next time they're run, the native code executes directly.</a:t>
            </a:r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7A21D6C-49B7-2F29-34BB-9D6E0D75D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</a:t>
            </a:r>
            <a:r>
              <a:rPr lang="en-IN" dirty="0" err="1"/>
              <a:t>LuaJIT</a:t>
            </a:r>
            <a:r>
              <a:rPr lang="en-IN" dirty="0"/>
              <a:t> (Just-In-Time Compiler)</a:t>
            </a:r>
          </a:p>
        </p:txBody>
      </p:sp>
    </p:spTree>
    <p:extLst>
      <p:ext uri="{BB962C8B-B14F-4D97-AF65-F5344CB8AC3E}">
        <p14:creationId xmlns:p14="http://schemas.microsoft.com/office/powerpoint/2010/main" val="290432379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FAA32B-457E-B412-F5BB-DF18B8B80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D9C4816-7198-89D4-0DBA-80015CEABC68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57201" y="1381124"/>
            <a:ext cx="8228012" cy="5095875"/>
          </a:xfrm>
        </p:spPr>
        <p:txBody>
          <a:bodyPr>
            <a:normAutofit/>
          </a:bodyPr>
          <a:lstStyle/>
          <a:p>
            <a:r>
              <a:rPr lang="en-US" b="1" dirty="0"/>
              <a:t>📈 Characteristics:</a:t>
            </a:r>
          </a:p>
          <a:p>
            <a:r>
              <a:rPr lang="en-US" b="1" dirty="0"/>
              <a:t>Much faster</a:t>
            </a:r>
            <a:r>
              <a:rPr lang="en-US" dirty="0"/>
              <a:t> than standard Lua (often 5–20x)</a:t>
            </a:r>
          </a:p>
          <a:p>
            <a:r>
              <a:rPr lang="en-US" dirty="0"/>
              <a:t>Uses </a:t>
            </a:r>
            <a:r>
              <a:rPr lang="en-US" b="1" dirty="0"/>
              <a:t>trace-based JIT</a:t>
            </a:r>
            <a:r>
              <a:rPr lang="en-US" dirty="0"/>
              <a:t> (records linear paths of execution)</a:t>
            </a:r>
          </a:p>
          <a:p>
            <a:r>
              <a:rPr lang="en-US" dirty="0"/>
              <a:t>Retains compatibility with most Lua 5.1 code (plus some 5.2 features)</a:t>
            </a:r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A2320A0-5DDD-0FF6-0BAE-CA7B7D3579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</a:t>
            </a:r>
            <a:r>
              <a:rPr lang="en-IN" dirty="0" err="1"/>
              <a:t>LuaJIT</a:t>
            </a:r>
            <a:r>
              <a:rPr lang="en-IN" dirty="0"/>
              <a:t> (Just-In-Time Compiler)</a:t>
            </a:r>
          </a:p>
        </p:txBody>
      </p:sp>
    </p:spTree>
    <p:extLst>
      <p:ext uri="{BB962C8B-B14F-4D97-AF65-F5344CB8AC3E}">
        <p14:creationId xmlns:p14="http://schemas.microsoft.com/office/powerpoint/2010/main" val="124008961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3AD0D5-E5E4-46FD-88BD-A06AE06E68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E2AFCA-7666-F5E8-85CB-6879F92F7545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b="1" dirty="0"/>
              <a:t>What It Is:</a:t>
            </a:r>
          </a:p>
          <a:p>
            <a:r>
              <a:rPr lang="en-US" dirty="0"/>
              <a:t>The </a:t>
            </a:r>
            <a:r>
              <a:rPr lang="en-US" b="1" dirty="0"/>
              <a:t>standard Lua interpreter</a:t>
            </a:r>
            <a:r>
              <a:rPr lang="en-US" dirty="0"/>
              <a:t> (e.g., Lua 5.1–5.4) uses a </a:t>
            </a:r>
            <a:r>
              <a:rPr lang="en-US" b="1" dirty="0"/>
              <a:t>register-based virtual machine</a:t>
            </a:r>
            <a:r>
              <a:rPr lang="en-US" dirty="0"/>
              <a:t>.</a:t>
            </a:r>
          </a:p>
          <a:p>
            <a:r>
              <a:rPr lang="en-US" dirty="0"/>
              <a:t>It </a:t>
            </a:r>
            <a:r>
              <a:rPr lang="en-US" b="1" dirty="0"/>
              <a:t>interprets bytecode</a:t>
            </a:r>
            <a:r>
              <a:rPr lang="en-US" dirty="0"/>
              <a:t> generated from Lua source code.</a:t>
            </a:r>
          </a:p>
          <a:p>
            <a:endParaRPr lang="en-US" dirty="0"/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8C46E32-9823-65FE-C30D-96AF90041E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Lua VM (Standard Lua Interpreter)</a:t>
            </a:r>
          </a:p>
        </p:txBody>
      </p:sp>
    </p:spTree>
    <p:extLst>
      <p:ext uri="{BB962C8B-B14F-4D97-AF65-F5344CB8AC3E}">
        <p14:creationId xmlns:p14="http://schemas.microsoft.com/office/powerpoint/2010/main" val="305736908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2F8C8EA-14F2-1ABA-4FB6-46456FCE42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035" y="170122"/>
            <a:ext cx="8205261" cy="785553"/>
          </a:xfrm>
        </p:spPr>
        <p:txBody>
          <a:bodyPr anchor="b">
            <a:normAutofit/>
          </a:bodyPr>
          <a:lstStyle/>
          <a:p>
            <a:r>
              <a:rPr lang="en-IN" dirty="0"/>
              <a:t>Key Differences Table: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4F656AF-6843-E454-1617-2BE0FEA19F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8500614"/>
              </p:ext>
            </p:extLst>
          </p:nvPr>
        </p:nvGraphicFramePr>
        <p:xfrm>
          <a:off x="457201" y="1511735"/>
          <a:ext cx="8228013" cy="4563201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726483">
                  <a:extLst>
                    <a:ext uri="{9D8B030D-6E8A-4147-A177-3AD203B41FA5}">
                      <a16:colId xmlns:a16="http://schemas.microsoft.com/office/drawing/2014/main" val="2548320742"/>
                    </a:ext>
                  </a:extLst>
                </a:gridCol>
                <a:gridCol w="2726483">
                  <a:extLst>
                    <a:ext uri="{9D8B030D-6E8A-4147-A177-3AD203B41FA5}">
                      <a16:colId xmlns:a16="http://schemas.microsoft.com/office/drawing/2014/main" val="338176225"/>
                    </a:ext>
                  </a:extLst>
                </a:gridCol>
                <a:gridCol w="2775047">
                  <a:extLst>
                    <a:ext uri="{9D8B030D-6E8A-4147-A177-3AD203B41FA5}">
                      <a16:colId xmlns:a16="http://schemas.microsoft.com/office/drawing/2014/main" val="859597384"/>
                    </a:ext>
                  </a:extLst>
                </a:gridCol>
              </a:tblGrid>
              <a:tr h="399962">
                <a:tc>
                  <a:txBody>
                    <a:bodyPr/>
                    <a:lstStyle/>
                    <a:p>
                      <a:r>
                        <a:rPr lang="en-IN" sz="1800"/>
                        <a:t>Feature</a:t>
                      </a:r>
                    </a:p>
                  </a:txBody>
                  <a:tcPr marL="90900" marR="90900" marT="45450" marB="45450" anchor="ctr"/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Lua VM (PUC-Rio)</a:t>
                      </a:r>
                    </a:p>
                  </a:txBody>
                  <a:tcPr marL="90900" marR="90900" marT="45450" marB="45450" anchor="ctr"/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LuaJIT</a:t>
                      </a:r>
                    </a:p>
                  </a:txBody>
                  <a:tcPr marL="90900" marR="90900" marT="45450" marB="45450" anchor="ctr"/>
                </a:tc>
                <a:extLst>
                  <a:ext uri="{0D108BD9-81ED-4DB2-BD59-A6C34878D82A}">
                    <a16:rowId xmlns:a16="http://schemas.microsoft.com/office/drawing/2014/main" val="4211064964"/>
                  </a:ext>
                </a:extLst>
              </a:tr>
              <a:tr h="672663">
                <a:tc>
                  <a:txBody>
                    <a:bodyPr/>
                    <a:lstStyle/>
                    <a:p>
                      <a:r>
                        <a:rPr lang="en-IN" sz="1800"/>
                        <a:t>Execution model</a:t>
                      </a:r>
                    </a:p>
                  </a:txBody>
                  <a:tcPr marL="90900" marR="90900" marT="45450" marB="45450" anchor="ctr"/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Interpreted bytecode</a:t>
                      </a:r>
                    </a:p>
                  </a:txBody>
                  <a:tcPr marL="90900" marR="90900" marT="45450" marB="45450" anchor="ctr"/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JIT-compiles hot code to machine code</a:t>
                      </a:r>
                    </a:p>
                  </a:txBody>
                  <a:tcPr marL="90900" marR="90900" marT="45450" marB="45450" anchor="ctr"/>
                </a:tc>
                <a:extLst>
                  <a:ext uri="{0D108BD9-81ED-4DB2-BD59-A6C34878D82A}">
                    <a16:rowId xmlns:a16="http://schemas.microsoft.com/office/drawing/2014/main" val="2355466066"/>
                  </a:ext>
                </a:extLst>
              </a:tr>
              <a:tr h="399962">
                <a:tc>
                  <a:txBody>
                    <a:bodyPr/>
                    <a:lstStyle/>
                    <a:p>
                      <a:r>
                        <a:rPr lang="en-IN" sz="1800"/>
                        <a:t>Performance</a:t>
                      </a:r>
                    </a:p>
                  </a:txBody>
                  <a:tcPr marL="90900" marR="90900" marT="45450" marB="45450" anchor="ctr"/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Slower</a:t>
                      </a:r>
                    </a:p>
                  </a:txBody>
                  <a:tcPr marL="90900" marR="90900" marT="45450" marB="45450" anchor="ctr"/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Much faster</a:t>
                      </a:r>
                    </a:p>
                  </a:txBody>
                  <a:tcPr marL="90900" marR="90900" marT="45450" marB="45450" anchor="ctr"/>
                </a:tc>
                <a:extLst>
                  <a:ext uri="{0D108BD9-81ED-4DB2-BD59-A6C34878D82A}">
                    <a16:rowId xmlns:a16="http://schemas.microsoft.com/office/drawing/2014/main" val="3834969792"/>
                  </a:ext>
                </a:extLst>
              </a:tr>
              <a:tr h="672663">
                <a:tc>
                  <a:txBody>
                    <a:bodyPr/>
                    <a:lstStyle/>
                    <a:p>
                      <a:r>
                        <a:rPr lang="en-IN" sz="1800"/>
                        <a:t>Memory usage</a:t>
                      </a:r>
                    </a:p>
                  </a:txBody>
                  <a:tcPr marL="90900" marR="90900" marT="45450" marB="45450" anchor="ctr"/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Lower</a:t>
                      </a:r>
                    </a:p>
                  </a:txBody>
                  <a:tcPr marL="90900" marR="90900" marT="45450" marB="45450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Higher (due to JIT traces/cache)</a:t>
                      </a:r>
                    </a:p>
                  </a:txBody>
                  <a:tcPr marL="90900" marR="90900" marT="45450" marB="45450" anchor="ctr"/>
                </a:tc>
                <a:extLst>
                  <a:ext uri="{0D108BD9-81ED-4DB2-BD59-A6C34878D82A}">
                    <a16:rowId xmlns:a16="http://schemas.microsoft.com/office/drawing/2014/main" val="1810811301"/>
                  </a:ext>
                </a:extLst>
              </a:tr>
              <a:tr h="672663">
                <a:tc>
                  <a:txBody>
                    <a:bodyPr/>
                    <a:lstStyle/>
                    <a:p>
                      <a:r>
                        <a:rPr lang="en-IN" sz="1800"/>
                        <a:t>Debugging</a:t>
                      </a:r>
                    </a:p>
                  </a:txBody>
                  <a:tcPr marL="90900" marR="90900" marT="45450" marB="45450" anchor="ctr"/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Simpler</a:t>
                      </a:r>
                    </a:p>
                  </a:txBody>
                  <a:tcPr marL="90900" marR="90900" marT="45450" marB="45450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Harder to debug native code paths</a:t>
                      </a:r>
                    </a:p>
                  </a:txBody>
                  <a:tcPr marL="90900" marR="90900" marT="45450" marB="45450" anchor="ctr"/>
                </a:tc>
                <a:extLst>
                  <a:ext uri="{0D108BD9-81ED-4DB2-BD59-A6C34878D82A}">
                    <a16:rowId xmlns:a16="http://schemas.microsoft.com/office/drawing/2014/main" val="744057505"/>
                  </a:ext>
                </a:extLst>
              </a:tr>
              <a:tr h="672663">
                <a:tc>
                  <a:txBody>
                    <a:bodyPr/>
                    <a:lstStyle/>
                    <a:p>
                      <a:r>
                        <a:rPr lang="en-IN" sz="1800"/>
                        <a:t>Compatibility</a:t>
                      </a:r>
                    </a:p>
                  </a:txBody>
                  <a:tcPr marL="90900" marR="90900" marT="45450" marB="45450" anchor="ctr"/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Lua 5.1–5.4</a:t>
                      </a:r>
                    </a:p>
                  </a:txBody>
                  <a:tcPr marL="90900" marR="90900" marT="45450" marB="45450" anchor="ctr"/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Lua 5.1 (partial 5.2/FFI extensions)</a:t>
                      </a:r>
                    </a:p>
                  </a:txBody>
                  <a:tcPr marL="90900" marR="90900" marT="45450" marB="45450" anchor="ctr"/>
                </a:tc>
                <a:extLst>
                  <a:ext uri="{0D108BD9-81ED-4DB2-BD59-A6C34878D82A}">
                    <a16:rowId xmlns:a16="http://schemas.microsoft.com/office/drawing/2014/main" val="422782769"/>
                  </a:ext>
                </a:extLst>
              </a:tr>
              <a:tr h="399962">
                <a:tc>
                  <a:txBody>
                    <a:bodyPr/>
                    <a:lstStyle/>
                    <a:p>
                      <a:r>
                        <a:rPr lang="en-IN" sz="1800"/>
                        <a:t>Portability</a:t>
                      </a:r>
                    </a:p>
                  </a:txBody>
                  <a:tcPr marL="90900" marR="90900" marT="45450" marB="45450" anchor="ctr"/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Highly portable</a:t>
                      </a:r>
                    </a:p>
                  </a:txBody>
                  <a:tcPr marL="90900" marR="90900" marT="45450" marB="45450" anchor="ctr"/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Architecture-dependent</a:t>
                      </a:r>
                    </a:p>
                  </a:txBody>
                  <a:tcPr marL="90900" marR="90900" marT="45450" marB="45450" anchor="ctr"/>
                </a:tc>
                <a:extLst>
                  <a:ext uri="{0D108BD9-81ED-4DB2-BD59-A6C34878D82A}">
                    <a16:rowId xmlns:a16="http://schemas.microsoft.com/office/drawing/2014/main" val="1503605344"/>
                  </a:ext>
                </a:extLst>
              </a:tr>
              <a:tr h="672663">
                <a:tc>
                  <a:txBody>
                    <a:bodyPr/>
                    <a:lstStyle/>
                    <a:p>
                      <a:r>
                        <a:rPr lang="en-IN" sz="1800"/>
                        <a:t>Used in</a:t>
                      </a:r>
                    </a:p>
                  </a:txBody>
                  <a:tcPr marL="90900" marR="90900" marT="45450" marB="45450" anchor="ctr"/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Embedded systems, games</a:t>
                      </a:r>
                    </a:p>
                  </a:txBody>
                  <a:tcPr marL="90900" marR="90900" marT="45450" marB="45450" anchor="ctr"/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Performance-critical apps, games</a:t>
                      </a:r>
                    </a:p>
                  </a:txBody>
                  <a:tcPr marL="90900" marR="90900" marT="45450" marB="45450" anchor="ctr"/>
                </a:tc>
                <a:extLst>
                  <a:ext uri="{0D108BD9-81ED-4DB2-BD59-A6C34878D82A}">
                    <a16:rowId xmlns:a16="http://schemas.microsoft.com/office/drawing/2014/main" val="24339506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4518504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EEE488A-C217-B63E-B5DC-9D069BD7A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035" y="170122"/>
            <a:ext cx="8205261" cy="785553"/>
          </a:xfrm>
        </p:spPr>
        <p:txBody>
          <a:bodyPr anchor="b">
            <a:normAutofit/>
          </a:bodyPr>
          <a:lstStyle/>
          <a:p>
            <a:r>
              <a:rPr lang="en-IN" dirty="0"/>
              <a:t>When to Use Which?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9C9E00A-FEED-C1ED-F459-11536CB34E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8750972"/>
              </p:ext>
            </p:extLst>
          </p:nvPr>
        </p:nvGraphicFramePr>
        <p:xfrm>
          <a:off x="685800" y="1381125"/>
          <a:ext cx="7620000" cy="4824416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4569038">
                  <a:extLst>
                    <a:ext uri="{9D8B030D-6E8A-4147-A177-3AD203B41FA5}">
                      <a16:colId xmlns:a16="http://schemas.microsoft.com/office/drawing/2014/main" val="1127801650"/>
                    </a:ext>
                  </a:extLst>
                </a:gridCol>
                <a:gridCol w="3050962">
                  <a:extLst>
                    <a:ext uri="{9D8B030D-6E8A-4147-A177-3AD203B41FA5}">
                      <a16:colId xmlns:a16="http://schemas.microsoft.com/office/drawing/2014/main" val="160635143"/>
                    </a:ext>
                  </a:extLst>
                </a:gridCol>
              </a:tblGrid>
              <a:tr h="530686">
                <a:tc>
                  <a:txBody>
                    <a:bodyPr/>
                    <a:lstStyle/>
                    <a:p>
                      <a:r>
                        <a:rPr lang="en-IN" sz="2400"/>
                        <a:t>Scenario</a:t>
                      </a:r>
                    </a:p>
                  </a:txBody>
                  <a:tcPr marL="120610" marR="120610" marT="60305" marB="60305" anchor="ctr"/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Use</a:t>
                      </a:r>
                    </a:p>
                  </a:txBody>
                  <a:tcPr marL="120610" marR="120610" marT="60305" marB="60305" anchor="ctr"/>
                </a:tc>
                <a:extLst>
                  <a:ext uri="{0D108BD9-81ED-4DB2-BD59-A6C34878D82A}">
                    <a16:rowId xmlns:a16="http://schemas.microsoft.com/office/drawing/2014/main" val="818537108"/>
                  </a:ext>
                </a:extLst>
              </a:tr>
              <a:tr h="892517">
                <a:tc>
                  <a:txBody>
                    <a:bodyPr/>
                    <a:lstStyle/>
                    <a:p>
                      <a:r>
                        <a:rPr lang="en-IN" sz="2400" b="1"/>
                        <a:t>Simple scripting</a:t>
                      </a:r>
                      <a:r>
                        <a:rPr lang="en-IN" sz="2400"/>
                        <a:t> or embedded</a:t>
                      </a:r>
                    </a:p>
                  </a:txBody>
                  <a:tcPr marL="120610" marR="120610" marT="60305" marB="60305" anchor="ctr"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Standard Lua VM</a:t>
                      </a:r>
                    </a:p>
                  </a:txBody>
                  <a:tcPr marL="120610" marR="120610" marT="60305" marB="60305" anchor="ctr"/>
                </a:tc>
                <a:extLst>
                  <a:ext uri="{0D108BD9-81ED-4DB2-BD59-A6C34878D82A}">
                    <a16:rowId xmlns:a16="http://schemas.microsoft.com/office/drawing/2014/main" val="1979212203"/>
                  </a:ext>
                </a:extLst>
              </a:tr>
              <a:tr h="1254348">
                <a:tc>
                  <a:txBody>
                    <a:bodyPr/>
                    <a:lstStyle/>
                    <a:p>
                      <a:r>
                        <a:rPr lang="en-US" sz="2400" b="1"/>
                        <a:t>Heavy computation</a:t>
                      </a:r>
                      <a:r>
                        <a:rPr lang="en-US" sz="2400"/>
                        <a:t>, game logic, or high-performance scripting</a:t>
                      </a:r>
                    </a:p>
                  </a:txBody>
                  <a:tcPr marL="120610" marR="120610" marT="60305" marB="60305" anchor="ctr"/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LuaJIT</a:t>
                      </a:r>
                    </a:p>
                  </a:txBody>
                  <a:tcPr marL="120610" marR="120610" marT="60305" marB="60305" anchor="ctr"/>
                </a:tc>
                <a:extLst>
                  <a:ext uri="{0D108BD9-81ED-4DB2-BD59-A6C34878D82A}">
                    <a16:rowId xmlns:a16="http://schemas.microsoft.com/office/drawing/2014/main" val="2783157908"/>
                  </a:ext>
                </a:extLst>
              </a:tr>
              <a:tr h="1254348">
                <a:tc>
                  <a:txBody>
                    <a:bodyPr/>
                    <a:lstStyle/>
                    <a:p>
                      <a:r>
                        <a:rPr lang="en-US" sz="2400"/>
                        <a:t>Need for </a:t>
                      </a:r>
                      <a:r>
                        <a:rPr lang="en-US" sz="2400" b="1"/>
                        <a:t>full Lua 5.3+ features</a:t>
                      </a:r>
                      <a:r>
                        <a:rPr lang="en-US" sz="2400"/>
                        <a:t> (e.g., integers, bitwise ops)</a:t>
                      </a:r>
                    </a:p>
                  </a:txBody>
                  <a:tcPr marL="120610" marR="120610" marT="60305" marB="60305" anchor="ctr"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Lua 5.3+ VM</a:t>
                      </a:r>
                    </a:p>
                  </a:txBody>
                  <a:tcPr marL="120610" marR="120610" marT="60305" marB="60305" anchor="ctr"/>
                </a:tc>
                <a:extLst>
                  <a:ext uri="{0D108BD9-81ED-4DB2-BD59-A6C34878D82A}">
                    <a16:rowId xmlns:a16="http://schemas.microsoft.com/office/drawing/2014/main" val="565855006"/>
                  </a:ext>
                </a:extLst>
              </a:tr>
              <a:tr h="892517">
                <a:tc>
                  <a:txBody>
                    <a:bodyPr/>
                    <a:lstStyle/>
                    <a:p>
                      <a:r>
                        <a:rPr lang="en-US" sz="2400"/>
                        <a:t>Need for </a:t>
                      </a:r>
                      <a:r>
                        <a:rPr lang="en-US" sz="2400" b="1"/>
                        <a:t>C interoperability</a:t>
                      </a:r>
                      <a:r>
                        <a:rPr lang="en-US" sz="2400"/>
                        <a:t> and speed</a:t>
                      </a:r>
                    </a:p>
                  </a:txBody>
                  <a:tcPr marL="120610" marR="120610" marT="60305" marB="60305" anchor="ctr"/>
                </a:tc>
                <a:tc>
                  <a:txBody>
                    <a:bodyPr/>
                    <a:lstStyle/>
                    <a:p>
                      <a:r>
                        <a:rPr lang="en-IN" sz="2400" dirty="0" err="1"/>
                        <a:t>LuaJIT</a:t>
                      </a:r>
                      <a:r>
                        <a:rPr lang="en-IN" sz="2400" dirty="0"/>
                        <a:t> (with FFI)</a:t>
                      </a:r>
                    </a:p>
                  </a:txBody>
                  <a:tcPr marL="120610" marR="120610" marT="60305" marB="60305" anchor="ctr"/>
                </a:tc>
                <a:extLst>
                  <a:ext uri="{0D108BD9-81ED-4DB2-BD59-A6C34878D82A}">
                    <a16:rowId xmlns:a16="http://schemas.microsoft.com/office/drawing/2014/main" val="27253356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660670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729B8F-6FA1-3D99-DF3D-EDBCB90E2F00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 err="1"/>
              <a:t>LuaJIT’s</a:t>
            </a:r>
            <a:r>
              <a:rPr lang="en-US" dirty="0"/>
              <a:t> FFI allows you to call </a:t>
            </a:r>
            <a:r>
              <a:rPr lang="en-US" b="1" dirty="0"/>
              <a:t>C functions directly from Lua</a:t>
            </a:r>
            <a:r>
              <a:rPr lang="en-US" dirty="0"/>
              <a:t> without writing C glue code:</a:t>
            </a:r>
          </a:p>
          <a:p>
            <a:r>
              <a:rPr lang="en-IN" dirty="0"/>
              <a:t>local </a:t>
            </a:r>
            <a:r>
              <a:rPr lang="en-IN" dirty="0" err="1"/>
              <a:t>ffi</a:t>
            </a:r>
            <a:r>
              <a:rPr lang="en-IN" dirty="0"/>
              <a:t> = require("</a:t>
            </a:r>
            <a:r>
              <a:rPr lang="en-IN" dirty="0" err="1"/>
              <a:t>ffi</a:t>
            </a:r>
            <a:r>
              <a:rPr lang="en-IN" dirty="0"/>
              <a:t>")</a:t>
            </a:r>
          </a:p>
          <a:p>
            <a:r>
              <a:rPr lang="en-IN" dirty="0" err="1"/>
              <a:t>ffi.cdef</a:t>
            </a:r>
            <a:r>
              <a:rPr lang="en-IN" dirty="0"/>
              <a:t>[[ double cos(double x); ]]</a:t>
            </a:r>
          </a:p>
          <a:p>
            <a:r>
              <a:rPr lang="en-IN" dirty="0"/>
              <a:t>print(</a:t>
            </a:r>
            <a:r>
              <a:rPr lang="en-IN" dirty="0" err="1"/>
              <a:t>ffi.C.cos</a:t>
            </a:r>
            <a:r>
              <a:rPr lang="en-IN" dirty="0"/>
              <a:t>(0))  --&gt; 1.0</a:t>
            </a:r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083A415-CCBE-9342-6BAA-963E14E98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Bonus: </a:t>
            </a:r>
            <a:r>
              <a:rPr lang="en-US" dirty="0" err="1"/>
              <a:t>LuaJIT’s</a:t>
            </a:r>
            <a:r>
              <a:rPr lang="en-US" dirty="0"/>
              <a:t> FFI (Foreign Function Interface)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0465643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E79B5911-5BF9-6873-1211-78439BBF8050}"/>
              </a:ext>
            </a:extLst>
          </p:cNvPr>
          <p:cNvSpPr>
            <a:spLocks noGrp="1" noChangeArrowheads="1"/>
          </p:cNvSpPr>
          <p:nvPr>
            <p:ph sz="quarter" idx="12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</a:pPr>
            <a:r>
              <a:rPr lang="en-US" altLang="en-US" sz="2400" b="1" dirty="0"/>
              <a:t>Lua JIT replaces the Lua VM with a JIT compiler.</a:t>
            </a:r>
          </a:p>
          <a:p>
            <a:pPr lvl="1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</a:pPr>
            <a:r>
              <a:rPr lang="en-US" altLang="en-US" sz="2200" dirty="0"/>
              <a:t>Translates bytecode into native machine code on-the-fly.</a:t>
            </a:r>
          </a:p>
          <a:p>
            <a:pPr lvl="1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</a:pPr>
            <a:r>
              <a:rPr lang="en-US" altLang="en-US" sz="2200" dirty="0"/>
              <a:t>Up to 10x faster than standard Lua VM in many cases</a:t>
            </a:r>
            <a:r>
              <a:rPr lang="en-US" altLang="en-US" sz="2200" b="1" dirty="0"/>
              <a:t>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2CCE18B-44CE-37C3-3296-F9F256E33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en-IN" dirty="0"/>
              <a:t>Optimization: Lua JIT</a:t>
            </a:r>
          </a:p>
        </p:txBody>
      </p:sp>
    </p:spTree>
    <p:extLst>
      <p:ext uri="{BB962C8B-B14F-4D97-AF65-F5344CB8AC3E}">
        <p14:creationId xmlns:p14="http://schemas.microsoft.com/office/powerpoint/2010/main" val="196359904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B9F7B3F-7E79-C747-A3F6-C87A6CE72800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IN" dirty="0"/>
              <a:t>lua -v</a:t>
            </a:r>
          </a:p>
          <a:p>
            <a:r>
              <a:rPr lang="en-IN" dirty="0"/>
              <a:t># or</a:t>
            </a:r>
          </a:p>
          <a:p>
            <a:r>
              <a:rPr lang="en-IN" dirty="0" err="1"/>
              <a:t>luajit</a:t>
            </a:r>
            <a:r>
              <a:rPr lang="en-IN" dirty="0"/>
              <a:t> –v</a:t>
            </a:r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F565408-7952-B69E-FFB4-09E0FA8C7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Detect Lua or </a:t>
            </a:r>
            <a:r>
              <a:rPr lang="en-IN" dirty="0" err="1"/>
              <a:t>LuaJIT</a:t>
            </a:r>
            <a:r>
              <a:rPr lang="en-IN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282198914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E478B9-1655-EA6B-1FCC-6A91B8EC0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7751D36-375D-61EE-7FB5-94A458ED00AC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IN" dirty="0"/>
              <a:t>Detect </a:t>
            </a:r>
            <a:r>
              <a:rPr lang="en-IN" dirty="0" err="1"/>
              <a:t>LuaJIT</a:t>
            </a:r>
            <a:r>
              <a:rPr lang="en-IN" dirty="0"/>
              <a:t> at runtime:</a:t>
            </a:r>
          </a:p>
          <a:p>
            <a:endParaRPr lang="en-IN" dirty="0"/>
          </a:p>
          <a:p>
            <a:r>
              <a:rPr lang="en-US" dirty="0"/>
              <a:t>if </a:t>
            </a:r>
            <a:r>
              <a:rPr lang="en-US" dirty="0" err="1"/>
              <a:t>jit</a:t>
            </a:r>
            <a:r>
              <a:rPr lang="en-US" dirty="0"/>
              <a:t> then</a:t>
            </a:r>
          </a:p>
          <a:p>
            <a:r>
              <a:rPr lang="en-US" dirty="0"/>
              <a:t>    print("Running with </a:t>
            </a:r>
            <a:r>
              <a:rPr lang="en-US" dirty="0" err="1"/>
              <a:t>LuaJIT</a:t>
            </a:r>
            <a:r>
              <a:rPr lang="en-US" dirty="0"/>
              <a:t>", </a:t>
            </a:r>
            <a:r>
              <a:rPr lang="en-US" dirty="0" err="1"/>
              <a:t>jit.version</a:t>
            </a:r>
            <a:r>
              <a:rPr lang="en-US" dirty="0"/>
              <a:t>)</a:t>
            </a:r>
          </a:p>
          <a:p>
            <a:r>
              <a:rPr lang="en-US" dirty="0"/>
              <a:t>else</a:t>
            </a:r>
          </a:p>
          <a:p>
            <a:r>
              <a:rPr lang="en-US" dirty="0"/>
              <a:t>    print("Running with standard Lua", _VERSION)</a:t>
            </a:r>
          </a:p>
          <a:p>
            <a:r>
              <a:rPr lang="en-US" dirty="0"/>
              <a:t>end</a:t>
            </a:r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B2E0C6C-19D1-5EA5-3299-E569346B6A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Detect Lua or </a:t>
            </a:r>
            <a:r>
              <a:rPr lang="en-IN" dirty="0" err="1"/>
              <a:t>LuaJIT</a:t>
            </a:r>
            <a:r>
              <a:rPr lang="en-IN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426633892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4E44ED-21CF-F3EC-81A2-1B7DF9222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E354A8D-6F0D-6BEE-05D7-599CAC0C10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Detect Lua or </a:t>
            </a:r>
            <a:r>
              <a:rPr lang="en-IN" dirty="0" err="1"/>
              <a:t>LuaJIT</a:t>
            </a:r>
            <a:r>
              <a:rPr lang="en-IN" dirty="0"/>
              <a:t>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CA27E0-0610-9AD0-6AB2-2DDD23F55A7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167" t="30000" r="25000" b="15333"/>
          <a:stretch>
            <a:fillRect/>
          </a:stretch>
        </p:blipFill>
        <p:spPr>
          <a:xfrm>
            <a:off x="609600" y="1447800"/>
            <a:ext cx="7391400" cy="496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012824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6266653-6662-7A6F-37E5-517C4D5CB1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035" y="170122"/>
            <a:ext cx="8205261" cy="785553"/>
          </a:xfrm>
        </p:spPr>
        <p:txBody>
          <a:bodyPr anchor="b">
            <a:normAutofit/>
          </a:bodyPr>
          <a:lstStyle/>
          <a:p>
            <a:r>
              <a:rPr lang="en-IN" dirty="0"/>
              <a:t>Summary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AAB15A2-C9C2-0E50-FD8A-D2E5F5C830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0945391"/>
              </p:ext>
            </p:extLst>
          </p:nvPr>
        </p:nvGraphicFramePr>
        <p:xfrm>
          <a:off x="457201" y="1976102"/>
          <a:ext cx="8228013" cy="3634462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772718">
                  <a:extLst>
                    <a:ext uri="{9D8B030D-6E8A-4147-A177-3AD203B41FA5}">
                      <a16:colId xmlns:a16="http://schemas.microsoft.com/office/drawing/2014/main" val="24263383"/>
                    </a:ext>
                  </a:extLst>
                </a:gridCol>
                <a:gridCol w="2646521">
                  <a:extLst>
                    <a:ext uri="{9D8B030D-6E8A-4147-A177-3AD203B41FA5}">
                      <a16:colId xmlns:a16="http://schemas.microsoft.com/office/drawing/2014/main" val="2516771592"/>
                    </a:ext>
                  </a:extLst>
                </a:gridCol>
                <a:gridCol w="2808774">
                  <a:extLst>
                    <a:ext uri="{9D8B030D-6E8A-4147-A177-3AD203B41FA5}">
                      <a16:colId xmlns:a16="http://schemas.microsoft.com/office/drawing/2014/main" val="1857075535"/>
                    </a:ext>
                  </a:extLst>
                </a:gridCol>
              </a:tblGrid>
              <a:tr h="571130">
                <a:tc>
                  <a:txBody>
                    <a:bodyPr/>
                    <a:lstStyle/>
                    <a:p>
                      <a:r>
                        <a:rPr lang="en-IN" sz="2600"/>
                        <a:t>Method</a:t>
                      </a:r>
                    </a:p>
                  </a:txBody>
                  <a:tcPr marL="129802" marR="129802" marT="64901" marB="64901" anchor="ctr"/>
                </a:tc>
                <a:tc>
                  <a:txBody>
                    <a:bodyPr/>
                    <a:lstStyle/>
                    <a:p>
                      <a:r>
                        <a:rPr lang="en-IN" sz="2600"/>
                        <a:t>Detects</a:t>
                      </a:r>
                    </a:p>
                  </a:txBody>
                  <a:tcPr marL="129802" marR="129802" marT="64901" marB="64901" anchor="ctr"/>
                </a:tc>
                <a:tc>
                  <a:txBody>
                    <a:bodyPr/>
                    <a:lstStyle/>
                    <a:p>
                      <a:r>
                        <a:rPr lang="en-IN" sz="2600"/>
                        <a:t>Code/Command</a:t>
                      </a:r>
                    </a:p>
                  </a:txBody>
                  <a:tcPr marL="129802" marR="129802" marT="64901" marB="64901" anchor="ctr"/>
                </a:tc>
                <a:extLst>
                  <a:ext uri="{0D108BD9-81ED-4DB2-BD59-A6C34878D82A}">
                    <a16:rowId xmlns:a16="http://schemas.microsoft.com/office/drawing/2014/main" val="2289907924"/>
                  </a:ext>
                </a:extLst>
              </a:tr>
              <a:tr h="571130">
                <a:tc>
                  <a:txBody>
                    <a:bodyPr/>
                    <a:lstStyle/>
                    <a:p>
                      <a:r>
                        <a:rPr lang="en-IN" sz="2600"/>
                        <a:t>CLI</a:t>
                      </a:r>
                    </a:p>
                  </a:txBody>
                  <a:tcPr marL="129802" marR="129802" marT="64901" marB="64901" anchor="ctr"/>
                </a:tc>
                <a:tc>
                  <a:txBody>
                    <a:bodyPr/>
                    <a:lstStyle/>
                    <a:p>
                      <a:r>
                        <a:rPr lang="en-IN" sz="2600"/>
                        <a:t>Interpreter type</a:t>
                      </a:r>
                    </a:p>
                  </a:txBody>
                  <a:tcPr marL="129802" marR="129802" marT="64901" marB="64901" anchor="ctr"/>
                </a:tc>
                <a:tc>
                  <a:txBody>
                    <a:bodyPr/>
                    <a:lstStyle/>
                    <a:p>
                      <a:r>
                        <a:rPr lang="en-IN" sz="2600"/>
                        <a:t>lua -v, luajit -v</a:t>
                      </a:r>
                    </a:p>
                  </a:txBody>
                  <a:tcPr marL="129802" marR="129802" marT="64901" marB="64901" anchor="ctr"/>
                </a:tc>
                <a:extLst>
                  <a:ext uri="{0D108BD9-81ED-4DB2-BD59-A6C34878D82A}">
                    <a16:rowId xmlns:a16="http://schemas.microsoft.com/office/drawing/2014/main" val="2760713252"/>
                  </a:ext>
                </a:extLst>
              </a:tr>
              <a:tr h="571130">
                <a:tc>
                  <a:txBody>
                    <a:bodyPr/>
                    <a:lstStyle/>
                    <a:p>
                      <a:r>
                        <a:rPr lang="en-IN" sz="2600"/>
                        <a:t>Lua code</a:t>
                      </a:r>
                    </a:p>
                  </a:txBody>
                  <a:tcPr marL="129802" marR="129802" marT="64901" marB="64901" anchor="ctr"/>
                </a:tc>
                <a:tc>
                  <a:txBody>
                    <a:bodyPr/>
                    <a:lstStyle/>
                    <a:p>
                      <a:r>
                        <a:rPr lang="en-IN" sz="2600"/>
                        <a:t>Lua vs LuaJIT</a:t>
                      </a:r>
                    </a:p>
                  </a:txBody>
                  <a:tcPr marL="129802" marR="129802" marT="64901" marB="64901" anchor="ctr"/>
                </a:tc>
                <a:tc>
                  <a:txBody>
                    <a:bodyPr/>
                    <a:lstStyle/>
                    <a:p>
                      <a:r>
                        <a:rPr lang="en-IN" sz="2600"/>
                        <a:t>if jit then ...</a:t>
                      </a:r>
                    </a:p>
                  </a:txBody>
                  <a:tcPr marL="129802" marR="129802" marT="64901" marB="64901" anchor="ctr"/>
                </a:tc>
                <a:extLst>
                  <a:ext uri="{0D108BD9-81ED-4DB2-BD59-A6C34878D82A}">
                    <a16:rowId xmlns:a16="http://schemas.microsoft.com/office/drawing/2014/main" val="111379793"/>
                  </a:ext>
                </a:extLst>
              </a:tr>
              <a:tr h="960536">
                <a:tc>
                  <a:txBody>
                    <a:bodyPr/>
                    <a:lstStyle/>
                    <a:p>
                      <a:r>
                        <a:rPr lang="en-IN" sz="2600"/>
                        <a:t>C API</a:t>
                      </a:r>
                    </a:p>
                  </a:txBody>
                  <a:tcPr marL="129802" marR="129802" marT="64901" marB="64901" anchor="ctr"/>
                </a:tc>
                <a:tc>
                  <a:txBody>
                    <a:bodyPr/>
                    <a:lstStyle/>
                    <a:p>
                      <a:r>
                        <a:rPr lang="en-IN" sz="2600"/>
                        <a:t>Embedded interpreter</a:t>
                      </a:r>
                    </a:p>
                  </a:txBody>
                  <a:tcPr marL="129802" marR="129802" marT="64901" marB="64901" anchor="ctr"/>
                </a:tc>
                <a:tc>
                  <a:txBody>
                    <a:bodyPr/>
                    <a:lstStyle/>
                    <a:p>
                      <a:r>
                        <a:rPr lang="en-IN" sz="2600"/>
                        <a:t>lua_getglobal(L, "_VERSION")</a:t>
                      </a:r>
                    </a:p>
                  </a:txBody>
                  <a:tcPr marL="129802" marR="129802" marT="64901" marB="64901" anchor="ctr"/>
                </a:tc>
                <a:extLst>
                  <a:ext uri="{0D108BD9-81ED-4DB2-BD59-A6C34878D82A}">
                    <a16:rowId xmlns:a16="http://schemas.microsoft.com/office/drawing/2014/main" val="2661408546"/>
                  </a:ext>
                </a:extLst>
              </a:tr>
              <a:tr h="960536">
                <a:tc>
                  <a:txBody>
                    <a:bodyPr/>
                    <a:lstStyle/>
                    <a:p>
                      <a:r>
                        <a:rPr lang="en-IN" sz="2600"/>
                        <a:t>Executable path</a:t>
                      </a:r>
                    </a:p>
                  </a:txBody>
                  <a:tcPr marL="129802" marR="129802" marT="64901" marB="64901" anchor="ctr"/>
                </a:tc>
                <a:tc>
                  <a:txBody>
                    <a:bodyPr/>
                    <a:lstStyle/>
                    <a:p>
                      <a:r>
                        <a:rPr lang="en-IN" sz="2600"/>
                        <a:t>Runtime being called</a:t>
                      </a:r>
                    </a:p>
                  </a:txBody>
                  <a:tcPr marL="129802" marR="129802" marT="64901" marB="64901" anchor="ctr"/>
                </a:tc>
                <a:tc>
                  <a:txBody>
                    <a:bodyPr/>
                    <a:lstStyle/>
                    <a:p>
                      <a:r>
                        <a:rPr lang="en-US" sz="2600" dirty="0"/>
                        <a:t>which </a:t>
                      </a:r>
                      <a:r>
                        <a:rPr lang="en-US" sz="2600" dirty="0" err="1"/>
                        <a:t>lua</a:t>
                      </a:r>
                      <a:r>
                        <a:rPr lang="en-US" sz="2600" dirty="0"/>
                        <a:t> or where </a:t>
                      </a:r>
                      <a:r>
                        <a:rPr lang="en-US" sz="2600" dirty="0" err="1"/>
                        <a:t>lua</a:t>
                      </a:r>
                      <a:endParaRPr lang="en-US" sz="2600" dirty="0"/>
                    </a:p>
                  </a:txBody>
                  <a:tcPr marL="129802" marR="129802" marT="64901" marB="64901" anchor="ctr"/>
                </a:tc>
                <a:extLst>
                  <a:ext uri="{0D108BD9-81ED-4DB2-BD59-A6C34878D82A}">
                    <a16:rowId xmlns:a16="http://schemas.microsoft.com/office/drawing/2014/main" val="29692029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691046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87F8478-E387-679D-34A8-7C01841A0091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b="1" dirty="0"/>
              <a:t>Lua Core</a:t>
            </a:r>
            <a:r>
              <a:rPr lang="en-US" dirty="0"/>
              <a:t> is the heart of the Lua interpreter. </a:t>
            </a:r>
          </a:p>
          <a:p>
            <a:r>
              <a:rPr lang="en-US" dirty="0"/>
              <a:t>It's written entirely in ANSI C, making it </a:t>
            </a:r>
            <a:r>
              <a:rPr lang="en-US" b="1" dirty="0"/>
              <a:t>portable</a:t>
            </a:r>
            <a:r>
              <a:rPr lang="en-US" dirty="0"/>
              <a:t>, </a:t>
            </a:r>
            <a:r>
              <a:rPr lang="en-US" b="1" dirty="0"/>
              <a:t>lightweight</a:t>
            </a:r>
            <a:r>
              <a:rPr lang="en-US" dirty="0"/>
              <a:t>, and </a:t>
            </a:r>
            <a:r>
              <a:rPr lang="en-US" b="1" dirty="0"/>
              <a:t>embeddable</a:t>
            </a:r>
            <a:r>
              <a:rPr lang="en-US" dirty="0"/>
              <a:t>. </a:t>
            </a:r>
          </a:p>
          <a:p>
            <a:r>
              <a:rPr lang="en-US" dirty="0"/>
              <a:t>The core includes the essential parts that power Lua's runtime and execution.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500F91B-D179-CCB7-0A55-A32AD46BA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Lua Core</a:t>
            </a:r>
          </a:p>
        </p:txBody>
      </p:sp>
    </p:spTree>
    <p:extLst>
      <p:ext uri="{BB962C8B-B14F-4D97-AF65-F5344CB8AC3E}">
        <p14:creationId xmlns:p14="http://schemas.microsoft.com/office/powerpoint/2010/main" val="324022493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E43FF4C-4DF1-0AA2-6173-D1172152C1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035" y="170122"/>
            <a:ext cx="8205261" cy="785553"/>
          </a:xfrm>
        </p:spPr>
        <p:txBody>
          <a:bodyPr anchor="b">
            <a:normAutofit/>
          </a:bodyPr>
          <a:lstStyle/>
          <a:p>
            <a:r>
              <a:rPr lang="en-US" dirty="0"/>
              <a:t>1. Components of Lua Core</a:t>
            </a:r>
            <a:endParaRPr lang="en-IN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A2CE6C8-86A5-8902-E612-BC443B465D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0266151"/>
              </p:ext>
            </p:extLst>
          </p:nvPr>
        </p:nvGraphicFramePr>
        <p:xfrm>
          <a:off x="990600" y="1296516"/>
          <a:ext cx="6629399" cy="5391362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1188288">
                  <a:extLst>
                    <a:ext uri="{9D8B030D-6E8A-4147-A177-3AD203B41FA5}">
                      <a16:colId xmlns:a16="http://schemas.microsoft.com/office/drawing/2014/main" val="2631431592"/>
                    </a:ext>
                  </a:extLst>
                </a:gridCol>
                <a:gridCol w="5441111">
                  <a:extLst>
                    <a:ext uri="{9D8B030D-6E8A-4147-A177-3AD203B41FA5}">
                      <a16:colId xmlns:a16="http://schemas.microsoft.com/office/drawing/2014/main" val="257921406"/>
                    </a:ext>
                  </a:extLst>
                </a:gridCol>
              </a:tblGrid>
              <a:tr h="384950">
                <a:tc>
                  <a:txBody>
                    <a:bodyPr/>
                    <a:lstStyle/>
                    <a:p>
                      <a:r>
                        <a:rPr lang="en-IN" sz="18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File</a:t>
                      </a:r>
                    </a:p>
                  </a:txBody>
                  <a:tcPr marL="128109" marR="61447" marT="64055" marB="64055" anchor="ctr"/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Responsibility</a:t>
                      </a:r>
                    </a:p>
                  </a:txBody>
                  <a:tcPr marL="128109" marR="61447" marT="64055" marB="64055" anchor="ctr"/>
                </a:tc>
                <a:extLst>
                  <a:ext uri="{0D108BD9-81ED-4DB2-BD59-A6C34878D82A}">
                    <a16:rowId xmlns:a16="http://schemas.microsoft.com/office/drawing/2014/main" val="2889057261"/>
                  </a:ext>
                </a:extLst>
              </a:tr>
              <a:tr h="384950">
                <a:tc>
                  <a:txBody>
                    <a:bodyPr/>
                    <a:lstStyle/>
                    <a:p>
                      <a:r>
                        <a:rPr lang="en-IN" sz="18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lapi.c</a:t>
                      </a:r>
                    </a:p>
                  </a:txBody>
                  <a:tcPr marL="128109" marR="61447" marT="64055" marB="64055" anchor="ctr"/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Public C API implementation</a:t>
                      </a:r>
                    </a:p>
                  </a:txBody>
                  <a:tcPr marL="128109" marR="61447" marT="64055" marB="64055" anchor="ctr"/>
                </a:tc>
                <a:extLst>
                  <a:ext uri="{0D108BD9-81ED-4DB2-BD59-A6C34878D82A}">
                    <a16:rowId xmlns:a16="http://schemas.microsoft.com/office/drawing/2014/main" val="1914858296"/>
                  </a:ext>
                </a:extLst>
              </a:tr>
              <a:tr h="384950">
                <a:tc>
                  <a:txBody>
                    <a:bodyPr/>
                    <a:lstStyle/>
                    <a:p>
                      <a:r>
                        <a:rPr lang="en-IN" sz="18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lcode.c</a:t>
                      </a:r>
                    </a:p>
                  </a:txBody>
                  <a:tcPr marL="128109" marR="61447" marT="64055" marB="64055" anchor="ctr"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Bytecode generator</a:t>
                      </a:r>
                    </a:p>
                  </a:txBody>
                  <a:tcPr marL="128109" marR="61447" marT="64055" marB="64055" anchor="ctr"/>
                </a:tc>
                <a:extLst>
                  <a:ext uri="{0D108BD9-81ED-4DB2-BD59-A6C34878D82A}">
                    <a16:rowId xmlns:a16="http://schemas.microsoft.com/office/drawing/2014/main" val="2137953258"/>
                  </a:ext>
                </a:extLst>
              </a:tr>
              <a:tr h="384950">
                <a:tc>
                  <a:txBody>
                    <a:bodyPr/>
                    <a:lstStyle/>
                    <a:p>
                      <a:r>
                        <a:rPr lang="en-IN" sz="18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llex.c</a:t>
                      </a:r>
                    </a:p>
                  </a:txBody>
                  <a:tcPr marL="128109" marR="61447" marT="64055" marB="64055" anchor="ctr"/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Lexical analyzer (tokenizer)</a:t>
                      </a:r>
                    </a:p>
                  </a:txBody>
                  <a:tcPr marL="128109" marR="61447" marT="64055" marB="64055" anchor="ctr"/>
                </a:tc>
                <a:extLst>
                  <a:ext uri="{0D108BD9-81ED-4DB2-BD59-A6C34878D82A}">
                    <a16:rowId xmlns:a16="http://schemas.microsoft.com/office/drawing/2014/main" val="3548760063"/>
                  </a:ext>
                </a:extLst>
              </a:tr>
              <a:tr h="384950">
                <a:tc>
                  <a:txBody>
                    <a:bodyPr/>
                    <a:lstStyle/>
                    <a:p>
                      <a:r>
                        <a:rPr lang="en-IN" sz="18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lparser.c</a:t>
                      </a:r>
                    </a:p>
                  </a:txBody>
                  <a:tcPr marL="128109" marR="61447" marT="64055" marB="64055" anchor="ctr"/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Recursive descent parser</a:t>
                      </a:r>
                    </a:p>
                  </a:txBody>
                  <a:tcPr marL="128109" marR="61447" marT="64055" marB="64055" anchor="ctr"/>
                </a:tc>
                <a:extLst>
                  <a:ext uri="{0D108BD9-81ED-4DB2-BD59-A6C34878D82A}">
                    <a16:rowId xmlns:a16="http://schemas.microsoft.com/office/drawing/2014/main" val="504875010"/>
                  </a:ext>
                </a:extLst>
              </a:tr>
              <a:tr h="562202">
                <a:tc>
                  <a:txBody>
                    <a:bodyPr/>
                    <a:lstStyle/>
                    <a:p>
                      <a:r>
                        <a:rPr lang="en-IN" sz="18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lvm.c</a:t>
                      </a:r>
                    </a:p>
                  </a:txBody>
                  <a:tcPr marL="128109" marR="61447" marT="64055" marB="64055" anchor="ctr"/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Virtual machine (bytecode execution engine)</a:t>
                      </a:r>
                    </a:p>
                  </a:txBody>
                  <a:tcPr marL="128109" marR="61447" marT="64055" marB="64055" anchor="ctr"/>
                </a:tc>
                <a:extLst>
                  <a:ext uri="{0D108BD9-81ED-4DB2-BD59-A6C34878D82A}">
                    <a16:rowId xmlns:a16="http://schemas.microsoft.com/office/drawing/2014/main" val="1907398086"/>
                  </a:ext>
                </a:extLst>
              </a:tr>
              <a:tr h="384950">
                <a:tc>
                  <a:txBody>
                    <a:bodyPr/>
                    <a:lstStyle/>
                    <a:p>
                      <a:r>
                        <a:rPr lang="en-IN" sz="18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ltable.c</a:t>
                      </a:r>
                    </a:p>
                  </a:txBody>
                  <a:tcPr marL="128109" marR="61447" marT="64055" marB="64055" anchor="ctr"/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Hash table (table) implementation</a:t>
                      </a:r>
                    </a:p>
                  </a:txBody>
                  <a:tcPr marL="128109" marR="61447" marT="64055" marB="64055" anchor="ctr"/>
                </a:tc>
                <a:extLst>
                  <a:ext uri="{0D108BD9-81ED-4DB2-BD59-A6C34878D82A}">
                    <a16:rowId xmlns:a16="http://schemas.microsoft.com/office/drawing/2014/main" val="2054331719"/>
                  </a:ext>
                </a:extLst>
              </a:tr>
              <a:tr h="384950">
                <a:tc>
                  <a:txBody>
                    <a:bodyPr/>
                    <a:lstStyle/>
                    <a:p>
                      <a:r>
                        <a:rPr lang="en-IN" sz="18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lgc.c</a:t>
                      </a:r>
                    </a:p>
                  </a:txBody>
                  <a:tcPr marL="128109" marR="61447" marT="64055" marB="64055" anchor="ctr"/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Garbage collection logic</a:t>
                      </a:r>
                    </a:p>
                  </a:txBody>
                  <a:tcPr marL="128109" marR="61447" marT="64055" marB="64055" anchor="ctr"/>
                </a:tc>
                <a:extLst>
                  <a:ext uri="{0D108BD9-81ED-4DB2-BD59-A6C34878D82A}">
                    <a16:rowId xmlns:a16="http://schemas.microsoft.com/office/drawing/2014/main" val="2263394428"/>
                  </a:ext>
                </a:extLst>
              </a:tr>
              <a:tr h="384950">
                <a:tc>
                  <a:txBody>
                    <a:bodyPr/>
                    <a:lstStyle/>
                    <a:p>
                      <a:r>
                        <a:rPr lang="en-IN" sz="18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lstate.c</a:t>
                      </a:r>
                    </a:p>
                  </a:txBody>
                  <a:tcPr marL="128109" marR="61447" marT="64055" marB="64055" anchor="ctr"/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State machine (Lua state lua_State)</a:t>
                      </a:r>
                    </a:p>
                  </a:txBody>
                  <a:tcPr marL="128109" marR="61447" marT="64055" marB="64055" anchor="ctr"/>
                </a:tc>
                <a:extLst>
                  <a:ext uri="{0D108BD9-81ED-4DB2-BD59-A6C34878D82A}">
                    <a16:rowId xmlns:a16="http://schemas.microsoft.com/office/drawing/2014/main" val="2135149898"/>
                  </a:ext>
                </a:extLst>
              </a:tr>
              <a:tr h="384950">
                <a:tc>
                  <a:txBody>
                    <a:bodyPr/>
                    <a:lstStyle/>
                    <a:p>
                      <a:r>
                        <a:rPr lang="en-IN" sz="18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lfunc.c</a:t>
                      </a:r>
                    </a:p>
                  </a:txBody>
                  <a:tcPr marL="128109" marR="61447" marT="64055" marB="64055" anchor="ctr"/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Closures, function objects, upvalues</a:t>
                      </a:r>
                    </a:p>
                  </a:txBody>
                  <a:tcPr marL="128109" marR="61447" marT="64055" marB="64055" anchor="ctr"/>
                </a:tc>
                <a:extLst>
                  <a:ext uri="{0D108BD9-81ED-4DB2-BD59-A6C34878D82A}">
                    <a16:rowId xmlns:a16="http://schemas.microsoft.com/office/drawing/2014/main" val="1078779834"/>
                  </a:ext>
                </a:extLst>
              </a:tr>
              <a:tr h="384950">
                <a:tc>
                  <a:txBody>
                    <a:bodyPr/>
                    <a:lstStyle/>
                    <a:p>
                      <a:r>
                        <a:rPr lang="en-IN" sz="18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lobject.c</a:t>
                      </a:r>
                    </a:p>
                  </a:txBody>
                  <a:tcPr marL="128109" marR="61447" marT="64055" marB="64055" anchor="ctr"/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Value tagging, object management</a:t>
                      </a:r>
                    </a:p>
                  </a:txBody>
                  <a:tcPr marL="128109" marR="61447" marT="64055" marB="64055" anchor="ctr"/>
                </a:tc>
                <a:extLst>
                  <a:ext uri="{0D108BD9-81ED-4DB2-BD59-A6C34878D82A}">
                    <a16:rowId xmlns:a16="http://schemas.microsoft.com/office/drawing/2014/main" val="2091637826"/>
                  </a:ext>
                </a:extLst>
              </a:tr>
              <a:tr h="384950">
                <a:tc>
                  <a:txBody>
                    <a:bodyPr/>
                    <a:lstStyle/>
                    <a:p>
                      <a:r>
                        <a:rPr lang="en-IN" sz="18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lstring.c</a:t>
                      </a:r>
                    </a:p>
                  </a:txBody>
                  <a:tcPr marL="128109" marR="61447" marT="64055" marB="64055" anchor="ctr"/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String interning and management</a:t>
                      </a:r>
                    </a:p>
                  </a:txBody>
                  <a:tcPr marL="128109" marR="61447" marT="64055" marB="64055" anchor="ctr"/>
                </a:tc>
                <a:extLst>
                  <a:ext uri="{0D108BD9-81ED-4DB2-BD59-A6C34878D82A}">
                    <a16:rowId xmlns:a16="http://schemas.microsoft.com/office/drawing/2014/main" val="4108155734"/>
                  </a:ext>
                </a:extLst>
              </a:tr>
              <a:tr h="384950">
                <a:tc>
                  <a:txBody>
                    <a:bodyPr/>
                    <a:lstStyle/>
                    <a:p>
                      <a:r>
                        <a:rPr lang="en-IN" sz="18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lmem.c</a:t>
                      </a:r>
                    </a:p>
                  </a:txBody>
                  <a:tcPr marL="128109" marR="61447" marT="64055" marB="64055" anchor="ctr"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Memory allocator wrappers</a:t>
                      </a:r>
                    </a:p>
                  </a:txBody>
                  <a:tcPr marL="128109" marR="61447" marT="64055" marB="64055" anchor="ctr"/>
                </a:tc>
                <a:extLst>
                  <a:ext uri="{0D108BD9-81ED-4DB2-BD59-A6C34878D82A}">
                    <a16:rowId xmlns:a16="http://schemas.microsoft.com/office/drawing/2014/main" val="16893814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8018628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1">
            <a:extLst>
              <a:ext uri="{FF2B5EF4-FFF2-40B4-BE49-F238E27FC236}">
                <a16:creationId xmlns:a16="http://schemas.microsoft.com/office/drawing/2014/main" id="{3DA1434E-3E60-C0F3-C36C-4D32D66112B9}"/>
              </a:ext>
            </a:extLst>
          </p:cNvPr>
          <p:cNvSpPr>
            <a:spLocks noGrp="1" noChangeArrowheads="1"/>
          </p:cNvSpPr>
          <p:nvPr>
            <p:ph sz="quarter" idx="12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err="1">
                <a:ln>
                  <a:noFill/>
                </a:ln>
                <a:effectLst/>
              </a:rPr>
              <a:t>lua_State</a:t>
            </a:r>
            <a:endParaRPr kumimoji="0" lang="en-US" altLang="en-US" b="1" i="0" u="none" strike="noStrike" cap="none" normalizeH="0" baseline="0" dirty="0">
              <a:ln>
                <a:noFill/>
              </a:ln>
              <a:effectLst/>
            </a:endParaRPr>
          </a:p>
          <a:p>
            <a:pPr marL="231775" lvl="1" fontAlgn="base">
              <a:spcBef>
                <a:spcPts val="1200"/>
              </a:spcBef>
              <a:buFont typeface="Arial" pitchFamily="34" charset="0"/>
              <a:buChar char="•"/>
            </a:pPr>
            <a:r>
              <a:rPr lang="en-US" altLang="en-US" sz="2600" dirty="0">
                <a:solidFill>
                  <a:schemeClr val="tx1"/>
                </a:solidFill>
              </a:rPr>
              <a:t>The main execution context (like a Lua thread).</a:t>
            </a:r>
          </a:p>
          <a:p>
            <a:pPr marL="231775" lvl="1" fontAlgn="base">
              <a:spcBef>
                <a:spcPts val="1200"/>
              </a:spcBef>
              <a:buFont typeface="Arial" pitchFamily="34" charset="0"/>
              <a:buChar char="•"/>
            </a:pPr>
            <a:r>
              <a:rPr lang="en-US" altLang="en-US" sz="2600" dirty="0">
                <a:solidFill>
                  <a:schemeClr val="tx1"/>
                </a:solidFill>
              </a:rPr>
              <a:t>Contains:</a:t>
            </a:r>
          </a:p>
          <a:p>
            <a:pPr marL="463550" lvl="2" fontAlgn="base">
              <a:spcBef>
                <a:spcPts val="1200"/>
              </a:spcBef>
            </a:pPr>
            <a:r>
              <a:rPr lang="en-US" altLang="en-US" sz="2200" dirty="0">
                <a:solidFill>
                  <a:schemeClr val="tx1"/>
                </a:solidFill>
              </a:rPr>
              <a:t>Call stack</a:t>
            </a:r>
          </a:p>
          <a:p>
            <a:pPr marL="463550" lvl="2" fontAlgn="base">
              <a:spcBef>
                <a:spcPts val="1200"/>
              </a:spcBef>
            </a:pPr>
            <a:r>
              <a:rPr lang="en-US" altLang="en-US" sz="2200" dirty="0">
                <a:solidFill>
                  <a:schemeClr val="tx1"/>
                </a:solidFill>
              </a:rPr>
              <a:t>Global environment</a:t>
            </a:r>
          </a:p>
          <a:p>
            <a:pPr marL="463550" lvl="2" fontAlgn="base">
              <a:spcBef>
                <a:spcPts val="1200"/>
              </a:spcBef>
            </a:pPr>
            <a:r>
              <a:rPr lang="en-US" altLang="en-US" sz="2200" dirty="0">
                <a:solidFill>
                  <a:schemeClr val="tx1"/>
                </a:solidFill>
              </a:rPr>
              <a:t>Registry</a:t>
            </a:r>
          </a:p>
          <a:p>
            <a:pPr marL="463550" lvl="2" fontAlgn="base">
              <a:spcBef>
                <a:spcPts val="1200"/>
              </a:spcBef>
            </a:pPr>
            <a:r>
              <a:rPr lang="en-US" altLang="en-US" sz="2200" dirty="0">
                <a:solidFill>
                  <a:schemeClr val="tx1"/>
                </a:solidFill>
              </a:rPr>
              <a:t>Error handling info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effectLst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A5568E9-5B75-1A7E-F777-ECB3E8106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en-IN" dirty="0"/>
              <a:t>2. Key Data Structures</a:t>
            </a:r>
          </a:p>
        </p:txBody>
      </p:sp>
    </p:spTree>
    <p:extLst>
      <p:ext uri="{BB962C8B-B14F-4D97-AF65-F5344CB8AC3E}">
        <p14:creationId xmlns:p14="http://schemas.microsoft.com/office/powerpoint/2010/main" val="191285513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52F750-BFE6-0764-93A0-C417D8D475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BCCD8F07-1A78-6B36-3C1A-FB2215FFC63B}"/>
              </a:ext>
            </a:extLst>
          </p:cNvPr>
          <p:cNvSpPr>
            <a:spLocks noGrp="1" noChangeArrowheads="1"/>
          </p:cNvSpPr>
          <p:nvPr>
            <p:ph sz="quarter" idx="12"/>
          </p:nvPr>
        </p:nvSpPr>
        <p:spPr bwMode="auto">
          <a:xfrm>
            <a:off x="457201" y="1381125"/>
            <a:ext cx="8228012" cy="2200275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</a:rPr>
              <a:t>TValue</a:t>
            </a:r>
          </a:p>
          <a:p>
            <a:pPr marL="231775" marR="0" lvl="1" fontAlgn="base">
              <a:spcBef>
                <a:spcPts val="1200"/>
              </a:spcBef>
              <a:buFont typeface="Arial" pitchFamily="34" charset="0"/>
              <a:buChar char="•"/>
              <a:tabLst/>
            </a:pPr>
            <a:r>
              <a:rPr lang="en-US" altLang="en-US" sz="2600" dirty="0">
                <a:solidFill>
                  <a:schemeClr val="tx1"/>
                </a:solidFill>
              </a:rPr>
              <a:t>Generic tagged value representation.</a:t>
            </a:r>
          </a:p>
          <a:p>
            <a:pPr marL="231775" marR="0" lvl="1" fontAlgn="base">
              <a:spcBef>
                <a:spcPts val="1200"/>
              </a:spcBef>
              <a:buFont typeface="Arial" pitchFamily="34" charset="0"/>
              <a:buChar char="•"/>
              <a:tabLst/>
            </a:pPr>
            <a:r>
              <a:rPr lang="en-US" altLang="en-US" sz="2600" dirty="0">
                <a:solidFill>
                  <a:schemeClr val="tx1"/>
                </a:solidFill>
              </a:rPr>
              <a:t>All Lua types (number, </a:t>
            </a:r>
            <a:r>
              <a:rPr lang="en-US" altLang="en-US" sz="2600" dirty="0" err="1">
                <a:solidFill>
                  <a:schemeClr val="tx1"/>
                </a:solidFill>
              </a:rPr>
              <a:t>boolean</a:t>
            </a:r>
            <a:r>
              <a:rPr lang="en-US" altLang="en-US" sz="2600" dirty="0">
                <a:solidFill>
                  <a:schemeClr val="tx1"/>
                </a:solidFill>
              </a:rPr>
              <a:t>, string, function, etc.) use this unified format.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effectLst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3610896-3661-4A7E-89ED-47D02520A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en-IN" dirty="0"/>
              <a:t>2. Key Data Structures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A9DC727-88D9-CEF1-5D21-2C25046391AA}"/>
              </a:ext>
            </a:extLst>
          </p:cNvPr>
          <p:cNvSpPr txBox="1"/>
          <p:nvPr/>
        </p:nvSpPr>
        <p:spPr>
          <a:xfrm>
            <a:off x="1676400" y="3436814"/>
            <a:ext cx="4953000" cy="2862322"/>
          </a:xfrm>
          <a:prstGeom prst="rect">
            <a:avLst/>
          </a:prstGeom>
          <a:solidFill>
            <a:srgbClr val="EDCAED"/>
          </a:solidFill>
        </p:spPr>
        <p:txBody>
          <a:bodyPr wrap="square">
            <a:spAutoFit/>
          </a:bodyPr>
          <a:lstStyle/>
          <a:p>
            <a:r>
              <a:rPr lang="en-IN" dirty="0"/>
              <a:t>typedef struct TValue {</a:t>
            </a:r>
          </a:p>
          <a:p>
            <a:r>
              <a:rPr lang="en-IN" dirty="0"/>
              <a:t>  int </a:t>
            </a:r>
            <a:r>
              <a:rPr lang="en-IN" dirty="0" err="1"/>
              <a:t>tt</a:t>
            </a:r>
            <a:r>
              <a:rPr lang="en-IN" dirty="0"/>
              <a:t>_;</a:t>
            </a:r>
          </a:p>
          <a:p>
            <a:r>
              <a:rPr lang="en-IN" dirty="0"/>
              <a:t>  union {</a:t>
            </a:r>
          </a:p>
          <a:p>
            <a:r>
              <a:rPr lang="en-IN" dirty="0"/>
              <a:t>    double n;        // Number</a:t>
            </a:r>
          </a:p>
          <a:p>
            <a:r>
              <a:rPr lang="en-IN" dirty="0"/>
              <a:t>    int b;           // Boolean</a:t>
            </a:r>
          </a:p>
          <a:p>
            <a:r>
              <a:rPr lang="en-IN" dirty="0"/>
              <a:t>    </a:t>
            </a:r>
            <a:r>
              <a:rPr lang="en-IN" dirty="0" err="1"/>
              <a:t>GCObject</a:t>
            </a:r>
            <a:r>
              <a:rPr lang="en-IN" dirty="0"/>
              <a:t> *</a:t>
            </a:r>
            <a:r>
              <a:rPr lang="en-IN" dirty="0" err="1"/>
              <a:t>gc</a:t>
            </a:r>
            <a:r>
              <a:rPr lang="en-IN" dirty="0"/>
              <a:t>;    // Pointer to GC-managed objects</a:t>
            </a:r>
          </a:p>
          <a:p>
            <a:r>
              <a:rPr lang="en-IN" dirty="0"/>
              <a:t>    void *p;         // Light </a:t>
            </a:r>
            <a:r>
              <a:rPr lang="en-IN" dirty="0" err="1"/>
              <a:t>userdata</a:t>
            </a:r>
            <a:endParaRPr lang="en-IN" dirty="0"/>
          </a:p>
          <a:p>
            <a:r>
              <a:rPr lang="en-IN" dirty="0"/>
              <a:t>  } value_;</a:t>
            </a:r>
          </a:p>
          <a:p>
            <a:r>
              <a:rPr lang="en-IN" dirty="0"/>
              <a:t>} TValue;</a:t>
            </a:r>
          </a:p>
        </p:txBody>
      </p:sp>
    </p:spTree>
    <p:extLst>
      <p:ext uri="{BB962C8B-B14F-4D97-AF65-F5344CB8AC3E}">
        <p14:creationId xmlns:p14="http://schemas.microsoft.com/office/powerpoint/2010/main" val="87721011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525910-B251-CA34-3D13-46B6B6A44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">
            <a:extLst>
              <a:ext uri="{FF2B5EF4-FFF2-40B4-BE49-F238E27FC236}">
                <a16:creationId xmlns:a16="http://schemas.microsoft.com/office/drawing/2014/main" id="{420EE646-6429-B710-00C8-A8382CE01344}"/>
              </a:ext>
            </a:extLst>
          </p:cNvPr>
          <p:cNvSpPr>
            <a:spLocks noGrp="1" noChangeArrowheads="1"/>
          </p:cNvSpPr>
          <p:nvPr>
            <p:ph sz="quarter" idx="12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</a:rPr>
              <a:t>Table</a:t>
            </a:r>
          </a:p>
          <a:p>
            <a:pPr marL="231775" lvl="1" fontAlgn="base">
              <a:spcBef>
                <a:spcPts val="1200"/>
              </a:spcBef>
              <a:buFont typeface="Arial" pitchFamily="34" charset="0"/>
              <a:buChar char="•"/>
            </a:pPr>
            <a:r>
              <a:rPr lang="en-US" altLang="en-US" sz="2600" dirty="0">
                <a:solidFill>
                  <a:schemeClr val="tx1"/>
                </a:solidFill>
              </a:rPr>
              <a:t>Lua's primary data structure.</a:t>
            </a:r>
          </a:p>
          <a:p>
            <a:pPr marL="231775" lvl="1" fontAlgn="base">
              <a:spcBef>
                <a:spcPts val="1200"/>
              </a:spcBef>
              <a:buFont typeface="Arial" pitchFamily="34" charset="0"/>
              <a:buChar char="•"/>
            </a:pPr>
            <a:r>
              <a:rPr lang="en-US" altLang="en-US" sz="2600" dirty="0">
                <a:solidFill>
                  <a:schemeClr val="tx1"/>
                </a:solidFill>
              </a:rPr>
              <a:t>Implements both arrays and hashes using hybrid storage.</a:t>
            </a:r>
          </a:p>
          <a:p>
            <a:pPr marL="231775" lvl="1" fontAlgn="base">
              <a:spcBef>
                <a:spcPts val="1200"/>
              </a:spcBef>
              <a:buFont typeface="Arial" pitchFamily="34" charset="0"/>
              <a:buChar char="•"/>
            </a:pPr>
            <a:r>
              <a:rPr lang="en-US" altLang="en-US" sz="2600" dirty="0">
                <a:solidFill>
                  <a:schemeClr val="tx1"/>
                </a:solidFill>
              </a:rPr>
              <a:t>Dynamically resizes and rehashes.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effectLst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92F3AE4-2D1F-B417-3B4A-8741A0DFA6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en-IN" dirty="0"/>
              <a:t>2. Key Data Structures</a:t>
            </a:r>
          </a:p>
        </p:txBody>
      </p:sp>
    </p:spTree>
    <p:extLst>
      <p:ext uri="{BB962C8B-B14F-4D97-AF65-F5344CB8AC3E}">
        <p14:creationId xmlns:p14="http://schemas.microsoft.com/office/powerpoint/2010/main" val="84611281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Rectangle 1">
            <a:extLst>
              <a:ext uri="{FF2B5EF4-FFF2-40B4-BE49-F238E27FC236}">
                <a16:creationId xmlns:a16="http://schemas.microsoft.com/office/drawing/2014/main" id="{4420C5A0-1C7C-86BF-C8C9-5636EE217902}"/>
              </a:ext>
            </a:extLst>
          </p:cNvPr>
          <p:cNvGraphicFramePr>
            <a:graphicFrameLocks noGrp="1"/>
          </p:cNvGraphicFramePr>
          <p:nvPr>
            <p:ph sz="quarter" idx="12"/>
            <p:extLst>
              <p:ext uri="{D42A27DB-BD31-4B8C-83A1-F6EECF244321}">
                <p14:modId xmlns:p14="http://schemas.microsoft.com/office/powerpoint/2010/main" val="2207946579"/>
              </p:ext>
            </p:extLst>
          </p:nvPr>
        </p:nvGraphicFramePr>
        <p:xfrm>
          <a:off x="457200" y="1381125"/>
          <a:ext cx="8228013" cy="48244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BA43C5FF-1785-201D-3ADB-08BED903D0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en-US" dirty="0"/>
              <a:t>3. How the Lua Core Executes Code </a:t>
            </a:r>
            <a:r>
              <a:rPr lang="en-US" altLang="en-US" dirty="0"/>
              <a:t>Step-by-step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5384741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B995A8-58D8-3416-57FA-ED25C84FF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035" y="170122"/>
            <a:ext cx="8205261" cy="785553"/>
          </a:xfrm>
        </p:spPr>
        <p:txBody>
          <a:bodyPr anchor="b">
            <a:normAutofit/>
          </a:bodyPr>
          <a:lstStyle/>
          <a:p>
            <a:r>
              <a:rPr lang="en-IN" dirty="0"/>
              <a:t>4. Garbage Collection (GC)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88D1AE4D-4AD1-0C5A-081E-CBB051BA15F5}"/>
              </a:ext>
            </a:extLst>
          </p:cNvPr>
          <p:cNvGraphicFramePr>
            <a:graphicFrameLocks noGrp="1"/>
          </p:cNvGraphicFramePr>
          <p:nvPr>
            <p:ph sz="quarter" idx="12"/>
            <p:extLst>
              <p:ext uri="{D42A27DB-BD31-4B8C-83A1-F6EECF244321}">
                <p14:modId xmlns:p14="http://schemas.microsoft.com/office/powerpoint/2010/main" val="1381351132"/>
              </p:ext>
            </p:extLst>
          </p:nvPr>
        </p:nvGraphicFramePr>
        <p:xfrm>
          <a:off x="457200" y="1381125"/>
          <a:ext cx="8228013" cy="48244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9410712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423475-B2C4-884B-DD31-A85436AC2B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FA51F-F314-46F0-6D4A-F45466CBE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5. Lua C API Interface (lapi.c)</a:t>
            </a:r>
            <a:endParaRPr lang="en-IN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360CD7ED-355F-0389-1DB5-EC6ECE9F4BF4}"/>
              </a:ext>
            </a:extLst>
          </p:cNvPr>
          <p:cNvSpPr>
            <a:spLocks noGrp="1" noChangeArrowheads="1"/>
          </p:cNvSpPr>
          <p:nvPr>
            <p:ph sz="quarter" idx="12"/>
          </p:nvPr>
        </p:nvSpPr>
        <p:spPr bwMode="auto">
          <a:xfrm>
            <a:off x="457200" y="1447800"/>
            <a:ext cx="8209096" cy="480059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/>
          </a:bodyPr>
          <a:lstStyle/>
          <a:p>
            <a:pPr marL="111125" fontAlgn="base"/>
            <a:r>
              <a:rPr lang="en-US" altLang="en-US" dirty="0"/>
              <a:t>This is the interface for embedding Lua in C/C++.</a:t>
            </a:r>
          </a:p>
          <a:p>
            <a:pPr marL="568325" lvl="2" fontAlgn="base"/>
            <a:r>
              <a:rPr lang="en-US" altLang="en-US" dirty="0"/>
              <a:t>Common functions:</a:t>
            </a:r>
          </a:p>
          <a:p>
            <a:pPr marL="568325" lvl="2" fontAlgn="base"/>
            <a:r>
              <a:rPr lang="en-US" altLang="en-US" dirty="0" err="1"/>
              <a:t>lua_getglobal</a:t>
            </a:r>
            <a:r>
              <a:rPr lang="en-US" altLang="en-US" dirty="0"/>
              <a:t>(L, "</a:t>
            </a:r>
            <a:r>
              <a:rPr lang="en-US" altLang="en-US" dirty="0" err="1"/>
              <a:t>varname</a:t>
            </a:r>
            <a:r>
              <a:rPr lang="en-US" altLang="en-US" dirty="0"/>
              <a:t>")</a:t>
            </a:r>
          </a:p>
          <a:p>
            <a:pPr marL="568325" lvl="2" fontAlgn="base"/>
            <a:r>
              <a:rPr lang="en-US" altLang="en-US" dirty="0" err="1"/>
              <a:t>lua_pushnumber</a:t>
            </a:r>
            <a:r>
              <a:rPr lang="en-US" altLang="en-US" dirty="0"/>
              <a:t>(L, 42)</a:t>
            </a:r>
          </a:p>
          <a:p>
            <a:pPr marL="568325" lvl="2" fontAlgn="base"/>
            <a:r>
              <a:rPr lang="en-US" altLang="en-US" dirty="0" err="1"/>
              <a:t>lua_settable</a:t>
            </a:r>
            <a:r>
              <a:rPr lang="en-US" altLang="en-US" dirty="0"/>
              <a:t>(L, -3)</a:t>
            </a:r>
          </a:p>
          <a:p>
            <a:pPr marL="568325" lvl="2" fontAlgn="base"/>
            <a:r>
              <a:rPr lang="en-US" altLang="en-US" dirty="0" err="1"/>
              <a:t>lua_pcall</a:t>
            </a:r>
            <a:r>
              <a:rPr lang="en-US" altLang="en-US" dirty="0"/>
              <a:t>(L, </a:t>
            </a:r>
            <a:r>
              <a:rPr lang="en-US" altLang="en-US" dirty="0" err="1"/>
              <a:t>nargs</a:t>
            </a:r>
            <a:r>
              <a:rPr lang="en-US" altLang="en-US" dirty="0"/>
              <a:t>, </a:t>
            </a:r>
            <a:r>
              <a:rPr lang="en-US" altLang="en-US" dirty="0" err="1"/>
              <a:t>nresults</a:t>
            </a:r>
            <a:r>
              <a:rPr lang="en-US" altLang="en-US" dirty="0"/>
              <a:t>, </a:t>
            </a:r>
            <a:r>
              <a:rPr lang="en-US" altLang="en-US" dirty="0" err="1"/>
              <a:t>errfunc</a:t>
            </a:r>
            <a:r>
              <a:rPr lang="en-US" altLang="en-US" dirty="0"/>
              <a:t>)</a:t>
            </a:r>
          </a:p>
          <a:p>
            <a:pPr marL="336550" lvl="1" fontAlgn="base"/>
            <a:r>
              <a:rPr lang="en-US" altLang="en-US" dirty="0"/>
              <a:t>The Lua stack (virtual) is the bridge for </a:t>
            </a:r>
            <a:r>
              <a:rPr lang="en-US" altLang="en-US" dirty="0" err="1"/>
              <a:t>C↔Lua</a:t>
            </a:r>
            <a:r>
              <a:rPr lang="en-US" altLang="en-US" dirty="0"/>
              <a:t> interaction.</a:t>
            </a:r>
          </a:p>
        </p:txBody>
      </p:sp>
    </p:spTree>
    <p:extLst>
      <p:ext uri="{BB962C8B-B14F-4D97-AF65-F5344CB8AC3E}">
        <p14:creationId xmlns:p14="http://schemas.microsoft.com/office/powerpoint/2010/main" val="80677930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BF13A1-791C-0CB0-FDA1-E67204A3EB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Rectangle 2">
            <a:extLst>
              <a:ext uri="{FF2B5EF4-FFF2-40B4-BE49-F238E27FC236}">
                <a16:creationId xmlns:a16="http://schemas.microsoft.com/office/drawing/2014/main" id="{5E54BF80-F4ED-737E-F5BF-2EB390CA4954}"/>
              </a:ext>
            </a:extLst>
          </p:cNvPr>
          <p:cNvGraphicFramePr>
            <a:graphicFrameLocks noGrp="1"/>
          </p:cNvGraphicFramePr>
          <p:nvPr>
            <p:ph sz="quarter" idx="12"/>
            <p:extLst>
              <p:ext uri="{D42A27DB-BD31-4B8C-83A1-F6EECF244321}">
                <p14:modId xmlns:p14="http://schemas.microsoft.com/office/powerpoint/2010/main" val="1542245957"/>
              </p:ext>
            </p:extLst>
          </p:nvPr>
        </p:nvGraphicFramePr>
        <p:xfrm>
          <a:off x="457200" y="1381125"/>
          <a:ext cx="8228013" cy="48244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34472162-E1DB-9B90-0982-C78F9B82D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en-IN" dirty="0"/>
              <a:t>6. Customization &amp; Portability</a:t>
            </a:r>
          </a:p>
        </p:txBody>
      </p:sp>
    </p:spTree>
    <p:extLst>
      <p:ext uri="{BB962C8B-B14F-4D97-AF65-F5344CB8AC3E}">
        <p14:creationId xmlns:p14="http://schemas.microsoft.com/office/powerpoint/2010/main" val="362410917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F076EED-0FF3-D4D1-7AD9-BD2FE2587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035" y="170122"/>
            <a:ext cx="8205261" cy="785553"/>
          </a:xfrm>
        </p:spPr>
        <p:txBody>
          <a:bodyPr anchor="b">
            <a:normAutofit/>
          </a:bodyPr>
          <a:lstStyle/>
          <a:p>
            <a:r>
              <a:rPr lang="en-IN" dirty="0"/>
              <a:t>Summary: Core Responsibilities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3AC1551-C6E9-BED6-BF27-5FF16FE4B8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4502495"/>
              </p:ext>
            </p:extLst>
          </p:nvPr>
        </p:nvGraphicFramePr>
        <p:xfrm>
          <a:off x="1077800" y="1381125"/>
          <a:ext cx="6986814" cy="4824416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354960">
                  <a:extLst>
                    <a:ext uri="{9D8B030D-6E8A-4147-A177-3AD203B41FA5}">
                      <a16:colId xmlns:a16="http://schemas.microsoft.com/office/drawing/2014/main" val="502399433"/>
                    </a:ext>
                  </a:extLst>
                </a:gridCol>
                <a:gridCol w="4631854">
                  <a:extLst>
                    <a:ext uri="{9D8B030D-6E8A-4147-A177-3AD203B41FA5}">
                      <a16:colId xmlns:a16="http://schemas.microsoft.com/office/drawing/2014/main" val="2148187939"/>
                    </a:ext>
                  </a:extLst>
                </a:gridCol>
              </a:tblGrid>
              <a:tr h="515229">
                <a:tc>
                  <a:txBody>
                    <a:bodyPr/>
                    <a:lstStyle/>
                    <a:p>
                      <a:r>
                        <a:rPr lang="en-IN" sz="2300"/>
                        <a:t>Component</a:t>
                      </a:r>
                    </a:p>
                  </a:txBody>
                  <a:tcPr marL="117097" marR="117097" marT="58549" marB="58549" anchor="ctr"/>
                </a:tc>
                <a:tc>
                  <a:txBody>
                    <a:bodyPr/>
                    <a:lstStyle/>
                    <a:p>
                      <a:r>
                        <a:rPr lang="en-IN" sz="2300"/>
                        <a:t>Purpose</a:t>
                      </a:r>
                    </a:p>
                  </a:txBody>
                  <a:tcPr marL="117097" marR="117097" marT="58549" marB="58549" anchor="ctr"/>
                </a:tc>
                <a:extLst>
                  <a:ext uri="{0D108BD9-81ED-4DB2-BD59-A6C34878D82A}">
                    <a16:rowId xmlns:a16="http://schemas.microsoft.com/office/drawing/2014/main" val="1852449049"/>
                  </a:ext>
                </a:extLst>
              </a:tr>
              <a:tr h="515229">
                <a:tc>
                  <a:txBody>
                    <a:bodyPr/>
                    <a:lstStyle/>
                    <a:p>
                      <a:r>
                        <a:rPr lang="en-IN" sz="2300"/>
                        <a:t>Lexer &amp; Parser</a:t>
                      </a:r>
                    </a:p>
                  </a:txBody>
                  <a:tcPr marL="117097" marR="117097" marT="58549" marB="58549" anchor="ctr"/>
                </a:tc>
                <a:tc>
                  <a:txBody>
                    <a:bodyPr/>
                    <a:lstStyle/>
                    <a:p>
                      <a:r>
                        <a:rPr lang="en-US" sz="2300"/>
                        <a:t>Tokenize and parse Lua code</a:t>
                      </a:r>
                    </a:p>
                  </a:txBody>
                  <a:tcPr marL="117097" marR="117097" marT="58549" marB="58549" anchor="ctr"/>
                </a:tc>
                <a:extLst>
                  <a:ext uri="{0D108BD9-81ED-4DB2-BD59-A6C34878D82A}">
                    <a16:rowId xmlns:a16="http://schemas.microsoft.com/office/drawing/2014/main" val="2741986596"/>
                  </a:ext>
                </a:extLst>
              </a:tr>
              <a:tr h="515229">
                <a:tc>
                  <a:txBody>
                    <a:bodyPr/>
                    <a:lstStyle/>
                    <a:p>
                      <a:r>
                        <a:rPr lang="en-IN" sz="2300"/>
                        <a:t>CodeGen</a:t>
                      </a:r>
                    </a:p>
                  </a:txBody>
                  <a:tcPr marL="117097" marR="117097" marT="58549" marB="58549" anchor="ctr"/>
                </a:tc>
                <a:tc>
                  <a:txBody>
                    <a:bodyPr/>
                    <a:lstStyle/>
                    <a:p>
                      <a:r>
                        <a:rPr lang="en-IN" sz="2300"/>
                        <a:t>Generate bytecode from AST</a:t>
                      </a:r>
                    </a:p>
                  </a:txBody>
                  <a:tcPr marL="117097" marR="117097" marT="58549" marB="58549" anchor="ctr"/>
                </a:tc>
                <a:extLst>
                  <a:ext uri="{0D108BD9-81ED-4DB2-BD59-A6C34878D82A}">
                    <a16:rowId xmlns:a16="http://schemas.microsoft.com/office/drawing/2014/main" val="1962087533"/>
                  </a:ext>
                </a:extLst>
              </a:tr>
              <a:tr h="866521">
                <a:tc>
                  <a:txBody>
                    <a:bodyPr/>
                    <a:lstStyle/>
                    <a:p>
                      <a:r>
                        <a:rPr lang="en-IN" sz="2300"/>
                        <a:t>VM</a:t>
                      </a:r>
                    </a:p>
                  </a:txBody>
                  <a:tcPr marL="117097" marR="117097" marT="58549" marB="58549" anchor="ctr"/>
                </a:tc>
                <a:tc>
                  <a:txBody>
                    <a:bodyPr/>
                    <a:lstStyle/>
                    <a:p>
                      <a:r>
                        <a:rPr lang="en-IN" sz="2300"/>
                        <a:t>Execute bytecode (register-based)</a:t>
                      </a:r>
                    </a:p>
                  </a:txBody>
                  <a:tcPr marL="117097" marR="117097" marT="58549" marB="58549" anchor="ctr"/>
                </a:tc>
                <a:extLst>
                  <a:ext uri="{0D108BD9-81ED-4DB2-BD59-A6C34878D82A}">
                    <a16:rowId xmlns:a16="http://schemas.microsoft.com/office/drawing/2014/main" val="1249847248"/>
                  </a:ext>
                </a:extLst>
              </a:tr>
              <a:tr h="515229">
                <a:tc>
                  <a:txBody>
                    <a:bodyPr/>
                    <a:lstStyle/>
                    <a:p>
                      <a:r>
                        <a:rPr lang="en-IN" sz="2300"/>
                        <a:t>GC</a:t>
                      </a:r>
                    </a:p>
                  </a:txBody>
                  <a:tcPr marL="117097" marR="117097" marT="58549" marB="58549" anchor="ctr"/>
                </a:tc>
                <a:tc>
                  <a:txBody>
                    <a:bodyPr/>
                    <a:lstStyle/>
                    <a:p>
                      <a:r>
                        <a:rPr lang="en-IN" sz="2300"/>
                        <a:t>Automatic memory management</a:t>
                      </a:r>
                    </a:p>
                  </a:txBody>
                  <a:tcPr marL="117097" marR="117097" marT="58549" marB="58549" anchor="ctr"/>
                </a:tc>
                <a:extLst>
                  <a:ext uri="{0D108BD9-81ED-4DB2-BD59-A6C34878D82A}">
                    <a16:rowId xmlns:a16="http://schemas.microsoft.com/office/drawing/2014/main" val="4231579799"/>
                  </a:ext>
                </a:extLst>
              </a:tr>
              <a:tr h="866521">
                <a:tc>
                  <a:txBody>
                    <a:bodyPr/>
                    <a:lstStyle/>
                    <a:p>
                      <a:r>
                        <a:rPr lang="en-IN" sz="2300"/>
                        <a:t>C API</a:t>
                      </a:r>
                    </a:p>
                  </a:txBody>
                  <a:tcPr marL="117097" marR="117097" marT="58549" marB="58549" anchor="ctr"/>
                </a:tc>
                <a:tc>
                  <a:txBody>
                    <a:bodyPr/>
                    <a:lstStyle/>
                    <a:p>
                      <a:r>
                        <a:rPr lang="en-US" sz="2300"/>
                        <a:t>Allow C code to run/manipulate Lua</a:t>
                      </a:r>
                    </a:p>
                  </a:txBody>
                  <a:tcPr marL="117097" marR="117097" marT="58549" marB="58549" anchor="ctr"/>
                </a:tc>
                <a:extLst>
                  <a:ext uri="{0D108BD9-81ED-4DB2-BD59-A6C34878D82A}">
                    <a16:rowId xmlns:a16="http://schemas.microsoft.com/office/drawing/2014/main" val="3059528397"/>
                  </a:ext>
                </a:extLst>
              </a:tr>
              <a:tr h="515229">
                <a:tc>
                  <a:txBody>
                    <a:bodyPr/>
                    <a:lstStyle/>
                    <a:p>
                      <a:r>
                        <a:rPr lang="en-IN" sz="2300"/>
                        <a:t>Tables</a:t>
                      </a:r>
                    </a:p>
                  </a:txBody>
                  <a:tcPr marL="117097" marR="117097" marT="58549" marB="58549" anchor="ctr"/>
                </a:tc>
                <a:tc>
                  <a:txBody>
                    <a:bodyPr/>
                    <a:lstStyle/>
                    <a:p>
                      <a:r>
                        <a:rPr lang="en-US" sz="2300"/>
                        <a:t>Backbone of Lua data structure</a:t>
                      </a:r>
                    </a:p>
                  </a:txBody>
                  <a:tcPr marL="117097" marR="117097" marT="58549" marB="58549" anchor="ctr"/>
                </a:tc>
                <a:extLst>
                  <a:ext uri="{0D108BD9-81ED-4DB2-BD59-A6C34878D82A}">
                    <a16:rowId xmlns:a16="http://schemas.microsoft.com/office/drawing/2014/main" val="3532661400"/>
                  </a:ext>
                </a:extLst>
              </a:tr>
              <a:tr h="515229">
                <a:tc>
                  <a:txBody>
                    <a:bodyPr/>
                    <a:lstStyle/>
                    <a:p>
                      <a:r>
                        <a:rPr lang="en-IN" sz="2300"/>
                        <a:t>Functions</a:t>
                      </a:r>
                    </a:p>
                  </a:txBody>
                  <a:tcPr marL="117097" marR="117097" marT="58549" marB="58549" anchor="ctr"/>
                </a:tc>
                <a:tc>
                  <a:txBody>
                    <a:bodyPr/>
                    <a:lstStyle/>
                    <a:p>
                      <a:r>
                        <a:rPr lang="en-IN" sz="2300"/>
                        <a:t>First-class, closures supported</a:t>
                      </a:r>
                    </a:p>
                  </a:txBody>
                  <a:tcPr marL="117097" marR="117097" marT="58549" marB="58549" anchor="ctr"/>
                </a:tc>
                <a:extLst>
                  <a:ext uri="{0D108BD9-81ED-4DB2-BD59-A6C34878D82A}">
                    <a16:rowId xmlns:a16="http://schemas.microsoft.com/office/drawing/2014/main" val="32089656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040452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7BA063-7853-8ACC-2880-0A52BC4D9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5527EB0-FB6A-918D-D90D-41A4A6093231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Lua's memory management is automatic and efficient, designed to be lightweight for embedding in applications. </a:t>
            </a:r>
          </a:p>
          <a:p>
            <a:r>
              <a:rPr lang="en-US" dirty="0"/>
              <a:t>It uses a </a:t>
            </a:r>
            <a:r>
              <a:rPr lang="en-US" b="1" dirty="0"/>
              <a:t>garbage collector (GC)</a:t>
            </a:r>
            <a:r>
              <a:rPr lang="en-US" dirty="0"/>
              <a:t> based on an </a:t>
            </a:r>
            <a:r>
              <a:rPr lang="en-US" b="1" dirty="0"/>
              <a:t>incremental, generational, mark-and-sweep algorithm</a:t>
            </a:r>
            <a:r>
              <a:rPr lang="en-US" dirty="0"/>
              <a:t>.</a:t>
            </a:r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CBD4361-C2A4-98A8-ED4F-1E3BCCDA0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Lua Memory Management</a:t>
            </a:r>
          </a:p>
        </p:txBody>
      </p:sp>
    </p:spTree>
    <p:extLst>
      <p:ext uri="{BB962C8B-B14F-4D97-AF65-F5344CB8AC3E}">
        <p14:creationId xmlns:p14="http://schemas.microsoft.com/office/powerpoint/2010/main" val="379702657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B25539-8FDD-21ED-94A8-AC41081B52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C50B960-B463-F27C-70D2-DC57A68683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035" y="170122"/>
            <a:ext cx="8205261" cy="785553"/>
          </a:xfrm>
        </p:spPr>
        <p:txBody>
          <a:bodyPr anchor="b">
            <a:normAutofit/>
          </a:bodyPr>
          <a:lstStyle/>
          <a:p>
            <a:r>
              <a:rPr lang="en-IN" dirty="0"/>
              <a:t>Lua Memory Management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61239A5-7BE5-53CD-0ADD-E580A20967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2850042"/>
              </p:ext>
            </p:extLst>
          </p:nvPr>
        </p:nvGraphicFramePr>
        <p:xfrm>
          <a:off x="457201" y="1715105"/>
          <a:ext cx="8228013" cy="4156454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577409">
                  <a:extLst>
                    <a:ext uri="{9D8B030D-6E8A-4147-A177-3AD203B41FA5}">
                      <a16:colId xmlns:a16="http://schemas.microsoft.com/office/drawing/2014/main" val="2690036837"/>
                    </a:ext>
                  </a:extLst>
                </a:gridCol>
                <a:gridCol w="5650604">
                  <a:extLst>
                    <a:ext uri="{9D8B030D-6E8A-4147-A177-3AD203B41FA5}">
                      <a16:colId xmlns:a16="http://schemas.microsoft.com/office/drawing/2014/main" val="4249237308"/>
                    </a:ext>
                  </a:extLst>
                </a:gridCol>
              </a:tblGrid>
              <a:tr h="537894">
                <a:tc>
                  <a:txBody>
                    <a:bodyPr/>
                    <a:lstStyle/>
                    <a:p>
                      <a:r>
                        <a:rPr lang="en-IN" sz="2400"/>
                        <a:t>Concept</a:t>
                      </a:r>
                    </a:p>
                  </a:txBody>
                  <a:tcPr marL="122249" marR="122249" marT="61124" marB="61124" anchor="ctr"/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Description</a:t>
                      </a:r>
                    </a:p>
                  </a:txBody>
                  <a:tcPr marL="122249" marR="122249" marT="61124" marB="61124" anchor="ctr"/>
                </a:tc>
                <a:extLst>
                  <a:ext uri="{0D108BD9-81ED-4DB2-BD59-A6C34878D82A}">
                    <a16:rowId xmlns:a16="http://schemas.microsoft.com/office/drawing/2014/main" val="2006689301"/>
                  </a:ext>
                </a:extLst>
              </a:tr>
              <a:tr h="904640">
                <a:tc>
                  <a:txBody>
                    <a:bodyPr/>
                    <a:lstStyle/>
                    <a:p>
                      <a:r>
                        <a:rPr lang="en-IN" sz="2400" b="1"/>
                        <a:t>Automatic Memory</a:t>
                      </a:r>
                      <a:endParaRPr lang="en-IN" sz="2400"/>
                    </a:p>
                  </a:txBody>
                  <a:tcPr marL="122249" marR="122249" marT="61124" marB="61124" anchor="ctr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All memory (tables, functions, strings, etc.) is allocated dynamically.</a:t>
                      </a:r>
                    </a:p>
                  </a:txBody>
                  <a:tcPr marL="122249" marR="122249" marT="61124" marB="61124" anchor="ctr"/>
                </a:tc>
                <a:extLst>
                  <a:ext uri="{0D108BD9-81ED-4DB2-BD59-A6C34878D82A}">
                    <a16:rowId xmlns:a16="http://schemas.microsoft.com/office/drawing/2014/main" val="3281383014"/>
                  </a:ext>
                </a:extLst>
              </a:tr>
              <a:tr h="904640">
                <a:tc>
                  <a:txBody>
                    <a:bodyPr/>
                    <a:lstStyle/>
                    <a:p>
                      <a:r>
                        <a:rPr lang="en-IN" sz="2400" b="1"/>
                        <a:t>Garbage Collector</a:t>
                      </a:r>
                      <a:endParaRPr lang="en-IN" sz="2400"/>
                    </a:p>
                  </a:txBody>
                  <a:tcPr marL="122249" marR="122249" marT="61124" marB="61124" anchor="ctr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Frees unused objects to reclaim memory.</a:t>
                      </a:r>
                    </a:p>
                  </a:txBody>
                  <a:tcPr marL="122249" marR="122249" marT="61124" marB="61124" anchor="ctr"/>
                </a:tc>
                <a:extLst>
                  <a:ext uri="{0D108BD9-81ED-4DB2-BD59-A6C34878D82A}">
                    <a16:rowId xmlns:a16="http://schemas.microsoft.com/office/drawing/2014/main" val="319681004"/>
                  </a:ext>
                </a:extLst>
              </a:tr>
              <a:tr h="904640">
                <a:tc>
                  <a:txBody>
                    <a:bodyPr/>
                    <a:lstStyle/>
                    <a:p>
                      <a:r>
                        <a:rPr lang="en-IN" sz="2400" b="1"/>
                        <a:t>Userdata Support</a:t>
                      </a:r>
                      <a:endParaRPr lang="en-IN" sz="2400"/>
                    </a:p>
                  </a:txBody>
                  <a:tcPr marL="122249" marR="122249" marT="61124" marB="61124" anchor="ctr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Allows C/C++ objects to be managed by Lua's GC using metatables.</a:t>
                      </a:r>
                    </a:p>
                  </a:txBody>
                  <a:tcPr marL="122249" marR="122249" marT="61124" marB="61124" anchor="ctr"/>
                </a:tc>
                <a:extLst>
                  <a:ext uri="{0D108BD9-81ED-4DB2-BD59-A6C34878D82A}">
                    <a16:rowId xmlns:a16="http://schemas.microsoft.com/office/drawing/2014/main" val="324358133"/>
                  </a:ext>
                </a:extLst>
              </a:tr>
              <a:tr h="904640">
                <a:tc>
                  <a:txBody>
                    <a:bodyPr/>
                    <a:lstStyle/>
                    <a:p>
                      <a:r>
                        <a:rPr lang="en-IN" sz="2400" b="1"/>
                        <a:t>Memory Limits</a:t>
                      </a:r>
                      <a:endParaRPr lang="en-IN" sz="2400"/>
                    </a:p>
                  </a:txBody>
                  <a:tcPr marL="122249" marR="122249" marT="61124" marB="61124" anchor="ctr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Memory can be tracked and limited via hooks for embedded systems.</a:t>
                      </a:r>
                    </a:p>
                  </a:txBody>
                  <a:tcPr marL="122249" marR="122249" marT="61124" marB="61124" anchor="ctr"/>
                </a:tc>
                <a:extLst>
                  <a:ext uri="{0D108BD9-81ED-4DB2-BD59-A6C34878D82A}">
                    <a16:rowId xmlns:a16="http://schemas.microsoft.com/office/drawing/2014/main" val="15489837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781308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60C8F0-6E8F-490A-7690-E63BC9B61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68A974C-1842-082F-94E7-97E9EDA54A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035" y="170122"/>
            <a:ext cx="8205261" cy="785553"/>
          </a:xfrm>
        </p:spPr>
        <p:txBody>
          <a:bodyPr anchor="b">
            <a:normAutofit/>
          </a:bodyPr>
          <a:lstStyle/>
          <a:p>
            <a:r>
              <a:rPr lang="en-IN" dirty="0"/>
              <a:t>Lua Memory Management - Garbage Collection Process </a:t>
            </a:r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2F4954F0-4A5A-514A-B0AD-5A393929EF0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46451621"/>
              </p:ext>
            </p:extLst>
          </p:nvPr>
        </p:nvGraphicFramePr>
        <p:xfrm>
          <a:off x="457201" y="1381125"/>
          <a:ext cx="8228012" cy="48244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9158073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4C069B-2357-8778-40CC-F48256AE1B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5B43B11-9F21-76F5-EDE5-A6164E7283D1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>
            <a:normAutofit/>
          </a:bodyPr>
          <a:lstStyle/>
          <a:p>
            <a:r>
              <a:rPr lang="en-US" dirty="0"/>
              <a:t>All Lua allocations go through a customizable allocator:</a:t>
            </a:r>
          </a:p>
          <a:p>
            <a:r>
              <a:rPr lang="en-IN" dirty="0"/>
              <a:t>void *(*</a:t>
            </a:r>
            <a:r>
              <a:rPr lang="en-IN" dirty="0" err="1"/>
              <a:t>lua_Alloc</a:t>
            </a:r>
            <a:r>
              <a:rPr lang="en-IN" dirty="0"/>
              <a:t>)(void *</a:t>
            </a:r>
            <a:r>
              <a:rPr lang="en-IN" dirty="0" err="1"/>
              <a:t>ud</a:t>
            </a:r>
            <a:r>
              <a:rPr lang="en-IN" dirty="0"/>
              <a:t>, void *</a:t>
            </a:r>
            <a:r>
              <a:rPr lang="en-IN" dirty="0" err="1"/>
              <a:t>ptr</a:t>
            </a:r>
            <a:r>
              <a:rPr lang="en-IN" dirty="0"/>
              <a:t>, </a:t>
            </a:r>
            <a:r>
              <a:rPr lang="en-IN" dirty="0" err="1"/>
              <a:t>size_t</a:t>
            </a:r>
            <a:r>
              <a:rPr lang="en-IN" dirty="0"/>
              <a:t> </a:t>
            </a:r>
            <a:r>
              <a:rPr lang="en-IN" dirty="0" err="1"/>
              <a:t>osize</a:t>
            </a:r>
            <a:r>
              <a:rPr lang="en-IN" dirty="0"/>
              <a:t>, </a:t>
            </a:r>
            <a:r>
              <a:rPr lang="en-IN" dirty="0" err="1"/>
              <a:t>size_t</a:t>
            </a:r>
            <a:r>
              <a:rPr lang="en-IN" dirty="0"/>
              <a:t> </a:t>
            </a:r>
            <a:r>
              <a:rPr lang="en-IN" dirty="0" err="1"/>
              <a:t>nsize</a:t>
            </a:r>
            <a:r>
              <a:rPr lang="en-IN" dirty="0"/>
              <a:t>);</a:t>
            </a:r>
          </a:p>
          <a:p>
            <a:r>
              <a:rPr lang="en-US" dirty="0" err="1"/>
              <a:t>ptr</a:t>
            </a:r>
            <a:r>
              <a:rPr lang="en-US" dirty="0"/>
              <a:t>: current block (NULL if allocating)</a:t>
            </a:r>
          </a:p>
          <a:p>
            <a:r>
              <a:rPr lang="en-US" dirty="0" err="1"/>
              <a:t>osize</a:t>
            </a:r>
            <a:r>
              <a:rPr lang="en-US" dirty="0"/>
              <a:t>: old size</a:t>
            </a:r>
          </a:p>
          <a:p>
            <a:r>
              <a:rPr lang="en-US" dirty="0" err="1"/>
              <a:t>nsize</a:t>
            </a:r>
            <a:r>
              <a:rPr lang="en-US" dirty="0"/>
              <a:t>: new size (0 means free)</a:t>
            </a:r>
          </a:p>
          <a:p>
            <a:r>
              <a:rPr lang="en-US" dirty="0"/>
              <a:t>You can set this allocator using </a:t>
            </a:r>
            <a:r>
              <a:rPr lang="en-US" dirty="0" err="1"/>
              <a:t>lua_newstate</a:t>
            </a:r>
            <a:r>
              <a:rPr lang="en-US" dirty="0"/>
              <a:t>().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928F1B1-CE0D-3632-FEEF-F7752048C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en-IN" dirty="0"/>
              <a:t>Lua Memory Management - Memory Allocation Functions</a:t>
            </a:r>
          </a:p>
        </p:txBody>
      </p:sp>
    </p:spTree>
    <p:extLst>
      <p:ext uri="{BB962C8B-B14F-4D97-AF65-F5344CB8AC3E}">
        <p14:creationId xmlns:p14="http://schemas.microsoft.com/office/powerpoint/2010/main" val="327065262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3B54C11-CE7E-2A84-F2E8-761F20065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035" y="170122"/>
            <a:ext cx="8205261" cy="785553"/>
          </a:xfrm>
        </p:spPr>
        <p:txBody>
          <a:bodyPr anchor="b">
            <a:normAutofit/>
          </a:bodyPr>
          <a:lstStyle/>
          <a:p>
            <a:r>
              <a:rPr lang="en-IN" dirty="0"/>
              <a:t>What Lua Collects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F1AEA0A-1943-118B-B8AD-B5B2815605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3013156"/>
              </p:ext>
            </p:extLst>
          </p:nvPr>
        </p:nvGraphicFramePr>
        <p:xfrm>
          <a:off x="685222" y="1381125"/>
          <a:ext cx="7771970" cy="4824416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1793800">
                  <a:extLst>
                    <a:ext uri="{9D8B030D-6E8A-4147-A177-3AD203B41FA5}">
                      <a16:colId xmlns:a16="http://schemas.microsoft.com/office/drawing/2014/main" val="3923298703"/>
                    </a:ext>
                  </a:extLst>
                </a:gridCol>
                <a:gridCol w="1915946">
                  <a:extLst>
                    <a:ext uri="{9D8B030D-6E8A-4147-A177-3AD203B41FA5}">
                      <a16:colId xmlns:a16="http://schemas.microsoft.com/office/drawing/2014/main" val="388205130"/>
                    </a:ext>
                  </a:extLst>
                </a:gridCol>
                <a:gridCol w="4062224">
                  <a:extLst>
                    <a:ext uri="{9D8B030D-6E8A-4147-A177-3AD203B41FA5}">
                      <a16:colId xmlns:a16="http://schemas.microsoft.com/office/drawing/2014/main" val="2322588093"/>
                    </a:ext>
                  </a:extLst>
                </a:gridCol>
              </a:tblGrid>
              <a:tr h="552798">
                <a:tc>
                  <a:txBody>
                    <a:bodyPr/>
                    <a:lstStyle/>
                    <a:p>
                      <a:r>
                        <a:rPr lang="en-IN" sz="2500"/>
                        <a:t>Type</a:t>
                      </a:r>
                    </a:p>
                  </a:txBody>
                  <a:tcPr marL="125636" marR="125636" marT="62818" marB="62818" anchor="ctr"/>
                </a:tc>
                <a:tc>
                  <a:txBody>
                    <a:bodyPr/>
                    <a:lstStyle/>
                    <a:p>
                      <a:r>
                        <a:rPr lang="en-IN" sz="2500"/>
                        <a:t>Collected?</a:t>
                      </a:r>
                    </a:p>
                  </a:txBody>
                  <a:tcPr marL="125636" marR="125636" marT="62818" marB="62818" anchor="ctr"/>
                </a:tc>
                <a:tc>
                  <a:txBody>
                    <a:bodyPr/>
                    <a:lstStyle/>
                    <a:p>
                      <a:r>
                        <a:rPr lang="en-IN" sz="2500"/>
                        <a:t>Notes</a:t>
                      </a:r>
                    </a:p>
                  </a:txBody>
                  <a:tcPr marL="125636" marR="125636" marT="62818" marB="62818" anchor="ctr"/>
                </a:tc>
                <a:extLst>
                  <a:ext uri="{0D108BD9-81ED-4DB2-BD59-A6C34878D82A}">
                    <a16:rowId xmlns:a16="http://schemas.microsoft.com/office/drawing/2014/main" val="1910569451"/>
                  </a:ext>
                </a:extLst>
              </a:tr>
              <a:tr h="929705">
                <a:tc>
                  <a:txBody>
                    <a:bodyPr/>
                    <a:lstStyle/>
                    <a:p>
                      <a:r>
                        <a:rPr lang="en-IN" sz="2500"/>
                        <a:t>Tables</a:t>
                      </a:r>
                    </a:p>
                  </a:txBody>
                  <a:tcPr marL="125636" marR="125636" marT="62818" marB="62818" anchor="ctr"/>
                </a:tc>
                <a:tc>
                  <a:txBody>
                    <a:bodyPr/>
                    <a:lstStyle/>
                    <a:p>
                      <a:r>
                        <a:rPr lang="en-IN" sz="2500"/>
                        <a:t>✅</a:t>
                      </a:r>
                    </a:p>
                  </a:txBody>
                  <a:tcPr marL="125636" marR="125636" marT="62818" marB="62818" anchor="ctr"/>
                </a:tc>
                <a:tc>
                  <a:txBody>
                    <a:bodyPr/>
                    <a:lstStyle/>
                    <a:p>
                      <a:r>
                        <a:rPr lang="en-IN" sz="2500"/>
                        <a:t>Even metatables are collectable</a:t>
                      </a:r>
                    </a:p>
                  </a:txBody>
                  <a:tcPr marL="125636" marR="125636" marT="62818" marB="62818" anchor="ctr"/>
                </a:tc>
                <a:extLst>
                  <a:ext uri="{0D108BD9-81ED-4DB2-BD59-A6C34878D82A}">
                    <a16:rowId xmlns:a16="http://schemas.microsoft.com/office/drawing/2014/main" val="1218003908"/>
                  </a:ext>
                </a:extLst>
              </a:tr>
              <a:tr h="929705">
                <a:tc>
                  <a:txBody>
                    <a:bodyPr/>
                    <a:lstStyle/>
                    <a:p>
                      <a:r>
                        <a:rPr lang="en-IN" sz="2500"/>
                        <a:t>Strings</a:t>
                      </a:r>
                    </a:p>
                  </a:txBody>
                  <a:tcPr marL="125636" marR="125636" marT="62818" marB="62818" anchor="ctr"/>
                </a:tc>
                <a:tc>
                  <a:txBody>
                    <a:bodyPr/>
                    <a:lstStyle/>
                    <a:p>
                      <a:r>
                        <a:rPr lang="en-IN" sz="2500"/>
                        <a:t>✅</a:t>
                      </a:r>
                    </a:p>
                  </a:txBody>
                  <a:tcPr marL="125636" marR="125636" marT="62818" marB="62818" anchor="ctr"/>
                </a:tc>
                <a:tc>
                  <a:txBody>
                    <a:bodyPr/>
                    <a:lstStyle/>
                    <a:p>
                      <a:r>
                        <a:rPr lang="en-IN" sz="2500"/>
                        <a:t>Interned, collected if unreferenced</a:t>
                      </a:r>
                    </a:p>
                  </a:txBody>
                  <a:tcPr marL="125636" marR="125636" marT="62818" marB="62818" anchor="ctr"/>
                </a:tc>
                <a:extLst>
                  <a:ext uri="{0D108BD9-81ED-4DB2-BD59-A6C34878D82A}">
                    <a16:rowId xmlns:a16="http://schemas.microsoft.com/office/drawing/2014/main" val="4250999796"/>
                  </a:ext>
                </a:extLst>
              </a:tr>
              <a:tr h="929705">
                <a:tc>
                  <a:txBody>
                    <a:bodyPr/>
                    <a:lstStyle/>
                    <a:p>
                      <a:r>
                        <a:rPr lang="en-IN" sz="2500"/>
                        <a:t>Functions</a:t>
                      </a:r>
                    </a:p>
                  </a:txBody>
                  <a:tcPr marL="125636" marR="125636" marT="62818" marB="62818" anchor="ctr"/>
                </a:tc>
                <a:tc>
                  <a:txBody>
                    <a:bodyPr/>
                    <a:lstStyle/>
                    <a:p>
                      <a:r>
                        <a:rPr lang="en-IN" sz="2500"/>
                        <a:t>✅</a:t>
                      </a:r>
                    </a:p>
                  </a:txBody>
                  <a:tcPr marL="125636" marR="125636" marT="62818" marB="62818" anchor="ctr"/>
                </a:tc>
                <a:tc>
                  <a:txBody>
                    <a:bodyPr/>
                    <a:lstStyle/>
                    <a:p>
                      <a:r>
                        <a:rPr lang="en-US" sz="2500"/>
                        <a:t>Lua and C closures are managed</a:t>
                      </a:r>
                    </a:p>
                  </a:txBody>
                  <a:tcPr marL="125636" marR="125636" marT="62818" marB="62818" anchor="ctr"/>
                </a:tc>
                <a:extLst>
                  <a:ext uri="{0D108BD9-81ED-4DB2-BD59-A6C34878D82A}">
                    <a16:rowId xmlns:a16="http://schemas.microsoft.com/office/drawing/2014/main" val="2181293221"/>
                  </a:ext>
                </a:extLst>
              </a:tr>
              <a:tr h="929705">
                <a:tc>
                  <a:txBody>
                    <a:bodyPr/>
                    <a:lstStyle/>
                    <a:p>
                      <a:r>
                        <a:rPr lang="en-IN" sz="2500"/>
                        <a:t>Userdata</a:t>
                      </a:r>
                    </a:p>
                  </a:txBody>
                  <a:tcPr marL="125636" marR="125636" marT="62818" marB="62818" anchor="ctr"/>
                </a:tc>
                <a:tc>
                  <a:txBody>
                    <a:bodyPr/>
                    <a:lstStyle/>
                    <a:p>
                      <a:r>
                        <a:rPr lang="en-IN" sz="2500"/>
                        <a:t>✅</a:t>
                      </a:r>
                    </a:p>
                  </a:txBody>
                  <a:tcPr marL="125636" marR="125636" marT="62818" marB="62818" anchor="ctr"/>
                </a:tc>
                <a:tc>
                  <a:txBody>
                    <a:bodyPr/>
                    <a:lstStyle/>
                    <a:p>
                      <a:r>
                        <a:rPr lang="en-IN" sz="2500"/>
                        <a:t>With optional __gc finalizers</a:t>
                      </a:r>
                    </a:p>
                  </a:txBody>
                  <a:tcPr marL="125636" marR="125636" marT="62818" marB="62818" anchor="ctr"/>
                </a:tc>
                <a:extLst>
                  <a:ext uri="{0D108BD9-81ED-4DB2-BD59-A6C34878D82A}">
                    <a16:rowId xmlns:a16="http://schemas.microsoft.com/office/drawing/2014/main" val="2473850195"/>
                  </a:ext>
                </a:extLst>
              </a:tr>
              <a:tr h="552798">
                <a:tc>
                  <a:txBody>
                    <a:bodyPr/>
                    <a:lstStyle/>
                    <a:p>
                      <a:r>
                        <a:rPr lang="en-IN" sz="2500"/>
                        <a:t>Threads</a:t>
                      </a:r>
                    </a:p>
                  </a:txBody>
                  <a:tcPr marL="125636" marR="125636" marT="62818" marB="62818" anchor="ctr"/>
                </a:tc>
                <a:tc>
                  <a:txBody>
                    <a:bodyPr/>
                    <a:lstStyle/>
                    <a:p>
                      <a:r>
                        <a:rPr lang="en-IN" sz="2500"/>
                        <a:t>✅</a:t>
                      </a:r>
                    </a:p>
                  </a:txBody>
                  <a:tcPr marL="125636" marR="125636" marT="62818" marB="62818" anchor="ctr"/>
                </a:tc>
                <a:tc>
                  <a:txBody>
                    <a:bodyPr/>
                    <a:lstStyle/>
                    <a:p>
                      <a:r>
                        <a:rPr lang="en-IN" sz="2500"/>
                        <a:t>Coroutines are collectable</a:t>
                      </a:r>
                    </a:p>
                  </a:txBody>
                  <a:tcPr marL="125636" marR="125636" marT="62818" marB="62818" anchor="ctr"/>
                </a:tc>
                <a:extLst>
                  <a:ext uri="{0D108BD9-81ED-4DB2-BD59-A6C34878D82A}">
                    <a16:rowId xmlns:a16="http://schemas.microsoft.com/office/drawing/2014/main" val="12650541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6487888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033AA7-014C-9A92-3056-39BE9B74FB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>
            <a:extLst>
              <a:ext uri="{FF2B5EF4-FFF2-40B4-BE49-F238E27FC236}">
                <a16:creationId xmlns:a16="http://schemas.microsoft.com/office/drawing/2014/main" id="{48666EDF-EB52-E22B-A446-C4142D0EA8D9}"/>
              </a:ext>
            </a:extLst>
          </p:cNvPr>
          <p:cNvSpPr>
            <a:spLocks noGrp="1" noChangeArrowheads="1"/>
          </p:cNvSpPr>
          <p:nvPr>
            <p:ph sz="quarter" idx="12"/>
          </p:nvPr>
        </p:nvSpPr>
        <p:spPr bwMode="auto"/>
        <p:txBody>
          <a:bodyPr vert="horz" lIns="0" tIns="0" rIns="0" bIns="0" rtlCol="0">
            <a:normAutofit/>
          </a:bodyPr>
          <a:lstStyle/>
          <a:p>
            <a:r>
              <a:rPr lang="en-US" altLang="en-US" dirty="0"/>
              <a:t>In embedded environments (like games or IoT), you can:</a:t>
            </a:r>
          </a:p>
          <a:p>
            <a:r>
              <a:rPr lang="en-US" altLang="en-US" dirty="0"/>
              <a:t>Set custom allocators to track or limit memory usage.</a:t>
            </a:r>
          </a:p>
          <a:p>
            <a:r>
              <a:rPr lang="en-US" altLang="en-US" dirty="0"/>
              <a:t>Use meta tables to add destructors (__</a:t>
            </a:r>
            <a:r>
              <a:rPr lang="en-US" altLang="en-US" dirty="0" err="1"/>
              <a:t>gc</a:t>
            </a:r>
            <a:r>
              <a:rPr lang="en-US" altLang="en-US" dirty="0"/>
              <a:t>) to complex objects.</a:t>
            </a:r>
          </a:p>
          <a:p>
            <a:r>
              <a:rPr lang="en-US" altLang="en-US" dirty="0"/>
              <a:t>Monitor memory usage via </a:t>
            </a:r>
            <a:r>
              <a:rPr lang="en-US" altLang="en-US" dirty="0" err="1"/>
              <a:t>lua_gc</a:t>
            </a:r>
            <a:r>
              <a:rPr lang="en-US" altLang="en-US" dirty="0"/>
              <a:t>() in C.</a:t>
            </a:r>
          </a:p>
          <a:p>
            <a:endParaRPr lang="en-US" alt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F187C8C-97FA-A753-C357-9A0F19A1C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en-US" dirty="0"/>
              <a:t>Memory Management in Embedded Systems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2121516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ED2EAA4-7D5D-1E13-5D55-C567A3FF92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035" y="170122"/>
            <a:ext cx="8205261" cy="785553"/>
          </a:xfrm>
        </p:spPr>
        <p:txBody>
          <a:bodyPr anchor="b">
            <a:normAutofit/>
          </a:bodyPr>
          <a:lstStyle/>
          <a:p>
            <a:r>
              <a:rPr lang="en-IN" dirty="0"/>
              <a:t>Source Code Pointers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8F92C57-8570-5260-A71E-D83901B732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2195669"/>
              </p:ext>
            </p:extLst>
          </p:nvPr>
        </p:nvGraphicFramePr>
        <p:xfrm>
          <a:off x="457201" y="1874808"/>
          <a:ext cx="8228013" cy="3837048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1752188">
                  <a:extLst>
                    <a:ext uri="{9D8B030D-6E8A-4147-A177-3AD203B41FA5}">
                      <a16:colId xmlns:a16="http://schemas.microsoft.com/office/drawing/2014/main" val="2425401225"/>
                    </a:ext>
                  </a:extLst>
                </a:gridCol>
                <a:gridCol w="6475825">
                  <a:extLst>
                    <a:ext uri="{9D8B030D-6E8A-4147-A177-3AD203B41FA5}">
                      <a16:colId xmlns:a16="http://schemas.microsoft.com/office/drawing/2014/main" val="3935789923"/>
                    </a:ext>
                  </a:extLst>
                </a:gridCol>
              </a:tblGrid>
              <a:tr h="639508">
                <a:tc>
                  <a:txBody>
                    <a:bodyPr/>
                    <a:lstStyle/>
                    <a:p>
                      <a:r>
                        <a:rPr lang="en-IN" sz="2900"/>
                        <a:t>File</a:t>
                      </a:r>
                    </a:p>
                  </a:txBody>
                  <a:tcPr marL="145343" marR="145343" marT="72671" marB="72671" anchor="ctr"/>
                </a:tc>
                <a:tc>
                  <a:txBody>
                    <a:bodyPr/>
                    <a:lstStyle/>
                    <a:p>
                      <a:r>
                        <a:rPr lang="en-IN" sz="2900"/>
                        <a:t>Role</a:t>
                      </a:r>
                    </a:p>
                  </a:txBody>
                  <a:tcPr marL="145343" marR="145343" marT="72671" marB="72671" anchor="ctr"/>
                </a:tc>
                <a:extLst>
                  <a:ext uri="{0D108BD9-81ED-4DB2-BD59-A6C34878D82A}">
                    <a16:rowId xmlns:a16="http://schemas.microsoft.com/office/drawing/2014/main" val="2711713036"/>
                  </a:ext>
                </a:extLst>
              </a:tr>
              <a:tr h="639508">
                <a:tc>
                  <a:txBody>
                    <a:bodyPr/>
                    <a:lstStyle/>
                    <a:p>
                      <a:r>
                        <a:rPr lang="en-IN" sz="2900"/>
                        <a:t>lgc.c</a:t>
                      </a:r>
                    </a:p>
                  </a:txBody>
                  <a:tcPr marL="145343" marR="145343" marT="72671" marB="72671" anchor="ctr"/>
                </a:tc>
                <a:tc>
                  <a:txBody>
                    <a:bodyPr/>
                    <a:lstStyle/>
                    <a:p>
                      <a:r>
                        <a:rPr lang="en-IN" sz="2900"/>
                        <a:t>Implements the garbage collector</a:t>
                      </a:r>
                    </a:p>
                  </a:txBody>
                  <a:tcPr marL="145343" marR="145343" marT="72671" marB="72671" anchor="ctr"/>
                </a:tc>
                <a:extLst>
                  <a:ext uri="{0D108BD9-81ED-4DB2-BD59-A6C34878D82A}">
                    <a16:rowId xmlns:a16="http://schemas.microsoft.com/office/drawing/2014/main" val="3477787175"/>
                  </a:ext>
                </a:extLst>
              </a:tr>
              <a:tr h="639508">
                <a:tc>
                  <a:txBody>
                    <a:bodyPr/>
                    <a:lstStyle/>
                    <a:p>
                      <a:r>
                        <a:rPr lang="en-IN" sz="2900"/>
                        <a:t>lmem.c</a:t>
                      </a:r>
                    </a:p>
                  </a:txBody>
                  <a:tcPr marL="145343" marR="145343" marT="72671" marB="72671" anchor="ctr"/>
                </a:tc>
                <a:tc>
                  <a:txBody>
                    <a:bodyPr/>
                    <a:lstStyle/>
                    <a:p>
                      <a:r>
                        <a:rPr lang="en-IN" sz="2900"/>
                        <a:t>Memory allocator interface</a:t>
                      </a:r>
                    </a:p>
                  </a:txBody>
                  <a:tcPr marL="145343" marR="145343" marT="72671" marB="72671" anchor="ctr"/>
                </a:tc>
                <a:extLst>
                  <a:ext uri="{0D108BD9-81ED-4DB2-BD59-A6C34878D82A}">
                    <a16:rowId xmlns:a16="http://schemas.microsoft.com/office/drawing/2014/main" val="1866946557"/>
                  </a:ext>
                </a:extLst>
              </a:tr>
              <a:tr h="639508">
                <a:tc>
                  <a:txBody>
                    <a:bodyPr/>
                    <a:lstStyle/>
                    <a:p>
                      <a:r>
                        <a:rPr lang="en-IN" sz="2900"/>
                        <a:t>lstring.c</a:t>
                      </a:r>
                    </a:p>
                  </a:txBody>
                  <a:tcPr marL="145343" marR="145343" marT="72671" marB="72671" anchor="ctr"/>
                </a:tc>
                <a:tc>
                  <a:txBody>
                    <a:bodyPr/>
                    <a:lstStyle/>
                    <a:p>
                      <a:r>
                        <a:rPr lang="en-IN" sz="2900"/>
                        <a:t>String interning and freeing</a:t>
                      </a:r>
                    </a:p>
                  </a:txBody>
                  <a:tcPr marL="145343" marR="145343" marT="72671" marB="72671" anchor="ctr"/>
                </a:tc>
                <a:extLst>
                  <a:ext uri="{0D108BD9-81ED-4DB2-BD59-A6C34878D82A}">
                    <a16:rowId xmlns:a16="http://schemas.microsoft.com/office/drawing/2014/main" val="2763925097"/>
                  </a:ext>
                </a:extLst>
              </a:tr>
              <a:tr h="639508">
                <a:tc>
                  <a:txBody>
                    <a:bodyPr/>
                    <a:lstStyle/>
                    <a:p>
                      <a:r>
                        <a:rPr lang="en-IN" sz="2900"/>
                        <a:t>ltable.c</a:t>
                      </a:r>
                    </a:p>
                  </a:txBody>
                  <a:tcPr marL="145343" marR="145343" marT="72671" marB="72671" anchor="ctr"/>
                </a:tc>
                <a:tc>
                  <a:txBody>
                    <a:bodyPr/>
                    <a:lstStyle/>
                    <a:p>
                      <a:r>
                        <a:rPr lang="en-IN" sz="2900"/>
                        <a:t>Table management and resizing</a:t>
                      </a:r>
                    </a:p>
                  </a:txBody>
                  <a:tcPr marL="145343" marR="145343" marT="72671" marB="72671" anchor="ctr"/>
                </a:tc>
                <a:extLst>
                  <a:ext uri="{0D108BD9-81ED-4DB2-BD59-A6C34878D82A}">
                    <a16:rowId xmlns:a16="http://schemas.microsoft.com/office/drawing/2014/main" val="3116576168"/>
                  </a:ext>
                </a:extLst>
              </a:tr>
              <a:tr h="639508">
                <a:tc>
                  <a:txBody>
                    <a:bodyPr/>
                    <a:lstStyle/>
                    <a:p>
                      <a:r>
                        <a:rPr lang="en-IN" sz="2900"/>
                        <a:t>lapi.c</a:t>
                      </a:r>
                    </a:p>
                  </a:txBody>
                  <a:tcPr marL="145343" marR="145343" marT="72671" marB="72671" anchor="ctr"/>
                </a:tc>
                <a:tc>
                  <a:txBody>
                    <a:bodyPr/>
                    <a:lstStyle/>
                    <a:p>
                      <a:r>
                        <a:rPr lang="en-US" sz="2900"/>
                        <a:t>Exposes memory functions via C API</a:t>
                      </a:r>
                    </a:p>
                  </a:txBody>
                  <a:tcPr marL="145343" marR="145343" marT="72671" marB="72671" anchor="ctr"/>
                </a:tc>
                <a:extLst>
                  <a:ext uri="{0D108BD9-81ED-4DB2-BD59-A6C34878D82A}">
                    <a16:rowId xmlns:a16="http://schemas.microsoft.com/office/drawing/2014/main" val="35192303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0114318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6C868CB-E452-F535-4C46-0E0F3A3069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035" y="170122"/>
            <a:ext cx="8205261" cy="785553"/>
          </a:xfrm>
        </p:spPr>
        <p:txBody>
          <a:bodyPr anchor="b">
            <a:normAutofit/>
          </a:bodyPr>
          <a:lstStyle/>
          <a:p>
            <a:r>
              <a:rPr lang="en-US" dirty="0"/>
              <a:t>Best Practices for Efficient Memory Use</a:t>
            </a:r>
            <a:endParaRPr lang="en-IN" dirty="0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84BBF617-2F7B-14F1-E3E9-1291EBBD0AAA}"/>
              </a:ext>
            </a:extLst>
          </p:cNvPr>
          <p:cNvGraphicFramePr>
            <a:graphicFrameLocks noGrp="1"/>
          </p:cNvGraphicFramePr>
          <p:nvPr>
            <p:ph sz="quarter" idx="12"/>
            <p:extLst>
              <p:ext uri="{D42A27DB-BD31-4B8C-83A1-F6EECF244321}">
                <p14:modId xmlns:p14="http://schemas.microsoft.com/office/powerpoint/2010/main" val="4085059156"/>
              </p:ext>
            </p:extLst>
          </p:nvPr>
        </p:nvGraphicFramePr>
        <p:xfrm>
          <a:off x="457200" y="1381125"/>
          <a:ext cx="8228013" cy="48244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1474070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4F6D05F-09C0-E8BF-912E-B5B92A42A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en-IN" dirty="0"/>
              <a:t>Lua Version History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2A24CD5-9078-CE49-18FF-A09B0BD5C0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4954718"/>
              </p:ext>
            </p:extLst>
          </p:nvPr>
        </p:nvGraphicFramePr>
        <p:xfrm>
          <a:off x="457201" y="1556827"/>
          <a:ext cx="8228013" cy="4735674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914399">
                  <a:extLst>
                    <a:ext uri="{9D8B030D-6E8A-4147-A177-3AD203B41FA5}">
                      <a16:colId xmlns:a16="http://schemas.microsoft.com/office/drawing/2014/main" val="1618139774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3596357288"/>
                    </a:ext>
                  </a:extLst>
                </a:gridCol>
                <a:gridCol w="5637214">
                  <a:extLst>
                    <a:ext uri="{9D8B030D-6E8A-4147-A177-3AD203B41FA5}">
                      <a16:colId xmlns:a16="http://schemas.microsoft.com/office/drawing/2014/main" val="626269281"/>
                    </a:ext>
                  </a:extLst>
                </a:gridCol>
              </a:tblGrid>
              <a:tr h="309517">
                <a:tc>
                  <a:txBody>
                    <a:bodyPr/>
                    <a:lstStyle/>
                    <a:p>
                      <a:pPr algn="r"/>
                      <a:r>
                        <a:rPr lang="en-IN" sz="1600"/>
                        <a:t>Version</a:t>
                      </a:r>
                    </a:p>
                  </a:txBody>
                  <a:tcPr marL="67315" marR="67315" marT="33658" marB="3365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600"/>
                        <a:t>Release Year</a:t>
                      </a:r>
                    </a:p>
                  </a:txBody>
                  <a:tcPr marL="67315" marR="67315" marT="33658" marB="3365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600" dirty="0"/>
                        <a:t>Key Features</a:t>
                      </a:r>
                    </a:p>
                  </a:txBody>
                  <a:tcPr marL="67315" marR="67315" marT="33658" marB="33658" anchor="ctr"/>
                </a:tc>
                <a:extLst>
                  <a:ext uri="{0D108BD9-81ED-4DB2-BD59-A6C34878D82A}">
                    <a16:rowId xmlns:a16="http://schemas.microsoft.com/office/drawing/2014/main" val="1911887950"/>
                  </a:ext>
                </a:extLst>
              </a:tr>
              <a:tr h="508338">
                <a:tc>
                  <a:txBody>
                    <a:bodyPr/>
                    <a:lstStyle/>
                    <a:p>
                      <a:pPr algn="r"/>
                      <a:r>
                        <a:rPr lang="en-IN" sz="1600" b="1"/>
                        <a:t>1.0</a:t>
                      </a:r>
                      <a:endParaRPr lang="en-IN" sz="1600"/>
                    </a:p>
                  </a:txBody>
                  <a:tcPr marL="67315" marR="67315" marT="33658" marB="3365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600"/>
                        <a:t>1993</a:t>
                      </a:r>
                    </a:p>
                  </a:txBody>
                  <a:tcPr marL="67315" marR="67315" marT="33658" marB="3365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/>
                        <a:t>First release; simple procedural language</a:t>
                      </a:r>
                    </a:p>
                  </a:txBody>
                  <a:tcPr marL="67315" marR="67315" marT="33658" marB="33658" anchor="ctr"/>
                </a:tc>
                <a:extLst>
                  <a:ext uri="{0D108BD9-81ED-4DB2-BD59-A6C34878D82A}">
                    <a16:rowId xmlns:a16="http://schemas.microsoft.com/office/drawing/2014/main" val="2136244584"/>
                  </a:ext>
                </a:extLst>
              </a:tr>
              <a:tr h="508338">
                <a:tc>
                  <a:txBody>
                    <a:bodyPr/>
                    <a:lstStyle/>
                    <a:p>
                      <a:pPr algn="r"/>
                      <a:r>
                        <a:rPr lang="en-IN" sz="1600" b="1"/>
                        <a:t>2.1</a:t>
                      </a:r>
                      <a:endParaRPr lang="en-IN" sz="1600"/>
                    </a:p>
                  </a:txBody>
                  <a:tcPr marL="67315" marR="67315" marT="33658" marB="3365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600"/>
                        <a:t>1994</a:t>
                      </a:r>
                    </a:p>
                  </a:txBody>
                  <a:tcPr marL="67315" marR="67315" marT="33658" marB="3365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/>
                        <a:t>Added </a:t>
                      </a:r>
                      <a:r>
                        <a:rPr lang="en-US" sz="1600" b="1"/>
                        <a:t>real functions</a:t>
                      </a:r>
                      <a:r>
                        <a:rPr lang="en-US" sz="1600"/>
                        <a:t> and </a:t>
                      </a:r>
                      <a:r>
                        <a:rPr lang="en-US" sz="1600" b="1"/>
                        <a:t>tag methods</a:t>
                      </a:r>
                      <a:r>
                        <a:rPr lang="en-US" sz="1600"/>
                        <a:t> (early metatables)</a:t>
                      </a:r>
                    </a:p>
                  </a:txBody>
                  <a:tcPr marL="67315" marR="67315" marT="33658" marB="33658" anchor="ctr"/>
                </a:tc>
                <a:extLst>
                  <a:ext uri="{0D108BD9-81ED-4DB2-BD59-A6C34878D82A}">
                    <a16:rowId xmlns:a16="http://schemas.microsoft.com/office/drawing/2014/main" val="2453684482"/>
                  </a:ext>
                </a:extLst>
              </a:tr>
              <a:tr h="309517">
                <a:tc>
                  <a:txBody>
                    <a:bodyPr/>
                    <a:lstStyle/>
                    <a:p>
                      <a:pPr algn="r"/>
                      <a:r>
                        <a:rPr lang="en-IN" sz="1600" b="1"/>
                        <a:t>3.0</a:t>
                      </a:r>
                      <a:endParaRPr lang="en-IN" sz="1600"/>
                    </a:p>
                  </a:txBody>
                  <a:tcPr marL="67315" marR="67315" marT="33658" marB="3365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600"/>
                        <a:t>1997</a:t>
                      </a:r>
                    </a:p>
                  </a:txBody>
                  <a:tcPr marL="67315" marR="67315" marT="33658" marB="3365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600"/>
                        <a:t>Lexical scoping; improved tables</a:t>
                      </a:r>
                    </a:p>
                  </a:txBody>
                  <a:tcPr marL="67315" marR="67315" marT="33658" marB="33658" anchor="ctr"/>
                </a:tc>
                <a:extLst>
                  <a:ext uri="{0D108BD9-81ED-4DB2-BD59-A6C34878D82A}">
                    <a16:rowId xmlns:a16="http://schemas.microsoft.com/office/drawing/2014/main" val="1030463639"/>
                  </a:ext>
                </a:extLst>
              </a:tr>
              <a:tr h="508338">
                <a:tc>
                  <a:txBody>
                    <a:bodyPr/>
                    <a:lstStyle/>
                    <a:p>
                      <a:pPr algn="r"/>
                      <a:r>
                        <a:rPr lang="en-IN" sz="1600" b="1"/>
                        <a:t>4.0</a:t>
                      </a:r>
                      <a:endParaRPr lang="en-IN" sz="1600"/>
                    </a:p>
                  </a:txBody>
                  <a:tcPr marL="67315" marR="67315" marT="33658" marB="3365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600"/>
                        <a:t>2000</a:t>
                      </a:r>
                    </a:p>
                  </a:txBody>
                  <a:tcPr marL="67315" marR="67315" marT="33658" marB="3365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/>
                        <a:t>Better support for C API; </a:t>
                      </a:r>
                      <a:r>
                        <a:rPr lang="en-US" sz="1600" b="1"/>
                        <a:t>upvalues</a:t>
                      </a:r>
                      <a:r>
                        <a:rPr lang="en-US" sz="1600"/>
                        <a:t> introduced</a:t>
                      </a:r>
                    </a:p>
                  </a:txBody>
                  <a:tcPr marL="67315" marR="67315" marT="33658" marB="33658" anchor="ctr"/>
                </a:tc>
                <a:extLst>
                  <a:ext uri="{0D108BD9-81ED-4DB2-BD59-A6C34878D82A}">
                    <a16:rowId xmlns:a16="http://schemas.microsoft.com/office/drawing/2014/main" val="3986918339"/>
                  </a:ext>
                </a:extLst>
              </a:tr>
              <a:tr h="508338">
                <a:tc>
                  <a:txBody>
                    <a:bodyPr/>
                    <a:lstStyle/>
                    <a:p>
                      <a:pPr algn="r"/>
                      <a:r>
                        <a:rPr lang="en-IN" sz="1600" b="1"/>
                        <a:t>5.0</a:t>
                      </a:r>
                      <a:endParaRPr lang="en-IN" sz="1600"/>
                    </a:p>
                  </a:txBody>
                  <a:tcPr marL="67315" marR="67315" marT="33658" marB="3365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600"/>
                        <a:t>2003</a:t>
                      </a:r>
                    </a:p>
                  </a:txBody>
                  <a:tcPr marL="67315" marR="67315" marT="33658" marB="3365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600" b="1"/>
                        <a:t>Coroutines</a:t>
                      </a:r>
                      <a:r>
                        <a:rPr lang="en-IN" sz="1600"/>
                        <a:t>, </a:t>
                      </a:r>
                      <a:r>
                        <a:rPr lang="en-IN" sz="1600" b="1"/>
                        <a:t>closures</a:t>
                      </a:r>
                      <a:r>
                        <a:rPr lang="en-IN" sz="1600"/>
                        <a:t>, require(), improved GC</a:t>
                      </a:r>
                    </a:p>
                  </a:txBody>
                  <a:tcPr marL="67315" marR="67315" marT="33658" marB="33658" anchor="ctr"/>
                </a:tc>
                <a:extLst>
                  <a:ext uri="{0D108BD9-81ED-4DB2-BD59-A6C34878D82A}">
                    <a16:rowId xmlns:a16="http://schemas.microsoft.com/office/drawing/2014/main" val="337604923"/>
                  </a:ext>
                </a:extLst>
              </a:tr>
              <a:tr h="508338">
                <a:tc>
                  <a:txBody>
                    <a:bodyPr/>
                    <a:lstStyle/>
                    <a:p>
                      <a:pPr algn="r"/>
                      <a:r>
                        <a:rPr lang="en-IN" sz="1600" b="1"/>
                        <a:t>5.1</a:t>
                      </a:r>
                      <a:endParaRPr lang="en-IN" sz="1600"/>
                    </a:p>
                  </a:txBody>
                  <a:tcPr marL="67315" marR="67315" marT="33658" marB="3365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600"/>
                        <a:t>2006</a:t>
                      </a:r>
                    </a:p>
                  </a:txBody>
                  <a:tcPr marL="67315" marR="67315" marT="33658" marB="3365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600" b="1"/>
                        <a:t>Module system</a:t>
                      </a:r>
                      <a:r>
                        <a:rPr lang="en-IN" sz="1600"/>
                        <a:t>, package, **setfenv/getfenv`, new VM</a:t>
                      </a:r>
                    </a:p>
                  </a:txBody>
                  <a:tcPr marL="67315" marR="67315" marT="33658" marB="33658" anchor="ctr"/>
                </a:tc>
                <a:extLst>
                  <a:ext uri="{0D108BD9-81ED-4DB2-BD59-A6C34878D82A}">
                    <a16:rowId xmlns:a16="http://schemas.microsoft.com/office/drawing/2014/main" val="921127720"/>
                  </a:ext>
                </a:extLst>
              </a:tr>
              <a:tr h="508338">
                <a:tc>
                  <a:txBody>
                    <a:bodyPr/>
                    <a:lstStyle/>
                    <a:p>
                      <a:pPr algn="r"/>
                      <a:r>
                        <a:rPr lang="en-IN" sz="1600" b="1"/>
                        <a:t>5.2</a:t>
                      </a:r>
                      <a:endParaRPr lang="en-IN" sz="1600"/>
                    </a:p>
                  </a:txBody>
                  <a:tcPr marL="67315" marR="67315" marT="33658" marB="3365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600"/>
                        <a:t>2011</a:t>
                      </a:r>
                    </a:p>
                  </a:txBody>
                  <a:tcPr marL="67315" marR="67315" marT="33658" marB="3365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600" b="1"/>
                        <a:t>_ENV</a:t>
                      </a:r>
                      <a:r>
                        <a:rPr lang="en-IN" sz="1600"/>
                        <a:t> (lexical environments), </a:t>
                      </a:r>
                      <a:r>
                        <a:rPr lang="en-IN" sz="1600" b="1"/>
                        <a:t>goto</a:t>
                      </a:r>
                      <a:r>
                        <a:rPr lang="en-IN" sz="1600"/>
                        <a:t>, bit32, better xpcall</a:t>
                      </a:r>
                    </a:p>
                  </a:txBody>
                  <a:tcPr marL="67315" marR="67315" marT="33658" marB="33658" anchor="ctr"/>
                </a:tc>
                <a:extLst>
                  <a:ext uri="{0D108BD9-81ED-4DB2-BD59-A6C34878D82A}">
                    <a16:rowId xmlns:a16="http://schemas.microsoft.com/office/drawing/2014/main" val="57826915"/>
                  </a:ext>
                </a:extLst>
              </a:tr>
              <a:tr h="508338">
                <a:tc>
                  <a:txBody>
                    <a:bodyPr/>
                    <a:lstStyle/>
                    <a:p>
                      <a:pPr algn="r"/>
                      <a:r>
                        <a:rPr lang="en-IN" sz="1600" b="1"/>
                        <a:t>5.3</a:t>
                      </a:r>
                      <a:endParaRPr lang="en-IN" sz="1600"/>
                    </a:p>
                  </a:txBody>
                  <a:tcPr marL="67315" marR="67315" marT="33658" marB="3365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600"/>
                        <a:t>2015</a:t>
                      </a:r>
                    </a:p>
                  </a:txBody>
                  <a:tcPr marL="67315" marR="67315" marT="33658" marB="3365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/>
                        <a:t>Integers</a:t>
                      </a:r>
                      <a:r>
                        <a:rPr lang="en-US" sz="1600"/>
                        <a:t>, bitwise operators, utf8 lib, math.type()</a:t>
                      </a:r>
                    </a:p>
                  </a:txBody>
                  <a:tcPr marL="67315" marR="67315" marT="33658" marB="33658" anchor="ctr"/>
                </a:tc>
                <a:extLst>
                  <a:ext uri="{0D108BD9-81ED-4DB2-BD59-A6C34878D82A}">
                    <a16:rowId xmlns:a16="http://schemas.microsoft.com/office/drawing/2014/main" val="829273210"/>
                  </a:ext>
                </a:extLst>
              </a:tr>
              <a:tr h="508338">
                <a:tc>
                  <a:txBody>
                    <a:bodyPr/>
                    <a:lstStyle/>
                    <a:p>
                      <a:pPr algn="r"/>
                      <a:r>
                        <a:rPr lang="en-IN" sz="1600" b="1"/>
                        <a:t>5.4</a:t>
                      </a:r>
                      <a:endParaRPr lang="en-IN" sz="1600"/>
                    </a:p>
                  </a:txBody>
                  <a:tcPr marL="67315" marR="67315" marT="33658" marB="3365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600"/>
                        <a:t>2020</a:t>
                      </a:r>
                    </a:p>
                  </a:txBody>
                  <a:tcPr marL="67315" marR="67315" marT="33658" marB="3365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/>
                        <a:t>To-be-closed variables</a:t>
                      </a:r>
                      <a:r>
                        <a:rPr lang="en-US" sz="1600" dirty="0"/>
                        <a:t>, </a:t>
                      </a:r>
                      <a:r>
                        <a:rPr lang="en-US" sz="1600" b="1" dirty="0"/>
                        <a:t>const</a:t>
                      </a:r>
                      <a:r>
                        <a:rPr lang="en-US" sz="1600" dirty="0"/>
                        <a:t>, </a:t>
                      </a:r>
                      <a:r>
                        <a:rPr lang="en-US" sz="1600" b="1" dirty="0"/>
                        <a:t>generational GC</a:t>
                      </a:r>
                      <a:r>
                        <a:rPr lang="en-US" sz="1600" dirty="0"/>
                        <a:t>, warning system</a:t>
                      </a:r>
                    </a:p>
                  </a:txBody>
                  <a:tcPr marL="67315" marR="67315" marT="33658" marB="33658" anchor="ctr"/>
                </a:tc>
                <a:extLst>
                  <a:ext uri="{0D108BD9-81ED-4DB2-BD59-A6C34878D82A}">
                    <a16:rowId xmlns:a16="http://schemas.microsoft.com/office/drawing/2014/main" val="3917847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3635781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A9E74-1D37-AF8B-1091-B76B94F25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035" y="170122"/>
            <a:ext cx="8205261" cy="785553"/>
          </a:xfrm>
        </p:spPr>
        <p:txBody>
          <a:bodyPr anchor="b">
            <a:normAutofit/>
          </a:bodyPr>
          <a:lstStyle/>
          <a:p>
            <a:r>
              <a:rPr lang="en-IN" dirty="0"/>
              <a:t>Summary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1E19A28-443B-A697-8A37-93F6A693AF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938398"/>
              </p:ext>
            </p:extLst>
          </p:nvPr>
        </p:nvGraphicFramePr>
        <p:xfrm>
          <a:off x="571130" y="1580484"/>
          <a:ext cx="8000154" cy="4425696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1997710">
                  <a:extLst>
                    <a:ext uri="{9D8B030D-6E8A-4147-A177-3AD203B41FA5}">
                      <a16:colId xmlns:a16="http://schemas.microsoft.com/office/drawing/2014/main" val="4226175351"/>
                    </a:ext>
                  </a:extLst>
                </a:gridCol>
                <a:gridCol w="6002444">
                  <a:extLst>
                    <a:ext uri="{9D8B030D-6E8A-4147-A177-3AD203B41FA5}">
                      <a16:colId xmlns:a16="http://schemas.microsoft.com/office/drawing/2014/main" val="1002674194"/>
                    </a:ext>
                  </a:extLst>
                </a:gridCol>
              </a:tblGrid>
              <a:tr h="737616">
                <a:tc>
                  <a:txBody>
                    <a:bodyPr/>
                    <a:lstStyle/>
                    <a:p>
                      <a:r>
                        <a:rPr lang="en-IN" sz="2800"/>
                        <a:t>Version</a:t>
                      </a:r>
                    </a:p>
                  </a:txBody>
                  <a:tcPr marL="167640" marR="167640" marT="83820" marB="83820" anchor="ctr"/>
                </a:tc>
                <a:tc>
                  <a:txBody>
                    <a:bodyPr/>
                    <a:lstStyle/>
                    <a:p>
                      <a:r>
                        <a:rPr lang="en-IN" sz="2800"/>
                        <a:t>Most Known For</a:t>
                      </a:r>
                    </a:p>
                  </a:txBody>
                  <a:tcPr marL="167640" marR="167640" marT="83820" marB="83820" anchor="ctr"/>
                </a:tc>
                <a:extLst>
                  <a:ext uri="{0D108BD9-81ED-4DB2-BD59-A6C34878D82A}">
                    <a16:rowId xmlns:a16="http://schemas.microsoft.com/office/drawing/2014/main" val="2919360264"/>
                  </a:ext>
                </a:extLst>
              </a:tr>
              <a:tr h="737616">
                <a:tc>
                  <a:txBody>
                    <a:bodyPr/>
                    <a:lstStyle/>
                    <a:p>
                      <a:r>
                        <a:rPr lang="en-IN" sz="2800"/>
                        <a:t>5.0</a:t>
                      </a:r>
                    </a:p>
                  </a:txBody>
                  <a:tcPr marL="167640" marR="167640" marT="83820" marB="83820" anchor="ctr"/>
                </a:tc>
                <a:tc>
                  <a:txBody>
                    <a:bodyPr/>
                    <a:lstStyle/>
                    <a:p>
                      <a:r>
                        <a:rPr lang="en-IN" sz="2800"/>
                        <a:t>Coroutines, closures</a:t>
                      </a:r>
                    </a:p>
                  </a:txBody>
                  <a:tcPr marL="167640" marR="167640" marT="83820" marB="83820" anchor="ctr"/>
                </a:tc>
                <a:extLst>
                  <a:ext uri="{0D108BD9-81ED-4DB2-BD59-A6C34878D82A}">
                    <a16:rowId xmlns:a16="http://schemas.microsoft.com/office/drawing/2014/main" val="1473332716"/>
                  </a:ext>
                </a:extLst>
              </a:tr>
              <a:tr h="737616">
                <a:tc>
                  <a:txBody>
                    <a:bodyPr/>
                    <a:lstStyle/>
                    <a:p>
                      <a:r>
                        <a:rPr lang="en-IN" sz="2800"/>
                        <a:t>5.1</a:t>
                      </a:r>
                    </a:p>
                  </a:txBody>
                  <a:tcPr marL="167640" marR="167640" marT="83820" marB="83820" anchor="ctr"/>
                </a:tc>
                <a:tc>
                  <a:txBody>
                    <a:bodyPr/>
                    <a:lstStyle/>
                    <a:p>
                      <a:r>
                        <a:rPr lang="en-IN" sz="2800"/>
                        <a:t>Widely adopted, LuaJIT base</a:t>
                      </a:r>
                    </a:p>
                  </a:txBody>
                  <a:tcPr marL="167640" marR="167640" marT="83820" marB="83820" anchor="ctr"/>
                </a:tc>
                <a:extLst>
                  <a:ext uri="{0D108BD9-81ED-4DB2-BD59-A6C34878D82A}">
                    <a16:rowId xmlns:a16="http://schemas.microsoft.com/office/drawing/2014/main" val="339729247"/>
                  </a:ext>
                </a:extLst>
              </a:tr>
              <a:tr h="737616">
                <a:tc>
                  <a:txBody>
                    <a:bodyPr/>
                    <a:lstStyle/>
                    <a:p>
                      <a:r>
                        <a:rPr lang="en-IN" sz="2800"/>
                        <a:t>5.2</a:t>
                      </a:r>
                    </a:p>
                  </a:txBody>
                  <a:tcPr marL="167640" marR="167640" marT="83820" marB="83820" anchor="ctr"/>
                </a:tc>
                <a:tc>
                  <a:txBody>
                    <a:bodyPr/>
                    <a:lstStyle/>
                    <a:p>
                      <a:r>
                        <a:rPr lang="en-IN" sz="2800"/>
                        <a:t>_ENV, goto, bitwise ops</a:t>
                      </a:r>
                    </a:p>
                  </a:txBody>
                  <a:tcPr marL="167640" marR="167640" marT="83820" marB="83820" anchor="ctr"/>
                </a:tc>
                <a:extLst>
                  <a:ext uri="{0D108BD9-81ED-4DB2-BD59-A6C34878D82A}">
                    <a16:rowId xmlns:a16="http://schemas.microsoft.com/office/drawing/2014/main" val="3189721132"/>
                  </a:ext>
                </a:extLst>
              </a:tr>
              <a:tr h="737616">
                <a:tc>
                  <a:txBody>
                    <a:bodyPr/>
                    <a:lstStyle/>
                    <a:p>
                      <a:r>
                        <a:rPr lang="en-IN" sz="2800"/>
                        <a:t>5.3</a:t>
                      </a:r>
                    </a:p>
                  </a:txBody>
                  <a:tcPr marL="167640" marR="167640" marT="83820" marB="83820" anchor="ctr"/>
                </a:tc>
                <a:tc>
                  <a:txBody>
                    <a:bodyPr/>
                    <a:lstStyle/>
                    <a:p>
                      <a:r>
                        <a:rPr lang="en-IN" sz="2800"/>
                        <a:t>Integers, UTF-8 support</a:t>
                      </a:r>
                    </a:p>
                  </a:txBody>
                  <a:tcPr marL="167640" marR="167640" marT="83820" marB="83820" anchor="ctr"/>
                </a:tc>
                <a:extLst>
                  <a:ext uri="{0D108BD9-81ED-4DB2-BD59-A6C34878D82A}">
                    <a16:rowId xmlns:a16="http://schemas.microsoft.com/office/drawing/2014/main" val="3324790960"/>
                  </a:ext>
                </a:extLst>
              </a:tr>
              <a:tr h="737616">
                <a:tc>
                  <a:txBody>
                    <a:bodyPr/>
                    <a:lstStyle/>
                    <a:p>
                      <a:r>
                        <a:rPr lang="en-IN" sz="2800"/>
                        <a:t>5.4</a:t>
                      </a:r>
                    </a:p>
                  </a:txBody>
                  <a:tcPr marL="167640" marR="167640" marT="83820" marB="83820" anchor="ctr"/>
                </a:tc>
                <a:tc>
                  <a:txBody>
                    <a:bodyPr/>
                    <a:lstStyle/>
                    <a:p>
                      <a:r>
                        <a:rPr lang="en-IN" sz="2800" dirty="0" err="1"/>
                        <a:t>Const</a:t>
                      </a:r>
                      <a:r>
                        <a:rPr lang="en-IN" sz="2800" dirty="0"/>
                        <a:t>, close vars, </a:t>
                      </a:r>
                      <a:r>
                        <a:rPr lang="en-IN" sz="2800" dirty="0" err="1"/>
                        <a:t>GenGC</a:t>
                      </a:r>
                      <a:endParaRPr lang="en-IN" sz="2800" dirty="0"/>
                    </a:p>
                  </a:txBody>
                  <a:tcPr marL="167640" marR="167640" marT="83820" marB="83820" anchor="ctr"/>
                </a:tc>
                <a:extLst>
                  <a:ext uri="{0D108BD9-81ED-4DB2-BD59-A6C34878D82A}">
                    <a16:rowId xmlns:a16="http://schemas.microsoft.com/office/drawing/2014/main" val="19428083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0442177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6E71B4-9A17-1DFF-2C20-3DD793912FD4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57201" y="1381125"/>
            <a:ext cx="8228012" cy="523875"/>
          </a:xfrm>
        </p:spPr>
        <p:txBody>
          <a:bodyPr/>
          <a:lstStyle/>
          <a:p>
            <a:r>
              <a:rPr lang="en-US" dirty="0"/>
              <a:t>Navigate to the</a:t>
            </a:r>
            <a:r>
              <a:rPr lang="en-US" dirty="0">
                <a:hlinkClick r:id="rId2"/>
              </a:rPr>
              <a:t> </a:t>
            </a:r>
            <a:r>
              <a:rPr lang="en-US" dirty="0"/>
              <a:t>Lua.org download page.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7E776A3-D68B-BDB6-0291-1133AD0C7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dirty="0"/>
              <a:t>Installing Lua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C6B6CC2-9634-75FB-0B72-7740A4E076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836" y="1905000"/>
            <a:ext cx="7903564" cy="441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049894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941EC2-BAAE-81E4-9462-5F3200B16A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FB1A73-CB77-FDAC-C455-896339678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dirty="0"/>
              <a:t>Installing Lua</a:t>
            </a: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30D8DF4-FDF5-481C-E816-CC8BAEB9612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379"/>
          <a:stretch>
            <a:fillRect/>
          </a:stretch>
        </p:blipFill>
        <p:spPr>
          <a:xfrm>
            <a:off x="649617" y="1600200"/>
            <a:ext cx="7844765" cy="4105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6172281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599B6F-14C3-8326-9853-0FDF3D517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4657DB2-F057-BFA7-0426-265E8F8B3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dirty="0"/>
              <a:t>Installing Lua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092428B-1072-AC4B-FF82-BEC2124D04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035" y="1295400"/>
            <a:ext cx="8493758" cy="5161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9804097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638A35-1BED-6AD1-FD72-9F8029190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9118C56-4CF5-FC55-4424-FC047DACC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dirty="0"/>
              <a:t>Installing Lua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2F12F45-5A29-FE40-8B51-0927A19DAB3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300" t="7333" r="26867" b="12666"/>
          <a:stretch>
            <a:fillRect/>
          </a:stretch>
        </p:blipFill>
        <p:spPr>
          <a:xfrm>
            <a:off x="1752600" y="1371600"/>
            <a:ext cx="4724400" cy="515389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6245DBD0-A869-CD5E-254B-687CB5288047}"/>
                  </a:ext>
                </a:extLst>
              </p14:cNvPr>
              <p14:cNvContentPartPr/>
              <p14:nvPr/>
            </p14:nvContentPartPr>
            <p14:xfrm>
              <a:off x="1394564" y="4302682"/>
              <a:ext cx="300240" cy="65124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6245DBD0-A869-CD5E-254B-687CB528804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88444" y="4296562"/>
                <a:ext cx="312480" cy="66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43D8C5CB-D754-BA25-45C2-A7FE60D6D58D}"/>
                  </a:ext>
                </a:extLst>
              </p14:cNvPr>
              <p14:cNvContentPartPr/>
              <p14:nvPr/>
            </p14:nvContentPartPr>
            <p14:xfrm>
              <a:off x="6388124" y="4263442"/>
              <a:ext cx="278640" cy="675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43D8C5CB-D754-BA25-45C2-A7FE60D6D58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382004" y="4257322"/>
                <a:ext cx="290880" cy="687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38132890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911629-2841-964E-D23E-B3022935E9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4D5D4F0-B647-EC28-AAAE-A81F4BB44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dirty="0"/>
              <a:t>Installing Lua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DE50DA-B5C1-50C1-44D5-6646AD247D4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834" t="10000" r="30833" b="19333"/>
          <a:stretch>
            <a:fillRect/>
          </a:stretch>
        </p:blipFill>
        <p:spPr>
          <a:xfrm>
            <a:off x="1905000" y="1244548"/>
            <a:ext cx="4724400" cy="544333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43803A8E-CD0B-9827-ED5B-3A61193180F8}"/>
                  </a:ext>
                </a:extLst>
              </p14:cNvPr>
              <p14:cNvContentPartPr/>
              <p14:nvPr/>
            </p14:nvContentPartPr>
            <p14:xfrm>
              <a:off x="4838684" y="5438842"/>
              <a:ext cx="689400" cy="90648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43803A8E-CD0B-9827-ED5B-3A61193180F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832564" y="5432722"/>
                <a:ext cx="701640" cy="918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95996801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6C3835-CCC9-BBD9-3771-BAB96DC2C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006C448-7C0A-0C4F-9A3B-4A4FB9041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dirty="0"/>
              <a:t>Installing Lua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B5185F-6D04-6994-919B-30BF3DBC3DD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00" t="3333" r="51667" b="60667"/>
          <a:stretch>
            <a:fillRect/>
          </a:stretch>
        </p:blipFill>
        <p:spPr>
          <a:xfrm>
            <a:off x="990600" y="1828800"/>
            <a:ext cx="69850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4393412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5A95BC2-2E8A-BEE4-18E2-9C5AA3FBA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VS Code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FA67DC-6C99-7407-5D56-FAF0A175BB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079" y="1371600"/>
            <a:ext cx="7868748" cy="5039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6859743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0D1D809-75D9-C93B-A935-4B0DBA8E1500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In Lua, a chunk is the fundamental unit of execution — a </a:t>
            </a:r>
            <a:r>
              <a:rPr lang="en-US" dirty="0" err="1"/>
              <a:t>compilable</a:t>
            </a:r>
            <a:r>
              <a:rPr lang="en-US" dirty="0"/>
              <a:t> and executable block of code. </a:t>
            </a:r>
          </a:p>
          <a:p>
            <a:r>
              <a:rPr lang="en-US" dirty="0"/>
              <a:t>Internally, a chunk is compiled into a function prototype (Proto) which is managed by the Lua virtual machine (VM). </a:t>
            </a:r>
          </a:p>
          <a:p>
            <a:r>
              <a:rPr lang="en-US" dirty="0"/>
              <a:t>This allows Lua to treat chunks as first-class functions.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7592CCF-B735-BBAB-34E4-8667FBC17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0" rIns="0" bIns="0" rtlCol="0" anchor="b" anchorCtr="0">
            <a:normAutofit/>
          </a:bodyPr>
          <a:lstStyle/>
          <a:p>
            <a:r>
              <a:rPr lang="en-US" dirty="0"/>
              <a:t>1. What Is a Chunk?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4352303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CA6F14-00AC-8E92-D865-D18B2C6385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1E5466-5747-C33E-634A-B9EF91B56FE2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In Lua, a chunk is the unit of execution — essentially, any piece of Lua code that can be executed. </a:t>
            </a:r>
          </a:p>
          <a:p>
            <a:r>
              <a:rPr lang="en-US" dirty="0"/>
              <a:t>This includes:</a:t>
            </a:r>
          </a:p>
          <a:p>
            <a:r>
              <a:rPr lang="en-US" dirty="0"/>
              <a:t>A file loaded via </a:t>
            </a:r>
            <a:r>
              <a:rPr lang="en-US" dirty="0" err="1"/>
              <a:t>dofile</a:t>
            </a:r>
            <a:r>
              <a:rPr lang="en-US" dirty="0"/>
              <a:t>, </a:t>
            </a:r>
            <a:r>
              <a:rPr lang="en-US" dirty="0" err="1"/>
              <a:t>loadfile</a:t>
            </a:r>
            <a:r>
              <a:rPr lang="en-US" dirty="0"/>
              <a:t>, or require</a:t>
            </a:r>
          </a:p>
          <a:p>
            <a:r>
              <a:rPr lang="en-US" dirty="0"/>
              <a:t>A string loaded via load, </a:t>
            </a:r>
            <a:r>
              <a:rPr lang="en-US" dirty="0" err="1"/>
              <a:t>loadstring</a:t>
            </a:r>
            <a:r>
              <a:rPr lang="en-US" dirty="0"/>
              <a:t>, or </a:t>
            </a:r>
            <a:r>
              <a:rPr lang="en-US" dirty="0" err="1"/>
              <a:t>luaL_loadstring</a:t>
            </a:r>
            <a:r>
              <a:rPr lang="en-US" dirty="0"/>
              <a:t> (in C)</a:t>
            </a:r>
          </a:p>
          <a:p>
            <a:r>
              <a:rPr lang="en-US" dirty="0"/>
              <a:t>Inline code passed to the interpreter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833A97E-51C6-264A-6663-BEA23F370B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0" rIns="0" bIns="0" rtlCol="0" anchor="b" anchorCtr="0">
            <a:normAutofit/>
          </a:bodyPr>
          <a:lstStyle/>
          <a:p>
            <a:r>
              <a:rPr lang="en-US" dirty="0"/>
              <a:t>1. What Is a Chunk?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76166066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164FE9-8882-A03A-DA07-58E2B2D71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BBAA6105-374C-9E2D-D064-7C239201C0C6}"/>
              </a:ext>
            </a:extLst>
          </p:cNvPr>
          <p:cNvSpPr>
            <a:spLocks noGrp="1" noChangeArrowheads="1"/>
          </p:cNvSpPr>
          <p:nvPr>
            <p:ph sz="quarter" idx="12"/>
          </p:nvPr>
        </p:nvSpPr>
        <p:spPr bwMode="auto">
          <a:xfrm>
            <a:off x="457201" y="1381125"/>
            <a:ext cx="4025899" cy="4824414"/>
          </a:xfrm>
        </p:spPr>
        <p:txBody>
          <a:bodyPr vert="horz" lIns="0" tIns="0" rIns="0" bIns="0" rtlCol="0">
            <a:normAutofit/>
          </a:bodyPr>
          <a:lstStyle/>
          <a:p>
            <a:r>
              <a:rPr lang="en-CA" altLang="en-US" sz="2600" dirty="0"/>
              <a:t>A chunk can be:</a:t>
            </a:r>
          </a:p>
          <a:p>
            <a:pPr lvl="1"/>
            <a:r>
              <a:rPr lang="en-CA" altLang="en-US" sz="2400" dirty="0"/>
              <a:t>A Lua file (e.g., </a:t>
            </a:r>
            <a:r>
              <a:rPr lang="en-CA" altLang="en-US" sz="2400" dirty="0" err="1"/>
              <a:t>myscript.lua</a:t>
            </a:r>
            <a:r>
              <a:rPr lang="en-CA" altLang="en-US" sz="2400" dirty="0"/>
              <a:t>)</a:t>
            </a:r>
          </a:p>
          <a:p>
            <a:pPr lvl="1"/>
            <a:r>
              <a:rPr lang="en-CA" altLang="en-US" sz="2400" dirty="0"/>
              <a:t>A string of Lua code (e.g., from load() or </a:t>
            </a:r>
            <a:r>
              <a:rPr lang="en-CA" altLang="en-US" sz="2400" dirty="0" err="1"/>
              <a:t>loadstring</a:t>
            </a:r>
            <a:r>
              <a:rPr lang="en-CA" altLang="en-US" sz="2400" dirty="0"/>
              <a:t>() in older versions)</a:t>
            </a:r>
          </a:p>
          <a:p>
            <a:pPr lvl="1"/>
            <a:r>
              <a:rPr lang="en-CA" altLang="en-US" sz="2400" dirty="0"/>
              <a:t>A bytecode block (precompiled with </a:t>
            </a:r>
            <a:r>
              <a:rPr lang="en-CA" altLang="en-US" sz="2400" dirty="0" err="1"/>
              <a:t>luac</a:t>
            </a:r>
            <a:r>
              <a:rPr lang="en-CA" altLang="en-US" sz="2400" dirty="0"/>
              <a:t>)</a:t>
            </a:r>
          </a:p>
          <a:p>
            <a:endParaRPr lang="en-CA" altLang="en-US" sz="26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F3903C3-D0D6-9024-FAAB-239E78877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035" y="170122"/>
            <a:ext cx="8205261" cy="785553"/>
          </a:xfrm>
        </p:spPr>
        <p:txBody>
          <a:bodyPr vert="horz" lIns="0" tIns="0" rIns="0" bIns="0" rtlCol="0" anchor="b" anchorCtr="0">
            <a:normAutofit/>
          </a:bodyPr>
          <a:lstStyle/>
          <a:p>
            <a:r>
              <a:rPr lang="en-US" dirty="0"/>
              <a:t>1. What Is a Chunk?</a:t>
            </a:r>
            <a:endParaRPr lang="en-IN" dirty="0"/>
          </a:p>
        </p:txBody>
      </p:sp>
      <p:graphicFrame>
        <p:nvGraphicFramePr>
          <p:cNvPr id="11" name="TextBox 8">
            <a:extLst>
              <a:ext uri="{FF2B5EF4-FFF2-40B4-BE49-F238E27FC236}">
                <a16:creationId xmlns:a16="http://schemas.microsoft.com/office/drawing/2014/main" id="{C5CF612A-6282-79BA-54D9-B22FC50C2221}"/>
              </a:ext>
            </a:extLst>
          </p:cNvPr>
          <p:cNvGraphicFramePr/>
          <p:nvPr/>
        </p:nvGraphicFramePr>
        <p:xfrm>
          <a:off x="4659314" y="1381125"/>
          <a:ext cx="4025899" cy="48244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87255418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E4D608-ACAB-08FF-F5E2-A0860898FE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9EBA2B-CF3D-891C-C176-209A14951A2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57201" y="1381125"/>
            <a:ext cx="8228012" cy="5037138"/>
          </a:xfrm>
        </p:spPr>
        <p:txBody>
          <a:bodyPr>
            <a:normAutofit/>
          </a:bodyPr>
          <a:lstStyle/>
          <a:p>
            <a:r>
              <a:rPr lang="en-US" dirty="0"/>
              <a:t>When executed, a chunk behaves like an </a:t>
            </a:r>
            <a:r>
              <a:rPr lang="en-US" b="1" dirty="0"/>
              <a:t>anonymous function</a:t>
            </a:r>
            <a:r>
              <a:rPr lang="en-US" dirty="0"/>
              <a:t>:</a:t>
            </a:r>
          </a:p>
          <a:p>
            <a:pPr lvl="1"/>
            <a:r>
              <a:rPr lang="en-US" sz="2600" dirty="0">
                <a:solidFill>
                  <a:schemeClr val="tx1"/>
                </a:solidFill>
              </a:rPr>
              <a:t>It can contain statements and expressions.</a:t>
            </a:r>
          </a:p>
          <a:p>
            <a:pPr lvl="1"/>
            <a:r>
              <a:rPr lang="en-US" sz="2600" dirty="0">
                <a:solidFill>
                  <a:schemeClr val="tx1"/>
                </a:solidFill>
              </a:rPr>
              <a:t>It can return values.</a:t>
            </a:r>
          </a:p>
          <a:p>
            <a:pPr lvl="1"/>
            <a:r>
              <a:rPr lang="en-US" sz="2600" dirty="0">
                <a:solidFill>
                  <a:schemeClr val="tx1"/>
                </a:solidFill>
              </a:rPr>
              <a:t>It can define local/global variables, functions, etc.</a:t>
            </a:r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95334B3-5DAB-28FC-25E9-7330B08688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035" y="170122"/>
            <a:ext cx="8205261" cy="785553"/>
          </a:xfrm>
        </p:spPr>
        <p:txBody>
          <a:bodyPr vert="horz" lIns="0" tIns="0" rIns="0" bIns="0" rtlCol="0" anchor="b" anchorCtr="0">
            <a:normAutofit/>
          </a:bodyPr>
          <a:lstStyle/>
          <a:p>
            <a:r>
              <a:rPr lang="en-US" dirty="0"/>
              <a:t>1. What Is a Chunk?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05408149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AE8386F-B028-92AC-A089-BCC56E371462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b="1" dirty="0"/>
              <a:t>1. Definition</a:t>
            </a:r>
          </a:p>
          <a:p>
            <a:r>
              <a:rPr lang="en-US" dirty="0"/>
              <a:t>A chunk is:</a:t>
            </a:r>
          </a:p>
          <a:p>
            <a:pPr lvl="1"/>
            <a:r>
              <a:rPr lang="en-US" dirty="0"/>
              <a:t>A file or string of Lua code</a:t>
            </a:r>
          </a:p>
          <a:p>
            <a:pPr lvl="1"/>
            <a:r>
              <a:rPr lang="en-US" dirty="0"/>
              <a:t>Parsed by the Lua compiler</a:t>
            </a:r>
          </a:p>
          <a:p>
            <a:pPr lvl="1"/>
            <a:r>
              <a:rPr lang="en-US" dirty="0"/>
              <a:t>Translated into </a:t>
            </a:r>
            <a:r>
              <a:rPr lang="en-US" b="1" dirty="0"/>
              <a:t>bytecode</a:t>
            </a:r>
            <a:r>
              <a:rPr lang="en-US" dirty="0"/>
              <a:t> (for the Lua VM)</a:t>
            </a:r>
          </a:p>
          <a:p>
            <a:pPr lvl="1"/>
            <a:r>
              <a:rPr lang="en-US" dirty="0"/>
              <a:t>Executed as a </a:t>
            </a:r>
            <a:r>
              <a:rPr lang="en-US" b="1" dirty="0"/>
              <a:t>Lua closure</a:t>
            </a:r>
            <a:endParaRPr lang="en-US" dirty="0"/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6456B25-B192-008E-52C9-ED6936367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Internals of a Lua Chunk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4855408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D975FA-36BD-CDC2-803C-7161331E1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FB2C7A6-B966-E269-4F72-26DDAD2ABA1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57201" y="1381124"/>
            <a:ext cx="8228012" cy="5172075"/>
          </a:xfrm>
        </p:spPr>
        <p:txBody>
          <a:bodyPr/>
          <a:lstStyle/>
          <a:p>
            <a:r>
              <a:rPr lang="en-IN" dirty="0"/>
              <a:t>2. </a:t>
            </a:r>
            <a:r>
              <a:rPr lang="en-IN" b="1" dirty="0"/>
              <a:t>Compilation Steps</a:t>
            </a:r>
          </a:p>
          <a:p>
            <a:r>
              <a:rPr lang="en-IN" dirty="0"/>
              <a:t>load("print('hello')")</a:t>
            </a:r>
          </a:p>
          <a:p>
            <a:r>
              <a:rPr lang="en-IN" dirty="0"/>
              <a:t>Internally, this performs:</a:t>
            </a:r>
          </a:p>
          <a:p>
            <a:r>
              <a:rPr lang="en-IN" dirty="0"/>
              <a:t>Lexical analysis → Tokenizes the code</a:t>
            </a:r>
          </a:p>
          <a:p>
            <a:r>
              <a:rPr lang="en-IN" dirty="0"/>
              <a:t>Parsing → Builds an abstract syntax tree (AST)</a:t>
            </a:r>
          </a:p>
          <a:p>
            <a:r>
              <a:rPr lang="en-IN" dirty="0"/>
              <a:t>Code generation → Compiles to a Proto (prototype object)</a:t>
            </a:r>
          </a:p>
          <a:p>
            <a:r>
              <a:rPr lang="en-IN" dirty="0"/>
              <a:t>Closure creation → A C closure wraps the prototype for execution</a:t>
            </a:r>
            <a:r>
              <a:rPr lang="en-US" dirty="0"/>
              <a:t>luaL_loadstring(L, "print('hi')");</a:t>
            </a:r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F45F006-9B92-AF5C-A542-056797709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Internals of a Lua Chunk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55992559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A7279-0AF5-20C4-BD57-EDFC383BB2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356E375-7080-C396-30C0-4715A36E174A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57201" y="1381124"/>
            <a:ext cx="8228012" cy="5172075"/>
          </a:xfrm>
        </p:spPr>
        <p:txBody>
          <a:bodyPr/>
          <a:lstStyle/>
          <a:p>
            <a:r>
              <a:rPr lang="en-IN" dirty="0"/>
              <a:t>2. </a:t>
            </a:r>
            <a:r>
              <a:rPr lang="en-IN" b="1" dirty="0"/>
              <a:t>Compilation Steps</a:t>
            </a:r>
          </a:p>
          <a:p>
            <a:r>
              <a:rPr lang="en-US" b="1" dirty="0"/>
              <a:t>luaL_loadstring(L, "print('hi')");</a:t>
            </a:r>
            <a:endParaRPr lang="en-IN" b="1" dirty="0"/>
          </a:p>
          <a:p>
            <a:r>
              <a:rPr lang="en-US" dirty="0"/>
              <a:t>This pushes a Lua function (closure) on top of the stack, compiled from a hidden internal Proto struct.</a:t>
            </a:r>
            <a:endParaRPr lang="en-IN" dirty="0"/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F98EFD5-B254-A314-E46E-6C9A0F4AD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Internals of a Lua Chunk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63009007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BC8F62E-B905-61FF-67BD-FB4F2663AE27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A chunk is treated like:</a:t>
            </a:r>
          </a:p>
          <a:p>
            <a:r>
              <a:rPr lang="en-US" dirty="0"/>
              <a:t>function(...)</a:t>
            </a:r>
          </a:p>
          <a:p>
            <a:r>
              <a:rPr lang="en-US" dirty="0"/>
              <a:t>    -- chunk code here</a:t>
            </a:r>
          </a:p>
          <a:p>
            <a:r>
              <a:rPr lang="en-US" dirty="0"/>
              <a:t>end</a:t>
            </a:r>
          </a:p>
          <a:p>
            <a:r>
              <a:rPr lang="en-US" dirty="0"/>
              <a:t>That’s why you can:</a:t>
            </a:r>
          </a:p>
          <a:p>
            <a:r>
              <a:rPr lang="en-US" dirty="0"/>
              <a:t>Use return at top-level</a:t>
            </a:r>
          </a:p>
          <a:p>
            <a:r>
              <a:rPr lang="en-US" dirty="0"/>
              <a:t>Store chunks in variables or pass them as functions</a:t>
            </a:r>
          </a:p>
          <a:p>
            <a:r>
              <a:rPr lang="en-US" dirty="0"/>
              <a:t>Expect local variables inside a chunk to die after execution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9DCF266-7C41-F372-B99F-4C0DEFDB7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Chunk as Anonymous Function</a:t>
            </a:r>
          </a:p>
        </p:txBody>
      </p:sp>
    </p:spTree>
    <p:extLst>
      <p:ext uri="{BB962C8B-B14F-4D97-AF65-F5344CB8AC3E}">
        <p14:creationId xmlns:p14="http://schemas.microsoft.com/office/powerpoint/2010/main" val="852523088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54C98DC-3C84-8C70-4BD3-6E9A8B5CFBF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57201" y="1381125"/>
            <a:ext cx="8228012" cy="981075"/>
          </a:xfrm>
        </p:spPr>
        <p:txBody>
          <a:bodyPr/>
          <a:lstStyle/>
          <a:p>
            <a:r>
              <a:rPr lang="en-US" dirty="0"/>
              <a:t>Lua represents a compiled chunk with the Proto structure (from </a:t>
            </a:r>
            <a:r>
              <a:rPr lang="en-US" dirty="0" err="1"/>
              <a:t>lobject.h</a:t>
            </a:r>
            <a:r>
              <a:rPr lang="en-US" dirty="0"/>
              <a:t> in Lua's C source):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8564580-9BCD-C3D8-2CF9-589597541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Internal Structure (Proto)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3E0F57-399C-8B03-38D3-750838E29E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667000"/>
            <a:ext cx="7039957" cy="3000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7643417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B4BA530-7FAA-26D8-A12C-59CFF28015A0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IN" dirty="0"/>
              <a:t>Each compiled chunk stores:</a:t>
            </a:r>
          </a:p>
          <a:p>
            <a:pPr lvl="1"/>
            <a:r>
              <a:rPr lang="en-IN" dirty="0"/>
              <a:t>Constants (k) – literals, strings, numbers</a:t>
            </a:r>
          </a:p>
          <a:p>
            <a:pPr lvl="1"/>
            <a:r>
              <a:rPr lang="en-IN" dirty="0"/>
              <a:t>Bytecode instructions (code)</a:t>
            </a:r>
          </a:p>
          <a:p>
            <a:pPr lvl="1"/>
            <a:r>
              <a:rPr lang="en-IN" dirty="0"/>
              <a:t>Nested functions (p)</a:t>
            </a:r>
          </a:p>
          <a:p>
            <a:pPr lvl="1"/>
            <a:r>
              <a:rPr lang="en-IN" dirty="0"/>
              <a:t>Debug info – line mapping, local variable names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9AE43EC-B1C7-E25F-493F-87EF5432E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Internal Structure (Proto)</a:t>
            </a:r>
          </a:p>
        </p:txBody>
      </p:sp>
    </p:spTree>
    <p:extLst>
      <p:ext uri="{BB962C8B-B14F-4D97-AF65-F5344CB8AC3E}">
        <p14:creationId xmlns:p14="http://schemas.microsoft.com/office/powerpoint/2010/main" val="2480935725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6E5A7E2-95BB-B99C-5D36-F09CECF6FE10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IN" dirty="0"/>
              <a:t>print("Lua internals")</a:t>
            </a:r>
          </a:p>
          <a:p>
            <a:r>
              <a:rPr lang="en-IN" dirty="0"/>
              <a:t>Lua internally does:</a:t>
            </a:r>
          </a:p>
          <a:p>
            <a:pPr lvl="1"/>
            <a:r>
              <a:rPr lang="en-IN" dirty="0"/>
              <a:t>Parse → AST</a:t>
            </a:r>
          </a:p>
          <a:p>
            <a:pPr lvl="1"/>
            <a:r>
              <a:rPr lang="en-IN" dirty="0"/>
              <a:t>Compile → Proto</a:t>
            </a:r>
          </a:p>
          <a:p>
            <a:pPr lvl="1"/>
            <a:r>
              <a:rPr lang="en-IN" dirty="0"/>
              <a:t>Wrap in </a:t>
            </a:r>
            <a:r>
              <a:rPr lang="en-IN" dirty="0" err="1"/>
              <a:t>LClosure</a:t>
            </a:r>
            <a:r>
              <a:rPr lang="en-IN" dirty="0"/>
              <a:t> (Lua closure)</a:t>
            </a:r>
          </a:p>
          <a:p>
            <a:pPr lvl="1"/>
            <a:r>
              <a:rPr lang="en-IN" dirty="0"/>
              <a:t>Push closure onto the stack</a:t>
            </a:r>
          </a:p>
          <a:p>
            <a:pPr lvl="1"/>
            <a:r>
              <a:rPr lang="en-IN" dirty="0"/>
              <a:t>Call using </a:t>
            </a:r>
            <a:r>
              <a:rPr lang="en-IN" dirty="0" err="1"/>
              <a:t>lua_pcall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A12C041-A3EA-F797-DE8F-0A03713580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Execution Process</a:t>
            </a:r>
          </a:p>
        </p:txBody>
      </p:sp>
    </p:spTree>
    <p:extLst>
      <p:ext uri="{BB962C8B-B14F-4D97-AF65-F5344CB8AC3E}">
        <p14:creationId xmlns:p14="http://schemas.microsoft.com/office/powerpoint/2010/main" val="805999493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692C692-3DC7-22AE-6E54-02206ECC2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035" y="170122"/>
            <a:ext cx="8205261" cy="785553"/>
          </a:xfrm>
        </p:spPr>
        <p:txBody>
          <a:bodyPr anchor="b">
            <a:normAutofit/>
          </a:bodyPr>
          <a:lstStyle/>
          <a:p>
            <a:r>
              <a:rPr lang="en-IN" dirty="0"/>
              <a:t>Summary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9697A60-2992-E41A-6CE0-1223864B10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2508964"/>
              </p:ext>
            </p:extLst>
          </p:nvPr>
        </p:nvGraphicFramePr>
        <p:xfrm>
          <a:off x="869503" y="1381125"/>
          <a:ext cx="7403408" cy="4824419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454450">
                  <a:extLst>
                    <a:ext uri="{9D8B030D-6E8A-4147-A177-3AD203B41FA5}">
                      <a16:colId xmlns:a16="http://schemas.microsoft.com/office/drawing/2014/main" val="511600242"/>
                    </a:ext>
                  </a:extLst>
                </a:gridCol>
                <a:gridCol w="4948958">
                  <a:extLst>
                    <a:ext uri="{9D8B030D-6E8A-4147-A177-3AD203B41FA5}">
                      <a16:colId xmlns:a16="http://schemas.microsoft.com/office/drawing/2014/main" val="2088918262"/>
                    </a:ext>
                  </a:extLst>
                </a:gridCol>
              </a:tblGrid>
              <a:tr h="576833">
                <a:tc>
                  <a:txBody>
                    <a:bodyPr/>
                    <a:lstStyle/>
                    <a:p>
                      <a:r>
                        <a:rPr lang="en-IN" sz="2600"/>
                        <a:t>Feature</a:t>
                      </a:r>
                    </a:p>
                  </a:txBody>
                  <a:tcPr marL="131098" marR="131098" marT="65549" marB="65549" anchor="ctr"/>
                </a:tc>
                <a:tc>
                  <a:txBody>
                    <a:bodyPr/>
                    <a:lstStyle/>
                    <a:p>
                      <a:r>
                        <a:rPr lang="en-IN" sz="2600"/>
                        <a:t>Description</a:t>
                      </a:r>
                    </a:p>
                  </a:txBody>
                  <a:tcPr marL="131098" marR="131098" marT="65549" marB="65549" anchor="ctr"/>
                </a:tc>
                <a:extLst>
                  <a:ext uri="{0D108BD9-81ED-4DB2-BD59-A6C34878D82A}">
                    <a16:rowId xmlns:a16="http://schemas.microsoft.com/office/drawing/2014/main" val="3304263657"/>
                  </a:ext>
                </a:extLst>
              </a:tr>
              <a:tr h="576833">
                <a:tc>
                  <a:txBody>
                    <a:bodyPr/>
                    <a:lstStyle/>
                    <a:p>
                      <a:r>
                        <a:rPr lang="en-IN" sz="2600"/>
                        <a:t>Chunk</a:t>
                      </a:r>
                    </a:p>
                  </a:txBody>
                  <a:tcPr marL="131098" marR="131098" marT="65549" marB="65549" anchor="ctr"/>
                </a:tc>
                <a:tc>
                  <a:txBody>
                    <a:bodyPr/>
                    <a:lstStyle/>
                    <a:p>
                      <a:r>
                        <a:rPr lang="en-US" sz="2600"/>
                        <a:t>Executable block of Lua code</a:t>
                      </a:r>
                    </a:p>
                  </a:txBody>
                  <a:tcPr marL="131098" marR="131098" marT="65549" marB="65549" anchor="ctr"/>
                </a:tc>
                <a:extLst>
                  <a:ext uri="{0D108BD9-81ED-4DB2-BD59-A6C34878D82A}">
                    <a16:rowId xmlns:a16="http://schemas.microsoft.com/office/drawing/2014/main" val="267794909"/>
                  </a:ext>
                </a:extLst>
              </a:tr>
              <a:tr h="576833">
                <a:tc>
                  <a:txBody>
                    <a:bodyPr/>
                    <a:lstStyle/>
                    <a:p>
                      <a:r>
                        <a:rPr lang="en-IN" sz="2600"/>
                        <a:t>Compiled into</a:t>
                      </a:r>
                    </a:p>
                  </a:txBody>
                  <a:tcPr marL="131098" marR="131098" marT="65549" marB="65549" anchor="ctr"/>
                </a:tc>
                <a:tc>
                  <a:txBody>
                    <a:bodyPr/>
                    <a:lstStyle/>
                    <a:p>
                      <a:r>
                        <a:rPr lang="en-IN" sz="2600"/>
                        <a:t>Function prototype (Proto)</a:t>
                      </a:r>
                    </a:p>
                  </a:txBody>
                  <a:tcPr marL="131098" marR="131098" marT="65549" marB="65549" anchor="ctr"/>
                </a:tc>
                <a:extLst>
                  <a:ext uri="{0D108BD9-81ED-4DB2-BD59-A6C34878D82A}">
                    <a16:rowId xmlns:a16="http://schemas.microsoft.com/office/drawing/2014/main" val="3510582088"/>
                  </a:ext>
                </a:extLst>
              </a:tr>
              <a:tr h="576833">
                <a:tc>
                  <a:txBody>
                    <a:bodyPr/>
                    <a:lstStyle/>
                    <a:p>
                      <a:r>
                        <a:rPr lang="en-IN" sz="2600"/>
                        <a:t>Runtime form</a:t>
                      </a:r>
                    </a:p>
                  </a:txBody>
                  <a:tcPr marL="131098" marR="131098" marT="65549" marB="65549" anchor="ctr"/>
                </a:tc>
                <a:tc>
                  <a:txBody>
                    <a:bodyPr/>
                    <a:lstStyle/>
                    <a:p>
                      <a:r>
                        <a:rPr lang="en-IN" sz="2600" dirty="0"/>
                        <a:t>Lua closure (</a:t>
                      </a:r>
                      <a:r>
                        <a:rPr lang="en-IN" sz="2600" dirty="0" err="1"/>
                        <a:t>LClosure</a:t>
                      </a:r>
                      <a:r>
                        <a:rPr lang="en-IN" sz="2600" dirty="0"/>
                        <a:t>)</a:t>
                      </a:r>
                    </a:p>
                  </a:txBody>
                  <a:tcPr marL="131098" marR="131098" marT="65549" marB="65549" anchor="ctr"/>
                </a:tc>
                <a:extLst>
                  <a:ext uri="{0D108BD9-81ED-4DB2-BD59-A6C34878D82A}">
                    <a16:rowId xmlns:a16="http://schemas.microsoft.com/office/drawing/2014/main" val="2714709502"/>
                  </a:ext>
                </a:extLst>
              </a:tr>
              <a:tr h="576833">
                <a:tc>
                  <a:txBody>
                    <a:bodyPr/>
                    <a:lstStyle/>
                    <a:p>
                      <a:r>
                        <a:rPr lang="en-IN" sz="2600"/>
                        <a:t>Scope</a:t>
                      </a:r>
                    </a:p>
                  </a:txBody>
                  <a:tcPr marL="131098" marR="131098" marT="65549" marB="65549" anchor="ctr"/>
                </a:tc>
                <a:tc>
                  <a:txBody>
                    <a:bodyPr/>
                    <a:lstStyle/>
                    <a:p>
                      <a:r>
                        <a:rPr lang="en-IN" sz="2600"/>
                        <a:t>Local (lexical) scope per chunk</a:t>
                      </a:r>
                    </a:p>
                  </a:txBody>
                  <a:tcPr marL="131098" marR="131098" marT="65549" marB="65549" anchor="ctr"/>
                </a:tc>
                <a:extLst>
                  <a:ext uri="{0D108BD9-81ED-4DB2-BD59-A6C34878D82A}">
                    <a16:rowId xmlns:a16="http://schemas.microsoft.com/office/drawing/2014/main" val="2918305096"/>
                  </a:ext>
                </a:extLst>
              </a:tr>
              <a:tr h="970127">
                <a:tc>
                  <a:txBody>
                    <a:bodyPr/>
                    <a:lstStyle/>
                    <a:p>
                      <a:r>
                        <a:rPr lang="en-IN" sz="2600"/>
                        <a:t>Stored in</a:t>
                      </a:r>
                    </a:p>
                  </a:txBody>
                  <a:tcPr marL="131098" marR="131098" marT="65549" marB="65549" anchor="ctr"/>
                </a:tc>
                <a:tc>
                  <a:txBody>
                    <a:bodyPr/>
                    <a:lstStyle/>
                    <a:p>
                      <a:r>
                        <a:rPr lang="en-IN" sz="2600"/>
                        <a:t>Constants table, bytecode, debug info</a:t>
                      </a:r>
                    </a:p>
                  </a:txBody>
                  <a:tcPr marL="131098" marR="131098" marT="65549" marB="65549" anchor="ctr"/>
                </a:tc>
                <a:extLst>
                  <a:ext uri="{0D108BD9-81ED-4DB2-BD59-A6C34878D82A}">
                    <a16:rowId xmlns:a16="http://schemas.microsoft.com/office/drawing/2014/main" val="998076286"/>
                  </a:ext>
                </a:extLst>
              </a:tr>
              <a:tr h="970127">
                <a:tc>
                  <a:txBody>
                    <a:bodyPr/>
                    <a:lstStyle/>
                    <a:p>
                      <a:r>
                        <a:rPr lang="en-IN" sz="2600"/>
                        <a:t>Use cases</a:t>
                      </a:r>
                    </a:p>
                  </a:txBody>
                  <a:tcPr marL="131098" marR="131098" marT="65549" marB="65549" anchor="ctr"/>
                </a:tc>
                <a:tc>
                  <a:txBody>
                    <a:bodyPr/>
                    <a:lstStyle/>
                    <a:p>
                      <a:r>
                        <a:rPr lang="en-IN" sz="2600" dirty="0"/>
                        <a:t>Scripts, modules, REPL input, sandbox</a:t>
                      </a:r>
                    </a:p>
                  </a:txBody>
                  <a:tcPr marL="131098" marR="131098" marT="65549" marB="65549" anchor="ctr"/>
                </a:tc>
                <a:extLst>
                  <a:ext uri="{0D108BD9-81ED-4DB2-BD59-A6C34878D82A}">
                    <a16:rowId xmlns:a16="http://schemas.microsoft.com/office/drawing/2014/main" val="39049513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84642567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CFFB3C6-E012-27BF-490D-A72FF5D82452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Modularize code (each module is a chunk)</a:t>
            </a:r>
          </a:p>
          <a:p>
            <a:r>
              <a:rPr lang="en-US" dirty="0"/>
              <a:t>Dynamically load and execute Lua code</a:t>
            </a:r>
          </a:p>
          <a:p>
            <a:r>
              <a:rPr lang="en-US" dirty="0"/>
              <a:t>Sandbox execution</a:t>
            </a:r>
          </a:p>
          <a:p>
            <a:r>
              <a:rPr lang="en-US" dirty="0"/>
              <a:t>Lua’s REPL runs one chunk at a time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1B1C98C-B035-DE53-CAC2-21C38276C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to use chunk</a:t>
            </a:r>
          </a:p>
        </p:txBody>
      </p:sp>
    </p:spTree>
    <p:extLst>
      <p:ext uri="{BB962C8B-B14F-4D97-AF65-F5344CB8AC3E}">
        <p14:creationId xmlns:p14="http://schemas.microsoft.com/office/powerpoint/2010/main" val="746490958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4CAC4C8-7097-181D-6017-98773E06E9D1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Each chunk creates its own scope:</a:t>
            </a:r>
          </a:p>
          <a:p>
            <a:pPr lvl="1"/>
            <a:r>
              <a:rPr lang="en-US" dirty="0">
                <a:highlight>
                  <a:srgbClr val="EDCAED"/>
                </a:highlight>
              </a:rPr>
              <a:t>load("local x = 42")()</a:t>
            </a:r>
          </a:p>
          <a:p>
            <a:pPr lvl="1"/>
            <a:r>
              <a:rPr lang="en-US" dirty="0">
                <a:highlight>
                  <a:srgbClr val="EDCAED"/>
                </a:highlight>
              </a:rPr>
              <a:t>print(x)  -- nil; x was local to the chunk</a:t>
            </a:r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892A656-F593-F749-AAC6-FBB2429DF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Lexical Scoping in Chunks</a:t>
            </a:r>
          </a:p>
        </p:txBody>
      </p:sp>
    </p:spTree>
    <p:extLst>
      <p:ext uri="{BB962C8B-B14F-4D97-AF65-F5344CB8AC3E}">
        <p14:creationId xmlns:p14="http://schemas.microsoft.com/office/powerpoint/2010/main" val="739143401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F3A119-BE56-9540-AF79-4274C85F2D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98F687F-F162-B9FC-77CB-B6BDD954BA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035" y="170122"/>
            <a:ext cx="8205261" cy="785553"/>
          </a:xfrm>
        </p:spPr>
        <p:txBody>
          <a:bodyPr vert="horz" lIns="0" tIns="0" rIns="0" bIns="0" rtlCol="0" anchor="b" anchorCtr="0">
            <a:normAutofit/>
          </a:bodyPr>
          <a:lstStyle/>
          <a:p>
            <a:r>
              <a:rPr lang="en-US" dirty="0"/>
              <a:t>2. </a:t>
            </a:r>
            <a:r>
              <a:rPr lang="en-IN" dirty="0"/>
              <a:t>How Chunks Are Executed</a:t>
            </a:r>
          </a:p>
        </p:txBody>
      </p:sp>
      <p:graphicFrame>
        <p:nvGraphicFramePr>
          <p:cNvPr id="5" name="Content Placeholder 1">
            <a:extLst>
              <a:ext uri="{FF2B5EF4-FFF2-40B4-BE49-F238E27FC236}">
                <a16:creationId xmlns:a16="http://schemas.microsoft.com/office/drawing/2014/main" id="{4AC509EC-428A-581D-E522-B0D84AA741B7}"/>
              </a:ext>
            </a:extLst>
          </p:cNvPr>
          <p:cNvGraphicFramePr>
            <a:graphicFrameLocks noGrp="1"/>
          </p:cNvGraphicFramePr>
          <p:nvPr>
            <p:ph sz="quarter" idx="12"/>
            <p:extLst>
              <p:ext uri="{D42A27DB-BD31-4B8C-83A1-F6EECF244321}">
                <p14:modId xmlns:p14="http://schemas.microsoft.com/office/powerpoint/2010/main" val="1372466668"/>
              </p:ext>
            </p:extLst>
          </p:nvPr>
        </p:nvGraphicFramePr>
        <p:xfrm>
          <a:off x="457200" y="1381125"/>
          <a:ext cx="8228013" cy="48244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81626144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80539E9-B6FE-4D90-684A-AB32CEABD7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en-IN" dirty="0"/>
              <a:t>Types of Chunks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D005090-549F-4235-062E-FF02E7517C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3325323"/>
              </p:ext>
            </p:extLst>
          </p:nvPr>
        </p:nvGraphicFramePr>
        <p:xfrm>
          <a:off x="457201" y="1914150"/>
          <a:ext cx="8228014" cy="3971089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333270">
                  <a:extLst>
                    <a:ext uri="{9D8B030D-6E8A-4147-A177-3AD203B41FA5}">
                      <a16:colId xmlns:a16="http://schemas.microsoft.com/office/drawing/2014/main" val="615239692"/>
                    </a:ext>
                  </a:extLst>
                </a:gridCol>
                <a:gridCol w="2870277">
                  <a:extLst>
                    <a:ext uri="{9D8B030D-6E8A-4147-A177-3AD203B41FA5}">
                      <a16:colId xmlns:a16="http://schemas.microsoft.com/office/drawing/2014/main" val="2130955001"/>
                    </a:ext>
                  </a:extLst>
                </a:gridCol>
                <a:gridCol w="3024467">
                  <a:extLst>
                    <a:ext uri="{9D8B030D-6E8A-4147-A177-3AD203B41FA5}">
                      <a16:colId xmlns:a16="http://schemas.microsoft.com/office/drawing/2014/main" val="29269810"/>
                    </a:ext>
                  </a:extLst>
                </a:gridCol>
              </a:tblGrid>
              <a:tr h="724801">
                <a:tc>
                  <a:txBody>
                    <a:bodyPr/>
                    <a:lstStyle/>
                    <a:p>
                      <a:r>
                        <a:rPr lang="en-IN" sz="2300" cap="none" spc="0">
                          <a:solidFill>
                            <a:schemeClr val="tx1"/>
                          </a:solidFill>
                        </a:rPr>
                        <a:t>Type</a:t>
                      </a:r>
                    </a:p>
                  </a:txBody>
                  <a:tcPr marL="199065" marR="153127" marT="153127" marB="153127" anchor="ctr"/>
                </a:tc>
                <a:tc>
                  <a:txBody>
                    <a:bodyPr/>
                    <a:lstStyle/>
                    <a:p>
                      <a:r>
                        <a:rPr lang="en-IN" sz="2300" cap="none" spc="0">
                          <a:solidFill>
                            <a:schemeClr val="tx1"/>
                          </a:solidFill>
                        </a:rPr>
                        <a:t>Example</a:t>
                      </a:r>
                    </a:p>
                  </a:txBody>
                  <a:tcPr marL="199065" marR="153127" marT="153127" marB="153127" anchor="ctr"/>
                </a:tc>
                <a:tc>
                  <a:txBody>
                    <a:bodyPr/>
                    <a:lstStyle/>
                    <a:p>
                      <a:r>
                        <a:rPr lang="en-IN" sz="2300" cap="none" spc="0">
                          <a:solidFill>
                            <a:schemeClr val="tx1"/>
                          </a:solidFill>
                        </a:rPr>
                        <a:t>Function</a:t>
                      </a:r>
                    </a:p>
                  </a:txBody>
                  <a:tcPr marL="199065" marR="153127" marT="153127" marB="153127" anchor="ctr"/>
                </a:tc>
                <a:extLst>
                  <a:ext uri="{0D108BD9-81ED-4DB2-BD59-A6C34878D82A}">
                    <a16:rowId xmlns:a16="http://schemas.microsoft.com/office/drawing/2014/main" val="2343736252"/>
                  </a:ext>
                </a:extLst>
              </a:tr>
              <a:tr h="1082096">
                <a:tc>
                  <a:txBody>
                    <a:bodyPr/>
                    <a:lstStyle/>
                    <a:p>
                      <a:r>
                        <a:rPr lang="en-IN" sz="2300" cap="none" spc="0">
                          <a:solidFill>
                            <a:schemeClr val="tx1"/>
                          </a:solidFill>
                        </a:rPr>
                        <a:t>File Chunk</a:t>
                      </a:r>
                    </a:p>
                  </a:txBody>
                  <a:tcPr marL="199065" marR="153127" marT="153127" marB="153127" anchor="ctr"/>
                </a:tc>
                <a:tc>
                  <a:txBody>
                    <a:bodyPr/>
                    <a:lstStyle/>
                    <a:p>
                      <a:r>
                        <a:rPr lang="en-IN" sz="2300" cap="none" spc="0" dirty="0" err="1">
                          <a:solidFill>
                            <a:schemeClr val="tx1"/>
                          </a:solidFill>
                        </a:rPr>
                        <a:t>dofile</a:t>
                      </a:r>
                      <a:r>
                        <a:rPr lang="en-IN" sz="2300" cap="none" spc="0" dirty="0">
                          <a:solidFill>
                            <a:schemeClr val="tx1"/>
                          </a:solidFill>
                        </a:rPr>
                        <a:t>("</a:t>
                      </a:r>
                      <a:r>
                        <a:rPr lang="en-IN" sz="2300" cap="none" spc="0" dirty="0" err="1">
                          <a:solidFill>
                            <a:schemeClr val="tx1"/>
                          </a:solidFill>
                        </a:rPr>
                        <a:t>my.lua</a:t>
                      </a:r>
                      <a:r>
                        <a:rPr lang="en-IN" sz="2300" cap="none" spc="0" dirty="0">
                          <a:solidFill>
                            <a:schemeClr val="tx1"/>
                          </a:solidFill>
                        </a:rPr>
                        <a:t>")</a:t>
                      </a:r>
                    </a:p>
                  </a:txBody>
                  <a:tcPr marL="199065" marR="153127" marT="153127" marB="153127" anchor="ctr"/>
                </a:tc>
                <a:tc>
                  <a:txBody>
                    <a:bodyPr/>
                    <a:lstStyle/>
                    <a:p>
                      <a:r>
                        <a:rPr lang="en-IN" sz="2300" cap="none" spc="0">
                          <a:solidFill>
                            <a:schemeClr val="tx1"/>
                          </a:solidFill>
                        </a:rPr>
                        <a:t>Executes the entire file</a:t>
                      </a:r>
                    </a:p>
                  </a:txBody>
                  <a:tcPr marL="199065" marR="153127" marT="153127" marB="153127" anchor="ctr"/>
                </a:tc>
                <a:extLst>
                  <a:ext uri="{0D108BD9-81ED-4DB2-BD59-A6C34878D82A}">
                    <a16:rowId xmlns:a16="http://schemas.microsoft.com/office/drawing/2014/main" val="3036378961"/>
                  </a:ext>
                </a:extLst>
              </a:tr>
              <a:tr h="1082096">
                <a:tc>
                  <a:txBody>
                    <a:bodyPr/>
                    <a:lstStyle/>
                    <a:p>
                      <a:r>
                        <a:rPr lang="en-IN" sz="2300" cap="none" spc="0">
                          <a:solidFill>
                            <a:schemeClr val="tx1"/>
                          </a:solidFill>
                        </a:rPr>
                        <a:t>String Chunk</a:t>
                      </a:r>
                    </a:p>
                  </a:txBody>
                  <a:tcPr marL="199065" marR="153127" marT="153127" marB="153127" anchor="ctr"/>
                </a:tc>
                <a:tc>
                  <a:txBody>
                    <a:bodyPr/>
                    <a:lstStyle/>
                    <a:p>
                      <a:r>
                        <a:rPr lang="en-IN" sz="2300" cap="none" spc="0">
                          <a:solidFill>
                            <a:schemeClr val="tx1"/>
                          </a:solidFill>
                        </a:rPr>
                        <a:t>load("x = 2 + 3")()</a:t>
                      </a:r>
                    </a:p>
                  </a:txBody>
                  <a:tcPr marL="199065" marR="153127" marT="153127" marB="153127" anchor="ctr"/>
                </a:tc>
                <a:tc>
                  <a:txBody>
                    <a:bodyPr/>
                    <a:lstStyle/>
                    <a:p>
                      <a:r>
                        <a:rPr lang="en-US" sz="2300" cap="none" spc="0">
                          <a:solidFill>
                            <a:schemeClr val="tx1"/>
                          </a:solidFill>
                        </a:rPr>
                        <a:t>Compiles and runs the string</a:t>
                      </a:r>
                    </a:p>
                  </a:txBody>
                  <a:tcPr marL="199065" marR="153127" marT="153127" marB="153127" anchor="ctr"/>
                </a:tc>
                <a:extLst>
                  <a:ext uri="{0D108BD9-81ED-4DB2-BD59-A6C34878D82A}">
                    <a16:rowId xmlns:a16="http://schemas.microsoft.com/office/drawing/2014/main" val="2071868198"/>
                  </a:ext>
                </a:extLst>
              </a:tr>
              <a:tr h="1082096">
                <a:tc>
                  <a:txBody>
                    <a:bodyPr/>
                    <a:lstStyle/>
                    <a:p>
                      <a:r>
                        <a:rPr lang="en-IN" sz="2300" cap="none" spc="0">
                          <a:solidFill>
                            <a:schemeClr val="tx1"/>
                          </a:solidFill>
                        </a:rPr>
                        <a:t>Binary Chunk</a:t>
                      </a:r>
                    </a:p>
                  </a:txBody>
                  <a:tcPr marL="199065" marR="153127" marT="153127" marB="153127" anchor="ctr"/>
                </a:tc>
                <a:tc>
                  <a:txBody>
                    <a:bodyPr/>
                    <a:lstStyle/>
                    <a:p>
                      <a:r>
                        <a:rPr lang="pt-BR" sz="2300" cap="none" spc="0">
                          <a:solidFill>
                            <a:schemeClr val="tx1"/>
                          </a:solidFill>
                        </a:rPr>
                        <a:t>Precompiled via luac -o a.luac</a:t>
                      </a:r>
                    </a:p>
                  </a:txBody>
                  <a:tcPr marL="199065" marR="153127" marT="153127" marB="153127" anchor="ctr"/>
                </a:tc>
                <a:tc>
                  <a:txBody>
                    <a:bodyPr/>
                    <a:lstStyle/>
                    <a:p>
                      <a:r>
                        <a:rPr lang="en-IN" sz="2300" cap="none" spc="0" dirty="0">
                          <a:solidFill>
                            <a:schemeClr val="tx1"/>
                          </a:solidFill>
                        </a:rPr>
                        <a:t>Faster loading in production</a:t>
                      </a:r>
                    </a:p>
                  </a:txBody>
                  <a:tcPr marL="199065" marR="153127" marT="153127" marB="153127" anchor="ctr"/>
                </a:tc>
                <a:extLst>
                  <a:ext uri="{0D108BD9-81ED-4DB2-BD59-A6C34878D82A}">
                    <a16:rowId xmlns:a16="http://schemas.microsoft.com/office/drawing/2014/main" val="17524100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5510843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73E70B-C676-0C52-E41E-C91399B216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FE5DEA4-F031-364F-0930-D1EB45F2F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en-IN" dirty="0"/>
              <a:t>Types of Chunks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CC2ABA-A81B-4116-E208-FF9CA3E721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447800"/>
            <a:ext cx="6705600" cy="441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8234628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DE6FD3-6998-4F6B-CEE6-EF7F9E8F60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C8C6464-D6F0-AE8B-6D1D-2932A1D1FE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en-IN" dirty="0"/>
              <a:t>Types of Chunks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9A8655-B870-87DC-3B0E-6940CCC8EB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85" y="1752600"/>
            <a:ext cx="7944959" cy="4201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265349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1802B-B75D-FECC-C252-AA991C578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File Chunk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649FC02-EE52-B582-5AA6-11AEDD16D8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2045874"/>
            <a:ext cx="8610600" cy="2766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6632064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58E8D5-5242-FE60-0B97-2FC5A4C15B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2BD0C2-E54A-1927-3CAD-31E520C588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String Chunk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2D9558-CA6B-6118-F4C5-D9ADDADCB6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524000"/>
            <a:ext cx="8610600" cy="4601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2955477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2DDDBE39-A483-FA0A-B7BF-CEA5805DBAF5}"/>
              </a:ext>
            </a:extLst>
          </p:cNvPr>
          <p:cNvSpPr>
            <a:spLocks noGrp="1" noChangeArrowheads="1"/>
          </p:cNvSpPr>
          <p:nvPr>
            <p:ph sz="quarter" idx="12"/>
          </p:nvPr>
        </p:nvSpPr>
        <p:spPr bwMode="auto">
          <a:xfrm>
            <a:off x="457201" y="1381125"/>
            <a:ext cx="8228012" cy="5037138"/>
          </a:xfrm>
        </p:spPr>
        <p:txBody>
          <a:bodyPr vert="horz" lIns="0" tIns="0" rIns="0" bIns="0" rtlCol="0">
            <a:normAutofit/>
          </a:bodyPr>
          <a:lstStyle/>
          <a:p>
            <a:r>
              <a:rPr lang="en-US" altLang="en-US" dirty="0"/>
              <a:t>A binary chunk in Lua is a precompiled version of a Lua script. Instead of saving your code as plain .</a:t>
            </a:r>
            <a:r>
              <a:rPr lang="en-US" altLang="en-US" dirty="0" err="1"/>
              <a:t>lua</a:t>
            </a:r>
            <a:r>
              <a:rPr lang="en-US" altLang="en-US" dirty="0"/>
              <a:t>, you compile it into a bytecode file using the </a:t>
            </a:r>
            <a:r>
              <a:rPr lang="en-US" altLang="en-US" dirty="0" err="1"/>
              <a:t>luac</a:t>
            </a:r>
            <a:r>
              <a:rPr lang="en-US" altLang="en-US" dirty="0"/>
              <a:t> compiler.</a:t>
            </a:r>
          </a:p>
          <a:p>
            <a:r>
              <a:rPr lang="en-US" altLang="en-US" dirty="0"/>
              <a:t>🧠 This is useful for:</a:t>
            </a:r>
          </a:p>
          <a:p>
            <a:r>
              <a:rPr lang="en-US" altLang="en-US" dirty="0"/>
              <a:t>Speeding up loading (faster than parsing)</a:t>
            </a:r>
          </a:p>
          <a:p>
            <a:r>
              <a:rPr lang="en-US" altLang="en-US" dirty="0"/>
              <a:t>Obfuscating source code (not readable as text)</a:t>
            </a:r>
          </a:p>
          <a:p>
            <a:r>
              <a:rPr lang="en-US" altLang="en-US" dirty="0"/>
              <a:t>Embedding Lua code into applications</a:t>
            </a:r>
          </a:p>
          <a:p>
            <a:endParaRPr lang="en-US" alt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C11B36-CC0A-1763-FF3D-AAFA3267F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035" y="170122"/>
            <a:ext cx="8205261" cy="785553"/>
          </a:xfrm>
        </p:spPr>
        <p:txBody>
          <a:bodyPr anchor="b">
            <a:normAutofit/>
          </a:bodyPr>
          <a:lstStyle/>
          <a:p>
            <a:r>
              <a:rPr lang="en-IN" dirty="0"/>
              <a:t>Binary Chunk</a:t>
            </a:r>
          </a:p>
        </p:txBody>
      </p:sp>
    </p:spTree>
    <p:extLst>
      <p:ext uri="{BB962C8B-B14F-4D97-AF65-F5344CB8AC3E}">
        <p14:creationId xmlns:p14="http://schemas.microsoft.com/office/powerpoint/2010/main" val="2897819194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145337-B3B3-EA57-7FE0-4B55654276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6611E71-CADD-650E-41BC-30D7DB9B63B8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IN" dirty="0"/>
              <a:t>luac -o </a:t>
            </a:r>
            <a:r>
              <a:rPr lang="en-IN" dirty="0" err="1"/>
              <a:t>mychunk.luac</a:t>
            </a:r>
            <a:r>
              <a:rPr lang="en-IN" dirty="0"/>
              <a:t> </a:t>
            </a:r>
            <a:r>
              <a:rPr lang="en-IN" dirty="0" err="1"/>
              <a:t>myscript.lua</a:t>
            </a:r>
            <a:endParaRPr lang="en-IN" dirty="0"/>
          </a:p>
          <a:p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03AFA6-8B46-E6BA-39F8-9A7D1AFDF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en-IN" dirty="0"/>
              <a:t>Binary Chunk - </a:t>
            </a:r>
            <a:r>
              <a:rPr lang="en-US" dirty="0"/>
              <a:t>Compile to binary chunk using </a:t>
            </a:r>
            <a:r>
              <a:rPr lang="en-US" dirty="0" err="1"/>
              <a:t>luac</a:t>
            </a:r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714A89D-397F-01DA-964D-E8688C034C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035" y="2590800"/>
            <a:ext cx="7373379" cy="1133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5641891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D26848-A9B8-A7A5-E9F0-9E820A8B0A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6C1440D-489F-DFF7-18E3-90757BB0CEDC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local chunk = </a:t>
            </a:r>
            <a:r>
              <a:rPr lang="en-US" dirty="0" err="1"/>
              <a:t>loadfile</a:t>
            </a:r>
            <a:r>
              <a:rPr lang="en-US" dirty="0"/>
              <a:t>("</a:t>
            </a:r>
            <a:r>
              <a:rPr lang="en-US" dirty="0" err="1"/>
              <a:t>mychunk.luac</a:t>
            </a:r>
            <a:r>
              <a:rPr lang="en-US" dirty="0"/>
              <a:t>")</a:t>
            </a:r>
          </a:p>
          <a:p>
            <a:r>
              <a:rPr lang="en-US" dirty="0"/>
              <a:t>if chunk then</a:t>
            </a:r>
          </a:p>
          <a:p>
            <a:r>
              <a:rPr lang="en-US" dirty="0"/>
              <a:t>    local result = chunk()</a:t>
            </a:r>
          </a:p>
          <a:p>
            <a:r>
              <a:rPr lang="en-US" dirty="0"/>
              <a:t>    print("Result:", result)</a:t>
            </a:r>
          </a:p>
          <a:p>
            <a:r>
              <a:rPr lang="en-US" dirty="0"/>
              <a:t>else</a:t>
            </a:r>
          </a:p>
          <a:p>
            <a:r>
              <a:rPr lang="en-US" dirty="0"/>
              <a:t>    print("Failed to load binary chunk.")</a:t>
            </a:r>
          </a:p>
          <a:p>
            <a:r>
              <a:rPr lang="en-US" dirty="0"/>
              <a:t>end</a:t>
            </a:r>
          </a:p>
          <a:p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F58486-5483-8F30-BC7D-62ED811C4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en-IN" dirty="0"/>
              <a:t>Binary Chunk – </a:t>
            </a:r>
            <a:r>
              <a:rPr lang="en-US" dirty="0"/>
              <a:t>How to load Binary Chunk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04715725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C8AD426-6361-098E-35DE-0F219AEF9670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>
            <a:normAutofit/>
          </a:bodyPr>
          <a:lstStyle/>
          <a:p>
            <a:r>
              <a:rPr lang="en-US" dirty="0"/>
              <a:t>Every chunk behaves like the body of an anonymous function:</a:t>
            </a:r>
          </a:p>
          <a:p>
            <a:r>
              <a:rPr lang="en-US" dirty="0"/>
              <a:t>-- top-level chunk</a:t>
            </a:r>
          </a:p>
          <a:p>
            <a:pPr lvl="1"/>
            <a:r>
              <a:rPr lang="en-US" dirty="0">
                <a:highlight>
                  <a:srgbClr val="FFFF00"/>
                </a:highlight>
              </a:rPr>
              <a:t>local x = 10</a:t>
            </a:r>
          </a:p>
          <a:p>
            <a:pPr lvl="1"/>
            <a:r>
              <a:rPr lang="en-US" dirty="0">
                <a:highlight>
                  <a:srgbClr val="FFFF00"/>
                </a:highlight>
              </a:rPr>
              <a:t>print(x)</a:t>
            </a:r>
          </a:p>
          <a:p>
            <a:r>
              <a:rPr lang="en-IN" dirty="0"/>
              <a:t>Is internally</a:t>
            </a:r>
          </a:p>
          <a:p>
            <a:pPr marL="225425" lvl="1" indent="0">
              <a:buNone/>
            </a:pPr>
            <a:r>
              <a:rPr lang="en-US" dirty="0">
                <a:highlight>
                  <a:srgbClr val="EDCAED"/>
                </a:highlight>
              </a:rPr>
              <a:t>return function()</a:t>
            </a:r>
          </a:p>
          <a:p>
            <a:pPr marL="225425" lvl="1" indent="0">
              <a:buNone/>
            </a:pPr>
            <a:r>
              <a:rPr lang="en-US" dirty="0">
                <a:highlight>
                  <a:srgbClr val="EDCAED"/>
                </a:highlight>
              </a:rPr>
              <a:t>    local x = 10</a:t>
            </a:r>
          </a:p>
          <a:p>
            <a:pPr marL="225425" lvl="1" indent="0">
              <a:buNone/>
            </a:pPr>
            <a:r>
              <a:rPr lang="en-US" dirty="0">
                <a:highlight>
                  <a:srgbClr val="EDCAED"/>
                </a:highlight>
              </a:rPr>
              <a:t>    print(x)</a:t>
            </a:r>
          </a:p>
          <a:p>
            <a:pPr marL="225425" lvl="1" indent="0">
              <a:buNone/>
            </a:pPr>
            <a:r>
              <a:rPr lang="en-US" dirty="0">
                <a:highlight>
                  <a:srgbClr val="EDCAED"/>
                </a:highlight>
              </a:rPr>
              <a:t>end</a:t>
            </a:r>
          </a:p>
          <a:p>
            <a:pPr lvl="1"/>
            <a:endParaRPr lang="en-IN" dirty="0"/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FF1DC9B-4CAF-3653-0A5B-291168E1C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Chunk Structure</a:t>
            </a:r>
          </a:p>
        </p:txBody>
      </p:sp>
    </p:spTree>
    <p:extLst>
      <p:ext uri="{BB962C8B-B14F-4D97-AF65-F5344CB8AC3E}">
        <p14:creationId xmlns:p14="http://schemas.microsoft.com/office/powerpoint/2010/main" val="1654802192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A86F89D-0E39-8A7F-2CE8-AAE9A2C0AAB5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pt-BR" dirty="0"/>
              <a:t>Chunks from C (via C API)</a:t>
            </a:r>
          </a:p>
          <a:p>
            <a:r>
              <a:rPr lang="en-US" dirty="0" err="1"/>
              <a:t>luaL_loadstring</a:t>
            </a:r>
            <a:r>
              <a:rPr lang="en-US" dirty="0"/>
              <a:t>(L, "print('From C chunk')");  // Compiles chunk</a:t>
            </a:r>
          </a:p>
          <a:p>
            <a:r>
              <a:rPr lang="en-US" dirty="0" err="1"/>
              <a:t>lua_pcall</a:t>
            </a:r>
            <a:r>
              <a:rPr lang="en-US" dirty="0"/>
              <a:t>(L, 0, 0, 0);                        // Executes chunk</a:t>
            </a:r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4215A94-7D0E-67A1-C25D-5A3CED57B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Chunk Structure</a:t>
            </a:r>
          </a:p>
        </p:txBody>
      </p:sp>
    </p:spTree>
    <p:extLst>
      <p:ext uri="{BB962C8B-B14F-4D97-AF65-F5344CB8AC3E}">
        <p14:creationId xmlns:p14="http://schemas.microsoft.com/office/powerpoint/2010/main" val="8018622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D71CFD-90EA-A55C-636B-D080103B732A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When a chunk is loaded, Lua wraps it in an </a:t>
            </a:r>
            <a:r>
              <a:rPr lang="en-US" b="1" dirty="0"/>
              <a:t>anonymous function</a:t>
            </a:r>
            <a:r>
              <a:rPr lang="en-US" dirty="0"/>
              <a:t>:</a:t>
            </a:r>
          </a:p>
          <a:p>
            <a:r>
              <a:rPr lang="en-US" dirty="0"/>
              <a:t>local f = load("return 2 + 2")</a:t>
            </a:r>
          </a:p>
          <a:p>
            <a:r>
              <a:rPr lang="en-US" dirty="0"/>
              <a:t>print(f()) -- prints 4</a:t>
            </a:r>
          </a:p>
          <a:p>
            <a:r>
              <a:rPr lang="en-US" dirty="0"/>
              <a:t>You can assign this to variables or call it later. </a:t>
            </a:r>
          </a:p>
          <a:p>
            <a:r>
              <a:rPr lang="en-US" dirty="0"/>
              <a:t>The chunk inherits the environment it's executed in (_ENV).</a:t>
            </a:r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7B1582-6468-B139-B3D5-346E37A00C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Chunks Are Functions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20A107D-47A4-C4A5-C409-35E78D49C23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840" b="27893"/>
          <a:stretch>
            <a:fillRect/>
          </a:stretch>
        </p:blipFill>
        <p:spPr>
          <a:xfrm>
            <a:off x="2079074" y="4419600"/>
            <a:ext cx="6629400" cy="2376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3644690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05FE5BC-F046-973D-5633-575A2CC8F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035" y="170122"/>
            <a:ext cx="8205261" cy="785553"/>
          </a:xfrm>
        </p:spPr>
        <p:txBody>
          <a:bodyPr anchor="b">
            <a:normAutofit/>
          </a:bodyPr>
          <a:lstStyle/>
          <a:p>
            <a:r>
              <a:rPr lang="en-IN" dirty="0"/>
              <a:t>Chunk Environments</a:t>
            </a:r>
          </a:p>
        </p:txBody>
      </p:sp>
      <p:graphicFrame>
        <p:nvGraphicFramePr>
          <p:cNvPr id="5" name="Content Placeholder 1">
            <a:extLst>
              <a:ext uri="{FF2B5EF4-FFF2-40B4-BE49-F238E27FC236}">
                <a16:creationId xmlns:a16="http://schemas.microsoft.com/office/drawing/2014/main" id="{C5BFB27F-8989-5DFB-12C7-F56E5C2E2614}"/>
              </a:ext>
            </a:extLst>
          </p:cNvPr>
          <p:cNvGraphicFramePr>
            <a:graphicFrameLocks noGrp="1"/>
          </p:cNvGraphicFramePr>
          <p:nvPr>
            <p:ph sz="quarter" idx="12"/>
            <p:extLst>
              <p:ext uri="{D42A27DB-BD31-4B8C-83A1-F6EECF244321}">
                <p14:modId xmlns:p14="http://schemas.microsoft.com/office/powerpoint/2010/main" val="153444866"/>
              </p:ext>
            </p:extLst>
          </p:nvPr>
        </p:nvGraphicFramePr>
        <p:xfrm>
          <a:off x="457200" y="1381125"/>
          <a:ext cx="8228013" cy="48244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28933943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E7C4B7B-DEE1-FF00-B739-D9C785A7F899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IN" dirty="0"/>
              <a:t>Use luac to compile:</a:t>
            </a:r>
          </a:p>
          <a:p>
            <a:pPr lvl="1"/>
            <a:r>
              <a:rPr lang="pl-PL" dirty="0"/>
              <a:t>luac -o mychunk.luac mychunk.lua</a:t>
            </a:r>
          </a:p>
          <a:p>
            <a:r>
              <a:rPr lang="en-IN" dirty="0"/>
              <a:t>Load it in Lua:</a:t>
            </a:r>
          </a:p>
          <a:p>
            <a:pPr lvl="1"/>
            <a:r>
              <a:rPr lang="en-IN" dirty="0" err="1"/>
              <a:t>dofile</a:t>
            </a:r>
            <a:r>
              <a:rPr lang="en-IN" dirty="0"/>
              <a:t>("</a:t>
            </a:r>
            <a:r>
              <a:rPr lang="en-IN" dirty="0" err="1"/>
              <a:t>mychunk.luac</a:t>
            </a:r>
            <a:r>
              <a:rPr lang="en-IN" dirty="0"/>
              <a:t>")</a:t>
            </a:r>
          </a:p>
          <a:p>
            <a:r>
              <a:rPr lang="en-US" dirty="0"/>
              <a:t>This skips parsing and speeds up execution but reduces portability across Lua versions.</a:t>
            </a:r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9F9852D-4D48-2D5A-A845-E32889E27F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Precompiled Chunks (Bytecode)</a:t>
            </a:r>
          </a:p>
        </p:txBody>
      </p:sp>
    </p:spTree>
    <p:extLst>
      <p:ext uri="{BB962C8B-B14F-4D97-AF65-F5344CB8AC3E}">
        <p14:creationId xmlns:p14="http://schemas.microsoft.com/office/powerpoint/2010/main" val="522845436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E6B150-F316-53E5-FEE6-6F8C4A7DB9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1441956-41B9-126E-2917-3FB61CA6D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Example: Lua Code → Compilation Flow (Source → Bytecode)</a:t>
            </a: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113BD56A-524E-2A00-29D6-2B911755054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37312706"/>
              </p:ext>
            </p:extLst>
          </p:nvPr>
        </p:nvGraphicFramePr>
        <p:xfrm>
          <a:off x="140048" y="1397000"/>
          <a:ext cx="9003951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7" name="Group 6">
            <a:extLst>
              <a:ext uri="{FF2B5EF4-FFF2-40B4-BE49-F238E27FC236}">
                <a16:creationId xmlns:a16="http://schemas.microsoft.com/office/drawing/2014/main" id="{F48C5A18-4BB2-3EA6-C688-EDB93C69986A}"/>
              </a:ext>
            </a:extLst>
          </p:cNvPr>
          <p:cNvGrpSpPr/>
          <p:nvPr/>
        </p:nvGrpSpPr>
        <p:grpSpPr>
          <a:xfrm>
            <a:off x="246111" y="2667001"/>
            <a:ext cx="1371600" cy="1364139"/>
            <a:chOff x="0" y="1219199"/>
            <a:chExt cx="1988820" cy="1625600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F4A2B86C-3941-08AF-8B7A-FFA30FF27135}"/>
                </a:ext>
              </a:extLst>
            </p:cNvPr>
            <p:cNvSpPr/>
            <p:nvPr/>
          </p:nvSpPr>
          <p:spPr>
            <a:xfrm>
              <a:off x="0" y="1219199"/>
              <a:ext cx="1988820" cy="162560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9" name="Rectangle: Rounded Corners 4">
              <a:extLst>
                <a:ext uri="{FF2B5EF4-FFF2-40B4-BE49-F238E27FC236}">
                  <a16:creationId xmlns:a16="http://schemas.microsoft.com/office/drawing/2014/main" id="{5F8FF185-FBC9-C060-3EE0-3DA1608E9B45}"/>
                </a:ext>
              </a:extLst>
            </p:cNvPr>
            <p:cNvSpPr txBox="1"/>
            <p:nvPr/>
          </p:nvSpPr>
          <p:spPr>
            <a:xfrm>
              <a:off x="79355" y="1298554"/>
              <a:ext cx="1830110" cy="146689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82880" tIns="182880" rIns="182880" bIns="182880" numCol="1" spcCol="1270" anchor="ctr" anchorCtr="0">
              <a:noAutofit/>
            </a:bodyPr>
            <a:lstStyle/>
            <a:p>
              <a:pPr lvl="0" algn="ctr" defTabSz="2133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fr-FR" dirty="0" err="1"/>
                <a:t>Chunk</a:t>
              </a:r>
              <a:r>
                <a:rPr lang="fr-FR" dirty="0"/>
                <a:t> (source code)</a:t>
              </a:r>
            </a:p>
            <a:p>
              <a:pPr lvl="0" algn="ctr" defTabSz="2133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fr-FR" dirty="0"/>
                <a:t>     ↓ (</a:t>
              </a:r>
              <a:r>
                <a:rPr lang="fr-FR" dirty="0" err="1"/>
                <a:t>llex.c</a:t>
              </a:r>
              <a:r>
                <a:rPr lang="fr-FR" dirty="0"/>
                <a:t>)</a:t>
              </a:r>
              <a:endParaRPr lang="en-IN" b="1" kern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3228328090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7324EFC-4E98-415E-E12D-0AC4CDC21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en-IN" dirty="0"/>
              <a:t>Practical Use Cases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BD4224C3-EF65-3A29-5D64-C1086E07D139}"/>
              </a:ext>
            </a:extLst>
          </p:cNvPr>
          <p:cNvGraphicFramePr>
            <a:graphicFrameLocks noGrp="1"/>
          </p:cNvGraphicFramePr>
          <p:nvPr>
            <p:ph sz="quarter" idx="4294967295"/>
            <p:extLst>
              <p:ext uri="{D42A27DB-BD31-4B8C-83A1-F6EECF244321}">
                <p14:modId xmlns:p14="http://schemas.microsoft.com/office/powerpoint/2010/main" val="3376124073"/>
              </p:ext>
            </p:extLst>
          </p:nvPr>
        </p:nvGraphicFramePr>
        <p:xfrm>
          <a:off x="609600" y="1381125"/>
          <a:ext cx="8228013" cy="48244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62676035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BC88B7-E258-1823-14E2-D943E5C3A5E4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Lexical conventions define the </a:t>
            </a:r>
            <a:r>
              <a:rPr lang="en-US" b="1" dirty="0"/>
              <a:t>syntax rules</a:t>
            </a:r>
            <a:r>
              <a:rPr lang="en-US" dirty="0"/>
              <a:t> of the language — how tokens (keywords, variables, operators, etc.) are formed and recognized.</a:t>
            </a:r>
          </a:p>
          <a:p>
            <a:r>
              <a:rPr lang="en-US" dirty="0"/>
              <a:t>Understanding these is essential for writing valid Lua code and managing global/local variables properly.</a:t>
            </a:r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5869AF-0402-021F-7CA9-1C3BD75C3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Lua Lexical Conventions &amp; Global Variables</a:t>
            </a:r>
          </a:p>
        </p:txBody>
      </p:sp>
    </p:spTree>
    <p:extLst>
      <p:ext uri="{BB962C8B-B14F-4D97-AF65-F5344CB8AC3E}">
        <p14:creationId xmlns:p14="http://schemas.microsoft.com/office/powerpoint/2010/main" val="294839568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3D15C57-5D3D-C68D-A33D-7B8FD99CC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035" y="170122"/>
            <a:ext cx="8205261" cy="785553"/>
          </a:xfrm>
        </p:spPr>
        <p:txBody>
          <a:bodyPr anchor="b">
            <a:normAutofit/>
          </a:bodyPr>
          <a:lstStyle/>
          <a:p>
            <a:r>
              <a:rPr lang="en-IN" dirty="0"/>
              <a:t>Lexical Elements in Lua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89FFFB9-0237-EA05-7548-53036991E6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0660473"/>
              </p:ext>
            </p:extLst>
          </p:nvPr>
        </p:nvGraphicFramePr>
        <p:xfrm>
          <a:off x="838200" y="1381125"/>
          <a:ext cx="7543800" cy="4824419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294428">
                  <a:extLst>
                    <a:ext uri="{9D8B030D-6E8A-4147-A177-3AD203B41FA5}">
                      <a16:colId xmlns:a16="http://schemas.microsoft.com/office/drawing/2014/main" val="3201929756"/>
                    </a:ext>
                  </a:extLst>
                </a:gridCol>
                <a:gridCol w="5249372">
                  <a:extLst>
                    <a:ext uri="{9D8B030D-6E8A-4147-A177-3AD203B41FA5}">
                      <a16:colId xmlns:a16="http://schemas.microsoft.com/office/drawing/2014/main" val="3309142676"/>
                    </a:ext>
                  </a:extLst>
                </a:gridCol>
              </a:tblGrid>
              <a:tr h="576833">
                <a:tc>
                  <a:txBody>
                    <a:bodyPr/>
                    <a:lstStyle/>
                    <a:p>
                      <a:r>
                        <a:rPr lang="en-IN" sz="2600"/>
                        <a:t>Element</a:t>
                      </a:r>
                    </a:p>
                  </a:txBody>
                  <a:tcPr marL="131098" marR="131098" marT="65549" marB="65549" anchor="ctr"/>
                </a:tc>
                <a:tc>
                  <a:txBody>
                    <a:bodyPr/>
                    <a:lstStyle/>
                    <a:p>
                      <a:r>
                        <a:rPr lang="en-IN" sz="2600"/>
                        <a:t>Description</a:t>
                      </a:r>
                    </a:p>
                  </a:txBody>
                  <a:tcPr marL="131098" marR="131098" marT="65549" marB="65549" anchor="ctr"/>
                </a:tc>
                <a:extLst>
                  <a:ext uri="{0D108BD9-81ED-4DB2-BD59-A6C34878D82A}">
                    <a16:rowId xmlns:a16="http://schemas.microsoft.com/office/drawing/2014/main" val="3188207478"/>
                  </a:ext>
                </a:extLst>
              </a:tr>
              <a:tr h="970127">
                <a:tc>
                  <a:txBody>
                    <a:bodyPr/>
                    <a:lstStyle/>
                    <a:p>
                      <a:r>
                        <a:rPr lang="en-IN" sz="2600" b="1"/>
                        <a:t>Identifiers</a:t>
                      </a:r>
                      <a:endParaRPr lang="en-IN" sz="2600"/>
                    </a:p>
                  </a:txBody>
                  <a:tcPr marL="131098" marR="131098" marT="65549" marB="65549" anchor="ctr"/>
                </a:tc>
                <a:tc>
                  <a:txBody>
                    <a:bodyPr/>
                    <a:lstStyle/>
                    <a:p>
                      <a:r>
                        <a:rPr lang="fr-FR" sz="2600" dirty="0" err="1"/>
                        <a:t>Names</a:t>
                      </a:r>
                      <a:r>
                        <a:rPr lang="fr-FR" sz="2600" dirty="0"/>
                        <a:t> for variables, </a:t>
                      </a:r>
                      <a:r>
                        <a:rPr lang="fr-FR" sz="2600" dirty="0" err="1"/>
                        <a:t>functions</a:t>
                      </a:r>
                      <a:r>
                        <a:rPr lang="fr-FR" sz="2600" dirty="0"/>
                        <a:t>, etc.</a:t>
                      </a:r>
                    </a:p>
                  </a:txBody>
                  <a:tcPr marL="131098" marR="131098" marT="65549" marB="65549" anchor="ctr"/>
                </a:tc>
                <a:extLst>
                  <a:ext uri="{0D108BD9-81ED-4DB2-BD59-A6C34878D82A}">
                    <a16:rowId xmlns:a16="http://schemas.microsoft.com/office/drawing/2014/main" val="1871016979"/>
                  </a:ext>
                </a:extLst>
              </a:tr>
              <a:tr h="970127">
                <a:tc>
                  <a:txBody>
                    <a:bodyPr/>
                    <a:lstStyle/>
                    <a:p>
                      <a:r>
                        <a:rPr lang="en-IN" sz="2600" b="1"/>
                        <a:t>Keywords</a:t>
                      </a:r>
                      <a:endParaRPr lang="en-IN" sz="2600"/>
                    </a:p>
                  </a:txBody>
                  <a:tcPr marL="131098" marR="131098" marT="65549" marB="65549" anchor="ctr"/>
                </a:tc>
                <a:tc>
                  <a:txBody>
                    <a:bodyPr/>
                    <a:lstStyle/>
                    <a:p>
                      <a:r>
                        <a:rPr lang="en-US" sz="2600" dirty="0"/>
                        <a:t>Reserved words like if, then, end</a:t>
                      </a:r>
                    </a:p>
                  </a:txBody>
                  <a:tcPr marL="131098" marR="131098" marT="65549" marB="65549" anchor="ctr"/>
                </a:tc>
                <a:extLst>
                  <a:ext uri="{0D108BD9-81ED-4DB2-BD59-A6C34878D82A}">
                    <a16:rowId xmlns:a16="http://schemas.microsoft.com/office/drawing/2014/main" val="1395768245"/>
                  </a:ext>
                </a:extLst>
              </a:tr>
              <a:tr h="576833">
                <a:tc>
                  <a:txBody>
                    <a:bodyPr/>
                    <a:lstStyle/>
                    <a:p>
                      <a:r>
                        <a:rPr lang="en-IN" sz="2600" b="1"/>
                        <a:t>Operators</a:t>
                      </a:r>
                      <a:endParaRPr lang="en-IN" sz="2600"/>
                    </a:p>
                  </a:txBody>
                  <a:tcPr marL="131098" marR="131098" marT="65549" marB="65549" anchor="ctr"/>
                </a:tc>
                <a:tc>
                  <a:txBody>
                    <a:bodyPr/>
                    <a:lstStyle/>
                    <a:p>
                      <a:r>
                        <a:rPr lang="en-IN" sz="2600"/>
                        <a:t>+, -, .., ==, etc.</a:t>
                      </a:r>
                    </a:p>
                  </a:txBody>
                  <a:tcPr marL="131098" marR="131098" marT="65549" marB="65549" anchor="ctr"/>
                </a:tc>
                <a:extLst>
                  <a:ext uri="{0D108BD9-81ED-4DB2-BD59-A6C34878D82A}">
                    <a16:rowId xmlns:a16="http://schemas.microsoft.com/office/drawing/2014/main" val="4120099730"/>
                  </a:ext>
                </a:extLst>
              </a:tr>
              <a:tr h="576833">
                <a:tc>
                  <a:txBody>
                    <a:bodyPr/>
                    <a:lstStyle/>
                    <a:p>
                      <a:r>
                        <a:rPr lang="en-IN" sz="2600" b="1"/>
                        <a:t>Separators</a:t>
                      </a:r>
                      <a:endParaRPr lang="en-IN" sz="2600"/>
                    </a:p>
                  </a:txBody>
                  <a:tcPr marL="131098" marR="131098" marT="65549" marB="65549" anchor="ctr"/>
                </a:tc>
                <a:tc>
                  <a:txBody>
                    <a:bodyPr/>
                    <a:lstStyle/>
                    <a:p>
                      <a:r>
                        <a:rPr lang="en-IN" sz="2600"/>
                        <a:t>(, ), {, }, ,, ;, etc.</a:t>
                      </a:r>
                    </a:p>
                  </a:txBody>
                  <a:tcPr marL="131098" marR="131098" marT="65549" marB="65549" anchor="ctr"/>
                </a:tc>
                <a:extLst>
                  <a:ext uri="{0D108BD9-81ED-4DB2-BD59-A6C34878D82A}">
                    <a16:rowId xmlns:a16="http://schemas.microsoft.com/office/drawing/2014/main" val="3484551009"/>
                  </a:ext>
                </a:extLst>
              </a:tr>
              <a:tr h="576833">
                <a:tc>
                  <a:txBody>
                    <a:bodyPr/>
                    <a:lstStyle/>
                    <a:p>
                      <a:r>
                        <a:rPr lang="en-IN" sz="2600" b="1"/>
                        <a:t>Literals</a:t>
                      </a:r>
                      <a:endParaRPr lang="en-IN" sz="2600"/>
                    </a:p>
                  </a:txBody>
                  <a:tcPr marL="131098" marR="131098" marT="65549" marB="65549" anchor="ctr"/>
                </a:tc>
                <a:tc>
                  <a:txBody>
                    <a:bodyPr/>
                    <a:lstStyle/>
                    <a:p>
                      <a:r>
                        <a:rPr lang="en-IN" sz="2600"/>
                        <a:t>Numbers, strings, booleans, nil</a:t>
                      </a:r>
                    </a:p>
                  </a:txBody>
                  <a:tcPr marL="131098" marR="131098" marT="65549" marB="65549" anchor="ctr"/>
                </a:tc>
                <a:extLst>
                  <a:ext uri="{0D108BD9-81ED-4DB2-BD59-A6C34878D82A}">
                    <a16:rowId xmlns:a16="http://schemas.microsoft.com/office/drawing/2014/main" val="557276374"/>
                  </a:ext>
                </a:extLst>
              </a:tr>
              <a:tr h="576833">
                <a:tc>
                  <a:txBody>
                    <a:bodyPr/>
                    <a:lstStyle/>
                    <a:p>
                      <a:r>
                        <a:rPr lang="en-IN" sz="2600" b="1"/>
                        <a:t>Comments</a:t>
                      </a:r>
                      <a:endParaRPr lang="en-IN" sz="2600"/>
                    </a:p>
                  </a:txBody>
                  <a:tcPr marL="131098" marR="131098" marT="65549" marB="65549" anchor="ctr"/>
                </a:tc>
                <a:tc>
                  <a:txBody>
                    <a:bodyPr/>
                    <a:lstStyle/>
                    <a:p>
                      <a:r>
                        <a:rPr lang="en-IN" sz="2600" dirty="0"/>
                        <a:t>-- line, --[[ block ]]</a:t>
                      </a:r>
                    </a:p>
                  </a:txBody>
                  <a:tcPr marL="131098" marR="131098" marT="65549" marB="65549" anchor="ctr"/>
                </a:tc>
                <a:extLst>
                  <a:ext uri="{0D108BD9-81ED-4DB2-BD59-A6C34878D82A}">
                    <a16:rowId xmlns:a16="http://schemas.microsoft.com/office/drawing/2014/main" val="30373954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6972847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ABC244-3113-3E25-12DA-A29542C9BE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EC62466-36D7-1064-B922-9EA8FCDCBE45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Used to name variables, functions, tables, etc.,</a:t>
            </a:r>
            <a:endParaRPr lang="en-IN" dirty="0"/>
          </a:p>
          <a:p>
            <a:r>
              <a:rPr lang="en-US" dirty="0"/>
              <a:t>Used to name variables, functions, tables, etc.,</a:t>
            </a:r>
          </a:p>
          <a:p>
            <a:r>
              <a:rPr lang="en-US" dirty="0"/>
              <a:t>Rules:</a:t>
            </a:r>
          </a:p>
          <a:p>
            <a:pPr lvl="1"/>
            <a:r>
              <a:rPr lang="en-US" dirty="0"/>
              <a:t>Must start with a letter (A–Z, a–z) or underscore_</a:t>
            </a:r>
          </a:p>
          <a:p>
            <a:pPr lvl="1"/>
            <a:r>
              <a:rPr lang="en-US" dirty="0"/>
              <a:t>Followed by letters, digits, or underscores</a:t>
            </a:r>
            <a:endParaRPr lang="en-IN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F1499F2-2992-A30C-9A46-A4E89E47F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Identifiers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9056925-1D70-F71F-5FAB-5636AD579B4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8333"/>
          <a:stretch>
            <a:fillRect/>
          </a:stretch>
        </p:blipFill>
        <p:spPr>
          <a:xfrm>
            <a:off x="609600" y="4169796"/>
            <a:ext cx="4163006" cy="20574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F6FEAD3-5118-146D-469A-6A4830B6C8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207" y="4169796"/>
            <a:ext cx="4324954" cy="2114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6473165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1E5BB2D-CBC6-A355-09E9-6B02C6731BCE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 vert="horz" lIns="0" tIns="0" rIns="0" bIns="0" rtlCol="0">
            <a:normAutofit/>
          </a:bodyPr>
          <a:lstStyle/>
          <a:p>
            <a:r>
              <a:rPr lang="en-CA" dirty="0"/>
              <a:t>Cannot be used as keywords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021A0F4-A53D-A761-5D5B-2892E1730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0" rIns="0" bIns="0" rtlCol="0" anchor="b" anchorCtr="0">
            <a:normAutofit/>
          </a:bodyPr>
          <a:lstStyle/>
          <a:p>
            <a:r>
              <a:rPr lang="en-IN" dirty="0"/>
              <a:t>Keywords in Lua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E29A487-9AC1-DEF7-74C4-F844C95724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087" y="2376043"/>
            <a:ext cx="6700115" cy="2957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655291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318033-1AD6-E737-0784-43DCD442E7D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57201" y="1381125"/>
            <a:ext cx="4025899" cy="4824414"/>
          </a:xfrm>
        </p:spPr>
        <p:txBody>
          <a:bodyPr vert="horz" lIns="0" tIns="0" rIns="0" bIns="0" rtlCol="0">
            <a:normAutofit/>
          </a:bodyPr>
          <a:lstStyle/>
          <a:p>
            <a:r>
              <a:rPr lang="en-CA" dirty="0"/>
              <a:t>By default, any variable assigned without local is global.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EF3E668-C4A8-4BEA-44D8-469A70033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035" y="170122"/>
            <a:ext cx="8205261" cy="785553"/>
          </a:xfrm>
        </p:spPr>
        <p:txBody>
          <a:bodyPr vert="horz" lIns="0" tIns="0" rIns="0" bIns="0" rtlCol="0" anchor="b" anchorCtr="0">
            <a:normAutofit/>
          </a:bodyPr>
          <a:lstStyle/>
          <a:p>
            <a:r>
              <a:rPr lang="en-IN" dirty="0"/>
              <a:t>Global Variables</a:t>
            </a:r>
          </a:p>
        </p:txBody>
      </p:sp>
      <p:graphicFrame>
        <p:nvGraphicFramePr>
          <p:cNvPr id="13" name="TextBox 10">
            <a:extLst>
              <a:ext uri="{FF2B5EF4-FFF2-40B4-BE49-F238E27FC236}">
                <a16:creationId xmlns:a16="http://schemas.microsoft.com/office/drawing/2014/main" id="{A61EA67D-BE19-F21B-3220-847345CA611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78422328"/>
              </p:ext>
            </p:extLst>
          </p:nvPr>
        </p:nvGraphicFramePr>
        <p:xfrm>
          <a:off x="4659314" y="1381125"/>
          <a:ext cx="4025899" cy="48244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86785957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8908672-4AD5-6197-3357-B09A6AA7A4F7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Lua stores all global variables in the _G table:</a:t>
            </a:r>
          </a:p>
          <a:p>
            <a:r>
              <a:rPr lang="en-IN" dirty="0"/>
              <a:t>x = 42</a:t>
            </a:r>
          </a:p>
          <a:p>
            <a:r>
              <a:rPr lang="en-IN" dirty="0"/>
              <a:t>print(_G["x"])      --&gt; 42</a:t>
            </a:r>
          </a:p>
          <a:p>
            <a:endParaRPr lang="en-IN" dirty="0"/>
          </a:p>
          <a:p>
            <a:r>
              <a:rPr lang="en-IN" dirty="0"/>
              <a:t>_G["</a:t>
            </a:r>
            <a:r>
              <a:rPr lang="en-IN" dirty="0" err="1"/>
              <a:t>newVar</a:t>
            </a:r>
            <a:r>
              <a:rPr lang="en-IN" dirty="0"/>
              <a:t>"] = "Hello"</a:t>
            </a:r>
          </a:p>
          <a:p>
            <a:r>
              <a:rPr lang="en-IN" dirty="0"/>
              <a:t>print(</a:t>
            </a:r>
            <a:r>
              <a:rPr lang="en-IN" dirty="0" err="1"/>
              <a:t>newVar</a:t>
            </a:r>
            <a:r>
              <a:rPr lang="en-IN" dirty="0"/>
              <a:t>)       --&gt; Hello</a:t>
            </a:r>
          </a:p>
          <a:p>
            <a:endParaRPr lang="en-IN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86AE86A-120C-EFFE-857B-97D8290CF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Accessing/Modifying </a:t>
            </a:r>
            <a:r>
              <a:rPr lang="en-IN" dirty="0" err="1"/>
              <a:t>Globals</a:t>
            </a:r>
            <a:r>
              <a:rPr lang="en-IN" dirty="0"/>
              <a:t> Programmatically</a:t>
            </a:r>
          </a:p>
        </p:txBody>
      </p:sp>
    </p:spTree>
    <p:extLst>
      <p:ext uri="{BB962C8B-B14F-4D97-AF65-F5344CB8AC3E}">
        <p14:creationId xmlns:p14="http://schemas.microsoft.com/office/powerpoint/2010/main" val="1221436014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963C937A-8934-E2F3-F409-816D3E1DE3EB}"/>
              </a:ext>
            </a:extLst>
          </p:cNvPr>
          <p:cNvSpPr>
            <a:spLocks noGrp="1" noChangeArrowheads="1"/>
          </p:cNvSpPr>
          <p:nvPr>
            <p:ph sz="quarter" idx="12"/>
          </p:nvPr>
        </p:nvSpPr>
        <p:spPr bwMode="auto"/>
        <p:txBody>
          <a:bodyPr vert="horz" lIns="0" tIns="0" rIns="0" bIns="0" rtlCol="0">
            <a:normAutofit/>
          </a:bodyPr>
          <a:lstStyle/>
          <a:p>
            <a:r>
              <a:rPr lang="en-US" altLang="en-US" dirty="0"/>
              <a:t>Numbers: 10, 3.14, 0xFF</a:t>
            </a:r>
          </a:p>
          <a:p>
            <a:r>
              <a:rPr lang="en-US" altLang="en-US" dirty="0"/>
              <a:t>Strings: 'hello', "world", [[multiline]]</a:t>
            </a:r>
          </a:p>
          <a:p>
            <a:r>
              <a:rPr lang="en-US" altLang="en-US" dirty="0"/>
              <a:t>Booleans: true, false</a:t>
            </a:r>
          </a:p>
          <a:p>
            <a:r>
              <a:rPr lang="en-US" altLang="en-US" dirty="0"/>
              <a:t>Nil: nil (absence of a value)</a:t>
            </a:r>
          </a:p>
          <a:p>
            <a:endParaRPr lang="en-US" alt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4AC6174-C3E6-4FF8-CB15-679D9212C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en-IN" dirty="0"/>
              <a:t>Literals</a:t>
            </a:r>
          </a:p>
        </p:txBody>
      </p:sp>
    </p:spTree>
    <p:extLst>
      <p:ext uri="{BB962C8B-B14F-4D97-AF65-F5344CB8AC3E}">
        <p14:creationId xmlns:p14="http://schemas.microsoft.com/office/powerpoint/2010/main" val="2121785239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FE58D8F-2824-FA4B-7A27-142C549514F2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IN" dirty="0"/>
              <a:t>-- single-line comment</a:t>
            </a:r>
          </a:p>
          <a:p>
            <a:endParaRPr lang="en-IN" dirty="0"/>
          </a:p>
          <a:p>
            <a:r>
              <a:rPr lang="en-IN" dirty="0"/>
              <a:t>--[[</a:t>
            </a:r>
          </a:p>
          <a:p>
            <a:r>
              <a:rPr lang="en-IN" dirty="0"/>
              <a:t>   multi-line comment</a:t>
            </a:r>
          </a:p>
          <a:p>
            <a:r>
              <a:rPr lang="en-IN" dirty="0"/>
              <a:t>]]</a:t>
            </a:r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9837779-55A6-60F2-2BBF-0947E758C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Comments</a:t>
            </a:r>
          </a:p>
        </p:txBody>
      </p:sp>
    </p:spTree>
    <p:extLst>
      <p:ext uri="{BB962C8B-B14F-4D97-AF65-F5344CB8AC3E}">
        <p14:creationId xmlns:p14="http://schemas.microsoft.com/office/powerpoint/2010/main" val="758531444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1">
            <a:extLst>
              <a:ext uri="{FF2B5EF4-FFF2-40B4-BE49-F238E27FC236}">
                <a16:creationId xmlns:a16="http://schemas.microsoft.com/office/drawing/2014/main" id="{CF2ABDE7-FE79-4778-69F9-DA0732CF7011}"/>
              </a:ext>
            </a:extLst>
          </p:cNvPr>
          <p:cNvGraphicFramePr>
            <a:graphicFrameLocks noGrp="1"/>
          </p:cNvGraphicFramePr>
          <p:nvPr>
            <p:ph sz="quarter" idx="12"/>
            <p:extLst>
              <p:ext uri="{D42A27DB-BD31-4B8C-83A1-F6EECF244321}">
                <p14:modId xmlns:p14="http://schemas.microsoft.com/office/powerpoint/2010/main" val="3788642094"/>
              </p:ext>
            </p:extLst>
          </p:nvPr>
        </p:nvGraphicFramePr>
        <p:xfrm>
          <a:off x="457200" y="1381125"/>
          <a:ext cx="8228013" cy="48244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C02A81B0-C6DC-3A1E-5337-57AF0CE744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en-US" dirty="0"/>
              <a:t>Types and Values Nil Booleans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47037893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6F9F1CD-3CE5-2253-DBD8-33AD25FEA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Type Checking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8B6E92-EEDE-AD69-396B-84A81D2A10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2114367"/>
            <a:ext cx="5934903" cy="1314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9162257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3677281-6665-B4E5-5DCC-4B2EF73BC6F5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Represents the absence of a value or non-existence.</a:t>
            </a:r>
          </a:p>
          <a:p>
            <a:r>
              <a:rPr lang="en-US" dirty="0"/>
              <a:t>Used to delete table entries or mark uninitialized variables.</a:t>
            </a:r>
          </a:p>
          <a:p>
            <a:r>
              <a:rPr lang="en-US" dirty="0"/>
              <a:t>local x</a:t>
            </a:r>
          </a:p>
          <a:p>
            <a:r>
              <a:rPr lang="en-US" dirty="0"/>
              <a:t>print(x)        --&gt; nil</a:t>
            </a:r>
          </a:p>
          <a:p>
            <a:r>
              <a:rPr lang="en-US" dirty="0"/>
              <a:t>x = nil         -- explicitly clearing a variable</a:t>
            </a:r>
          </a:p>
          <a:p>
            <a:r>
              <a:rPr lang="en-US" dirty="0"/>
              <a:t>Accessing a non-existent global returns nil</a:t>
            </a:r>
          </a:p>
          <a:p>
            <a:r>
              <a:rPr lang="en-US" dirty="0"/>
              <a:t>print(</a:t>
            </a:r>
            <a:r>
              <a:rPr lang="en-US" dirty="0" err="1"/>
              <a:t>someUndefinedVar</a:t>
            </a:r>
            <a:r>
              <a:rPr lang="en-US" dirty="0"/>
              <a:t>)   --&gt; nil</a:t>
            </a:r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139B09E-259D-6732-4F0B-8AB7E8193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Type: nil</a:t>
            </a:r>
          </a:p>
        </p:txBody>
      </p:sp>
    </p:spTree>
    <p:extLst>
      <p:ext uri="{BB962C8B-B14F-4D97-AF65-F5344CB8AC3E}">
        <p14:creationId xmlns:p14="http://schemas.microsoft.com/office/powerpoint/2010/main" val="1396555729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82EB0DC-D7DB-4474-DC3C-67850FECF795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Lua uses  </a:t>
            </a:r>
            <a:r>
              <a:rPr lang="en-US" dirty="0" err="1"/>
              <a:t>boolean</a:t>
            </a:r>
            <a:r>
              <a:rPr lang="en-US" dirty="0"/>
              <a:t> values:</a:t>
            </a:r>
          </a:p>
          <a:p>
            <a:pPr lvl="1"/>
            <a:r>
              <a:rPr lang="en-US" dirty="0"/>
              <a:t>true</a:t>
            </a:r>
          </a:p>
          <a:p>
            <a:pPr lvl="1"/>
            <a:r>
              <a:rPr lang="en-US" dirty="0"/>
              <a:t>False</a:t>
            </a:r>
          </a:p>
          <a:p>
            <a:r>
              <a:rPr lang="en-US" dirty="0"/>
              <a:t>Only false and nil are </a:t>
            </a:r>
            <a:r>
              <a:rPr lang="en-US" dirty="0" err="1"/>
              <a:t>falsy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Everything else (even 0 and "") is treated as true.</a:t>
            </a:r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BC23020-8FFA-3B61-2799-5A69ACB94E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Type: </a:t>
            </a:r>
            <a:r>
              <a:rPr lang="en-IN" dirty="0" err="1"/>
              <a:t>boolean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67075754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2DA059-88F8-9DFB-AC6D-0D6AC8A475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95603D5-4C01-7FAB-C992-F8AEE4395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Type: </a:t>
            </a:r>
            <a:r>
              <a:rPr lang="en-IN" dirty="0" err="1"/>
              <a:t>boolean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39D7457-1769-B738-46E5-904B333DB6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236" y="1600200"/>
            <a:ext cx="6513095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1995118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C06D92-5055-4DC2-C672-A2A88A7CD2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A0B11F3-0AD3-9ADD-B50F-23EED98F9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Summary Table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97504D7-E33E-B328-BC2B-7DA98CD83C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449" y="1600200"/>
            <a:ext cx="7754432" cy="4620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1403247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F05A1CB-3948-D8A1-CEE3-FF80FB04E930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b="1" dirty="0"/>
              <a:t>The Stand-Alone Interpreter</a:t>
            </a:r>
            <a:r>
              <a:rPr lang="en-US" dirty="0"/>
              <a:t> typically refers to the </a:t>
            </a:r>
            <a:r>
              <a:rPr lang="en-US" b="1" dirty="0"/>
              <a:t>command-line version of a language interpreter.</a:t>
            </a:r>
          </a:p>
          <a:p>
            <a:r>
              <a:rPr lang="en-US" dirty="0"/>
              <a:t>It runs independently, without requiring embedding into another application or development environment.</a:t>
            </a:r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2111189-96E2-2AF1-6BEC-760CE2C07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Standalone Interpreter</a:t>
            </a:r>
          </a:p>
        </p:txBody>
      </p:sp>
    </p:spTree>
    <p:extLst>
      <p:ext uri="{BB962C8B-B14F-4D97-AF65-F5344CB8AC3E}">
        <p14:creationId xmlns:p14="http://schemas.microsoft.com/office/powerpoint/2010/main" val="3016879310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B05A528-66E7-B3F6-EF71-B4336E377D76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stand-alone interpreter</a:t>
            </a:r>
            <a:r>
              <a:rPr lang="en-US" dirty="0"/>
              <a:t> is an executable program that:</a:t>
            </a:r>
          </a:p>
          <a:p>
            <a:pPr lvl="1"/>
            <a:r>
              <a:rPr lang="en-US" dirty="0"/>
              <a:t>Reads code (from files or directly from standard input),</a:t>
            </a:r>
          </a:p>
          <a:p>
            <a:pPr lvl="1"/>
            <a:r>
              <a:rPr lang="en-US" dirty="0"/>
              <a:t>Parses and executes the code line-by-line or as a whole script,</a:t>
            </a:r>
          </a:p>
          <a:p>
            <a:pPr lvl="1"/>
            <a:r>
              <a:rPr lang="en-US" dirty="0"/>
              <a:t>Requires no additional embedding in another application.</a:t>
            </a:r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C7F85BC-BB49-C6A7-4A71-0FAF80736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Definition</a:t>
            </a:r>
          </a:p>
        </p:txBody>
      </p:sp>
    </p:spTree>
    <p:extLst>
      <p:ext uri="{BB962C8B-B14F-4D97-AF65-F5344CB8AC3E}">
        <p14:creationId xmlns:p14="http://schemas.microsoft.com/office/powerpoint/2010/main" val="2453134863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5654687-BE35-9E7A-004E-616DF2247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035" y="170122"/>
            <a:ext cx="8205261" cy="785553"/>
          </a:xfrm>
        </p:spPr>
        <p:txBody>
          <a:bodyPr anchor="b">
            <a:normAutofit/>
          </a:bodyPr>
          <a:lstStyle/>
          <a:p>
            <a:r>
              <a:rPr lang="en-IN" dirty="0"/>
              <a:t>Examples of Stand-Alone Interpreters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8DE33EF-6B5A-C0FA-10C9-8FD44AD8FB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8308385"/>
              </p:ext>
            </p:extLst>
          </p:nvPr>
        </p:nvGraphicFramePr>
        <p:xfrm>
          <a:off x="557739" y="1381125"/>
          <a:ext cx="8205260" cy="4824418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191957">
                  <a:extLst>
                    <a:ext uri="{9D8B030D-6E8A-4147-A177-3AD203B41FA5}">
                      <a16:colId xmlns:a16="http://schemas.microsoft.com/office/drawing/2014/main" val="2865676011"/>
                    </a:ext>
                  </a:extLst>
                </a:gridCol>
                <a:gridCol w="2706501">
                  <a:extLst>
                    <a:ext uri="{9D8B030D-6E8A-4147-A177-3AD203B41FA5}">
                      <a16:colId xmlns:a16="http://schemas.microsoft.com/office/drawing/2014/main" val="646453922"/>
                    </a:ext>
                  </a:extLst>
                </a:gridCol>
                <a:gridCol w="3306802">
                  <a:extLst>
                    <a:ext uri="{9D8B030D-6E8A-4147-A177-3AD203B41FA5}">
                      <a16:colId xmlns:a16="http://schemas.microsoft.com/office/drawing/2014/main" val="669362938"/>
                    </a:ext>
                  </a:extLst>
                </a:gridCol>
              </a:tblGrid>
              <a:tr h="776102">
                <a:tc>
                  <a:txBody>
                    <a:bodyPr/>
                    <a:lstStyle/>
                    <a:p>
                      <a:r>
                        <a:rPr lang="en-IN" sz="2100"/>
                        <a:t>Language</a:t>
                      </a:r>
                    </a:p>
                  </a:txBody>
                  <a:tcPr marL="104879" marR="104879" marT="52439" marB="52439" anchor="ctr"/>
                </a:tc>
                <a:tc>
                  <a:txBody>
                    <a:bodyPr/>
                    <a:lstStyle/>
                    <a:p>
                      <a:r>
                        <a:rPr lang="en-IN" sz="2100"/>
                        <a:t>Interpreter Command</a:t>
                      </a:r>
                    </a:p>
                  </a:txBody>
                  <a:tcPr marL="104879" marR="104879" marT="52439" marB="52439" anchor="ctr"/>
                </a:tc>
                <a:tc>
                  <a:txBody>
                    <a:bodyPr/>
                    <a:lstStyle/>
                    <a:p>
                      <a:r>
                        <a:rPr lang="en-IN" sz="2100"/>
                        <a:t>Description</a:t>
                      </a:r>
                    </a:p>
                  </a:txBody>
                  <a:tcPr marL="104879" marR="104879" marT="52439" marB="52439" anchor="ctr"/>
                </a:tc>
                <a:extLst>
                  <a:ext uri="{0D108BD9-81ED-4DB2-BD59-A6C34878D82A}">
                    <a16:rowId xmlns:a16="http://schemas.microsoft.com/office/drawing/2014/main" val="1683593704"/>
                  </a:ext>
                </a:extLst>
              </a:tr>
              <a:tr h="1090738">
                <a:tc>
                  <a:txBody>
                    <a:bodyPr/>
                    <a:lstStyle/>
                    <a:p>
                      <a:r>
                        <a:rPr lang="en-IN" sz="2100" b="1" dirty="0"/>
                        <a:t>Lua</a:t>
                      </a:r>
                      <a:endParaRPr lang="en-IN" sz="2100" dirty="0"/>
                    </a:p>
                  </a:txBody>
                  <a:tcPr marL="104879" marR="104879" marT="52439" marB="52439" anchor="ctr"/>
                </a:tc>
                <a:tc>
                  <a:txBody>
                    <a:bodyPr/>
                    <a:lstStyle/>
                    <a:p>
                      <a:r>
                        <a:rPr lang="en-IN" sz="2100" dirty="0"/>
                        <a:t>lua</a:t>
                      </a:r>
                    </a:p>
                  </a:txBody>
                  <a:tcPr marL="104879" marR="104879" marT="52439" marB="52439" anchor="ctr"/>
                </a:tc>
                <a:tc>
                  <a:txBody>
                    <a:bodyPr/>
                    <a:lstStyle/>
                    <a:p>
                      <a:r>
                        <a:rPr lang="en-US" sz="2100"/>
                        <a:t>The stand-alone Lua interpreter that executes .lua scripts.</a:t>
                      </a:r>
                    </a:p>
                  </a:txBody>
                  <a:tcPr marL="104879" marR="104879" marT="52439" marB="52439" anchor="ctr"/>
                </a:tc>
                <a:extLst>
                  <a:ext uri="{0D108BD9-81ED-4DB2-BD59-A6C34878D82A}">
                    <a16:rowId xmlns:a16="http://schemas.microsoft.com/office/drawing/2014/main" val="3406931845"/>
                  </a:ext>
                </a:extLst>
              </a:tr>
              <a:tr h="1090738">
                <a:tc>
                  <a:txBody>
                    <a:bodyPr/>
                    <a:lstStyle/>
                    <a:p>
                      <a:r>
                        <a:rPr lang="en-IN" sz="2100" b="1"/>
                        <a:t>Python</a:t>
                      </a:r>
                      <a:endParaRPr lang="en-IN" sz="2100"/>
                    </a:p>
                  </a:txBody>
                  <a:tcPr marL="104879" marR="104879" marT="52439" marB="52439" anchor="ctr"/>
                </a:tc>
                <a:tc>
                  <a:txBody>
                    <a:bodyPr/>
                    <a:lstStyle/>
                    <a:p>
                      <a:r>
                        <a:rPr lang="en-IN" sz="2100"/>
                        <a:t>python / python3</a:t>
                      </a:r>
                    </a:p>
                  </a:txBody>
                  <a:tcPr marL="104879" marR="104879" marT="52439" marB="52439" anchor="ctr"/>
                </a:tc>
                <a:tc>
                  <a:txBody>
                    <a:bodyPr/>
                    <a:lstStyle/>
                    <a:p>
                      <a:r>
                        <a:rPr lang="en-US" sz="2100"/>
                        <a:t>Runs .py files or opens an interactive shell.</a:t>
                      </a:r>
                    </a:p>
                  </a:txBody>
                  <a:tcPr marL="104879" marR="104879" marT="52439" marB="52439" anchor="ctr"/>
                </a:tc>
                <a:extLst>
                  <a:ext uri="{0D108BD9-81ED-4DB2-BD59-A6C34878D82A}">
                    <a16:rowId xmlns:a16="http://schemas.microsoft.com/office/drawing/2014/main" val="769651411"/>
                  </a:ext>
                </a:extLst>
              </a:tr>
              <a:tr h="1090738">
                <a:tc>
                  <a:txBody>
                    <a:bodyPr/>
                    <a:lstStyle/>
                    <a:p>
                      <a:r>
                        <a:rPr lang="en-IN" sz="2100" b="1"/>
                        <a:t>Ruby</a:t>
                      </a:r>
                      <a:endParaRPr lang="en-IN" sz="2100"/>
                    </a:p>
                  </a:txBody>
                  <a:tcPr marL="104879" marR="104879" marT="52439" marB="52439" anchor="ctr"/>
                </a:tc>
                <a:tc>
                  <a:txBody>
                    <a:bodyPr/>
                    <a:lstStyle/>
                    <a:p>
                      <a:r>
                        <a:rPr lang="en-IN" sz="2100"/>
                        <a:t>irb / ruby</a:t>
                      </a:r>
                    </a:p>
                  </a:txBody>
                  <a:tcPr marL="104879" marR="104879" marT="52439" marB="52439" anchor="ctr"/>
                </a:tc>
                <a:tc>
                  <a:txBody>
                    <a:bodyPr/>
                    <a:lstStyle/>
                    <a:p>
                      <a:r>
                        <a:rPr lang="en-US" sz="2100"/>
                        <a:t>Executes .rb files or opens an interactive Ruby shell.</a:t>
                      </a:r>
                    </a:p>
                  </a:txBody>
                  <a:tcPr marL="104879" marR="104879" marT="52439" marB="52439" anchor="ctr"/>
                </a:tc>
                <a:extLst>
                  <a:ext uri="{0D108BD9-81ED-4DB2-BD59-A6C34878D82A}">
                    <a16:rowId xmlns:a16="http://schemas.microsoft.com/office/drawing/2014/main" val="3542304355"/>
                  </a:ext>
                </a:extLst>
              </a:tr>
              <a:tr h="776102">
                <a:tc>
                  <a:txBody>
                    <a:bodyPr/>
                    <a:lstStyle/>
                    <a:p>
                      <a:r>
                        <a:rPr lang="en-IN" sz="2100" b="1"/>
                        <a:t>Node.js (JavaScript)</a:t>
                      </a:r>
                      <a:endParaRPr lang="en-IN" sz="2100"/>
                    </a:p>
                  </a:txBody>
                  <a:tcPr marL="104879" marR="104879" marT="52439" marB="52439" anchor="ctr"/>
                </a:tc>
                <a:tc>
                  <a:txBody>
                    <a:bodyPr/>
                    <a:lstStyle/>
                    <a:p>
                      <a:r>
                        <a:rPr lang="en-IN" sz="2100"/>
                        <a:t>node</a:t>
                      </a:r>
                    </a:p>
                  </a:txBody>
                  <a:tcPr marL="104879" marR="104879" marT="52439" marB="52439" anchor="ctr"/>
                </a:tc>
                <a:tc>
                  <a:txBody>
                    <a:bodyPr/>
                    <a:lstStyle/>
                    <a:p>
                      <a:r>
                        <a:rPr lang="en-IN" sz="2100" dirty="0"/>
                        <a:t>Runs .</a:t>
                      </a:r>
                      <a:r>
                        <a:rPr lang="en-IN" sz="2100" dirty="0" err="1"/>
                        <a:t>js</a:t>
                      </a:r>
                      <a:r>
                        <a:rPr lang="en-IN" sz="2100" dirty="0"/>
                        <a:t> files or opens a JavaScript REPL.</a:t>
                      </a:r>
                    </a:p>
                  </a:txBody>
                  <a:tcPr marL="104879" marR="104879" marT="52439" marB="52439" anchor="ctr"/>
                </a:tc>
                <a:extLst>
                  <a:ext uri="{0D108BD9-81ED-4DB2-BD59-A6C34878D82A}">
                    <a16:rowId xmlns:a16="http://schemas.microsoft.com/office/drawing/2014/main" val="12239127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87374430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A7F850D-C64E-882D-F1FC-6A1610DC0987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IN" dirty="0"/>
              <a:t>lua </a:t>
            </a:r>
            <a:r>
              <a:rPr lang="en-IN" dirty="0" err="1"/>
              <a:t>myscript.lua</a:t>
            </a:r>
            <a:endParaRPr lang="en-IN" dirty="0"/>
          </a:p>
          <a:p>
            <a:r>
              <a:rPr lang="en-IN" dirty="0"/>
              <a:t>lua</a:t>
            </a:r>
          </a:p>
          <a:p>
            <a:r>
              <a:rPr lang="en-IN" dirty="0"/>
              <a:t>&gt; print(“Ticking…")</a:t>
            </a:r>
          </a:p>
          <a:p>
            <a:r>
              <a:rPr lang="en-US" dirty="0" err="1"/>
              <a:t>lua</a:t>
            </a:r>
            <a:r>
              <a:rPr lang="en-US" dirty="0"/>
              <a:t> is the stand-alone interpreter.</a:t>
            </a:r>
          </a:p>
          <a:p>
            <a:r>
              <a:rPr lang="en-US" dirty="0"/>
              <a:t>It reads the file or user input and executes Lua code directly.</a:t>
            </a:r>
            <a:endParaRPr lang="en-IN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40A29CD-E49F-89FC-3DA3-B157EEBB5E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Lua Example (Stand-Alone Interpreter)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376885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B93BFB6-F36A-375D-AC7B-451563501B12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✔️ Simple and fast setup</a:t>
            </a:r>
          </a:p>
          <a:p>
            <a:r>
              <a:rPr lang="en-US" dirty="0"/>
              <a:t>✔️ Useful for scripting, testing, and automation</a:t>
            </a:r>
          </a:p>
          <a:p>
            <a:r>
              <a:rPr lang="en-US" dirty="0"/>
              <a:t>✔️ Portable across systems (especially with small interpreters like Lua)</a:t>
            </a:r>
          </a:p>
          <a:p>
            <a:r>
              <a:rPr lang="en-US" dirty="0"/>
              <a:t>❌ May lack the full capabilities of integrated environments or frameworks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B28B188-45D2-245C-84EE-7BFD8B1C6D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Features of Stand-Alone Interpreters</a:t>
            </a:r>
          </a:p>
        </p:txBody>
      </p:sp>
    </p:spTree>
    <p:extLst>
      <p:ext uri="{BB962C8B-B14F-4D97-AF65-F5344CB8AC3E}">
        <p14:creationId xmlns:p14="http://schemas.microsoft.com/office/powerpoint/2010/main" val="464842886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96D9CE5-79DC-C7CB-4064-17A604DC5BED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Running simple scripts or automation tasks</a:t>
            </a:r>
          </a:p>
          <a:p>
            <a:r>
              <a:rPr lang="en-US" dirty="0"/>
              <a:t>Quick prototyping or interactive debugging</a:t>
            </a:r>
          </a:p>
          <a:p>
            <a:r>
              <a:rPr lang="en-US" dirty="0"/>
              <a:t>Embedding logic in command-line utilities</a:t>
            </a:r>
          </a:p>
          <a:p>
            <a:r>
              <a:rPr lang="en-US" dirty="0"/>
              <a:t>Learning and experimenting with code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9E1A86C-C1DE-FD7E-477F-47381F6F78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Use Cases</a:t>
            </a:r>
          </a:p>
        </p:txBody>
      </p:sp>
    </p:spTree>
    <p:extLst>
      <p:ext uri="{BB962C8B-B14F-4D97-AF65-F5344CB8AC3E}">
        <p14:creationId xmlns:p14="http://schemas.microsoft.com/office/powerpoint/2010/main" val="1141980803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380067F-D3AB-D34D-4517-72F324D06F1B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b="1" dirty="0"/>
              <a:t>Numerals</a:t>
            </a:r>
            <a:r>
              <a:rPr lang="en-US" dirty="0"/>
              <a:t> refer to the </a:t>
            </a:r>
            <a:r>
              <a:rPr lang="en-US" b="1" dirty="0"/>
              <a:t>number literals</a:t>
            </a:r>
            <a:r>
              <a:rPr lang="en-US" dirty="0"/>
              <a:t> used to represent numeric values directly in the code.</a:t>
            </a:r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24E81C1-456D-775B-46E0-75BCC28495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Numerals – In Programming and Scripting (e.g., Lua, Python)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93460881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C9C0FAA-B165-9D09-3494-46B825299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Types of Numerals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70DC9B9-2B0E-BEBF-4671-9A8A65F35C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981200"/>
            <a:ext cx="5791200" cy="3281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3992914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E542B3-DBA3-4C7F-00CA-14D69830C4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6FBD2DF-07E3-87F9-8F99-E2EF5449F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Types of Numerals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B16401-8685-7254-9FC1-332B7A8C65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1810325"/>
            <a:ext cx="5486400" cy="3553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9811332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35044-38B7-77BA-5FCC-0F59A727F2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F1E355F-0157-4E56-DE8F-6C65652A5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Types of Numerals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AD08A8-EAAB-B8C2-6D95-5C90E24425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2057400"/>
            <a:ext cx="6659218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3549473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15B488-342E-2F09-0090-EFFC58075E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496C258-5B55-C5C8-D132-AD339F3424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035" y="170122"/>
            <a:ext cx="8205261" cy="785553"/>
          </a:xfrm>
        </p:spPr>
        <p:txBody>
          <a:bodyPr anchor="b">
            <a:normAutofit/>
          </a:bodyPr>
          <a:lstStyle/>
          <a:p>
            <a:r>
              <a:rPr lang="en-IN" dirty="0"/>
              <a:t>Types of Numerals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4DC47EC-223A-1149-B0E0-65DE15026C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6450578"/>
              </p:ext>
            </p:extLst>
          </p:nvPr>
        </p:nvGraphicFramePr>
        <p:xfrm>
          <a:off x="457201" y="1931530"/>
          <a:ext cx="8209096" cy="3723605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052669">
                  <a:extLst>
                    <a:ext uri="{9D8B030D-6E8A-4147-A177-3AD203B41FA5}">
                      <a16:colId xmlns:a16="http://schemas.microsoft.com/office/drawing/2014/main" val="2992362274"/>
                    </a:ext>
                  </a:extLst>
                </a:gridCol>
                <a:gridCol w="2216760">
                  <a:extLst>
                    <a:ext uri="{9D8B030D-6E8A-4147-A177-3AD203B41FA5}">
                      <a16:colId xmlns:a16="http://schemas.microsoft.com/office/drawing/2014/main" val="1156410716"/>
                    </a:ext>
                  </a:extLst>
                </a:gridCol>
                <a:gridCol w="1838899">
                  <a:extLst>
                    <a:ext uri="{9D8B030D-6E8A-4147-A177-3AD203B41FA5}">
                      <a16:colId xmlns:a16="http://schemas.microsoft.com/office/drawing/2014/main" val="1473400990"/>
                    </a:ext>
                  </a:extLst>
                </a:gridCol>
                <a:gridCol w="2100768">
                  <a:extLst>
                    <a:ext uri="{9D8B030D-6E8A-4147-A177-3AD203B41FA5}">
                      <a16:colId xmlns:a16="http://schemas.microsoft.com/office/drawing/2014/main" val="2660425396"/>
                    </a:ext>
                  </a:extLst>
                </a:gridCol>
              </a:tblGrid>
              <a:tr h="1035890">
                <a:tc>
                  <a:txBody>
                    <a:bodyPr/>
                    <a:lstStyle/>
                    <a:p>
                      <a:r>
                        <a:rPr lang="en-IN" sz="2800"/>
                        <a:t>Language</a:t>
                      </a:r>
                    </a:p>
                  </a:txBody>
                  <a:tcPr marL="139985" marR="139985" marT="69993" marB="69993" anchor="ctr"/>
                </a:tc>
                <a:tc>
                  <a:txBody>
                    <a:bodyPr/>
                    <a:lstStyle/>
                    <a:p>
                      <a:r>
                        <a:rPr lang="en-IN" sz="2800"/>
                        <a:t>Integer Example</a:t>
                      </a:r>
                    </a:p>
                  </a:txBody>
                  <a:tcPr marL="139985" marR="139985" marT="69993" marB="69993" anchor="ctr"/>
                </a:tc>
                <a:tc>
                  <a:txBody>
                    <a:bodyPr/>
                    <a:lstStyle/>
                    <a:p>
                      <a:r>
                        <a:rPr lang="en-IN" sz="2800"/>
                        <a:t>Float Example</a:t>
                      </a:r>
                    </a:p>
                  </a:txBody>
                  <a:tcPr marL="139985" marR="139985" marT="69993" marB="69993" anchor="ctr"/>
                </a:tc>
                <a:tc>
                  <a:txBody>
                    <a:bodyPr/>
                    <a:lstStyle/>
                    <a:p>
                      <a:r>
                        <a:rPr lang="en-IN" sz="2800"/>
                        <a:t>Scientific Notation</a:t>
                      </a:r>
                    </a:p>
                  </a:txBody>
                  <a:tcPr marL="139985" marR="139985" marT="69993" marB="69993" anchor="ctr"/>
                </a:tc>
                <a:extLst>
                  <a:ext uri="{0D108BD9-81ED-4DB2-BD59-A6C34878D82A}">
                    <a16:rowId xmlns:a16="http://schemas.microsoft.com/office/drawing/2014/main" val="1038501824"/>
                  </a:ext>
                </a:extLst>
              </a:tr>
              <a:tr h="615935">
                <a:tc>
                  <a:txBody>
                    <a:bodyPr/>
                    <a:lstStyle/>
                    <a:p>
                      <a:r>
                        <a:rPr lang="en-IN" sz="2800" b="1"/>
                        <a:t>Python</a:t>
                      </a:r>
                      <a:endParaRPr lang="en-IN" sz="2800"/>
                    </a:p>
                  </a:txBody>
                  <a:tcPr marL="139985" marR="139985" marT="69993" marB="69993" anchor="ctr"/>
                </a:tc>
                <a:tc>
                  <a:txBody>
                    <a:bodyPr/>
                    <a:lstStyle/>
                    <a:p>
                      <a:r>
                        <a:rPr lang="en-IN" sz="2800"/>
                        <a:t>x = 42</a:t>
                      </a:r>
                    </a:p>
                  </a:txBody>
                  <a:tcPr marL="139985" marR="139985" marT="69993" marB="69993" anchor="ctr"/>
                </a:tc>
                <a:tc>
                  <a:txBody>
                    <a:bodyPr/>
                    <a:lstStyle/>
                    <a:p>
                      <a:r>
                        <a:rPr lang="en-IN" sz="2800"/>
                        <a:t>y = 3.14</a:t>
                      </a:r>
                    </a:p>
                  </a:txBody>
                  <a:tcPr marL="139985" marR="139985" marT="69993" marB="69993" anchor="ctr"/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z = 1.5e2</a:t>
                      </a:r>
                    </a:p>
                  </a:txBody>
                  <a:tcPr marL="139985" marR="139985" marT="69993" marB="69993" anchor="ctr"/>
                </a:tc>
                <a:extLst>
                  <a:ext uri="{0D108BD9-81ED-4DB2-BD59-A6C34878D82A}">
                    <a16:rowId xmlns:a16="http://schemas.microsoft.com/office/drawing/2014/main" val="3623464075"/>
                  </a:ext>
                </a:extLst>
              </a:tr>
              <a:tr h="1035890">
                <a:tc>
                  <a:txBody>
                    <a:bodyPr/>
                    <a:lstStyle/>
                    <a:p>
                      <a:r>
                        <a:rPr lang="en-IN" sz="2800" b="1"/>
                        <a:t>JavaScript</a:t>
                      </a:r>
                      <a:endParaRPr lang="en-IN" sz="2800"/>
                    </a:p>
                  </a:txBody>
                  <a:tcPr marL="139985" marR="139985" marT="69993" marB="69993" anchor="ctr"/>
                </a:tc>
                <a:tc>
                  <a:txBody>
                    <a:bodyPr/>
                    <a:lstStyle/>
                    <a:p>
                      <a:r>
                        <a:rPr lang="en-IN" sz="2800"/>
                        <a:t>let a = 10;</a:t>
                      </a:r>
                    </a:p>
                  </a:txBody>
                  <a:tcPr marL="139985" marR="139985" marT="69993" marB="69993" anchor="ctr"/>
                </a:tc>
                <a:tc>
                  <a:txBody>
                    <a:bodyPr/>
                    <a:lstStyle/>
                    <a:p>
                      <a:r>
                        <a:rPr lang="en-IN" sz="2800"/>
                        <a:t>let b = 2.5;</a:t>
                      </a:r>
                    </a:p>
                  </a:txBody>
                  <a:tcPr marL="139985" marR="139985" marT="69993" marB="69993" anchor="ctr"/>
                </a:tc>
                <a:tc>
                  <a:txBody>
                    <a:bodyPr/>
                    <a:lstStyle/>
                    <a:p>
                      <a:r>
                        <a:rPr lang="en-IN" sz="2800"/>
                        <a:t>let c = 1.2e-3;</a:t>
                      </a:r>
                    </a:p>
                  </a:txBody>
                  <a:tcPr marL="139985" marR="139985" marT="69993" marB="69993" anchor="ctr"/>
                </a:tc>
                <a:extLst>
                  <a:ext uri="{0D108BD9-81ED-4DB2-BD59-A6C34878D82A}">
                    <a16:rowId xmlns:a16="http://schemas.microsoft.com/office/drawing/2014/main" val="2306363694"/>
                  </a:ext>
                </a:extLst>
              </a:tr>
              <a:tr h="1035890">
                <a:tc>
                  <a:txBody>
                    <a:bodyPr/>
                    <a:lstStyle/>
                    <a:p>
                      <a:r>
                        <a:rPr lang="en-IN" sz="2800" b="1"/>
                        <a:t>C</a:t>
                      </a:r>
                      <a:endParaRPr lang="en-IN" sz="2800"/>
                    </a:p>
                  </a:txBody>
                  <a:tcPr marL="139985" marR="139985" marT="69993" marB="69993" anchor="ctr"/>
                </a:tc>
                <a:tc>
                  <a:txBody>
                    <a:bodyPr/>
                    <a:lstStyle/>
                    <a:p>
                      <a:r>
                        <a:rPr lang="en-IN" sz="2800"/>
                        <a:t>int x = 5;</a:t>
                      </a:r>
                    </a:p>
                  </a:txBody>
                  <a:tcPr marL="139985" marR="139985" marT="69993" marB="69993" anchor="ctr"/>
                </a:tc>
                <a:tc>
                  <a:txBody>
                    <a:bodyPr/>
                    <a:lstStyle/>
                    <a:p>
                      <a:r>
                        <a:rPr lang="en-IN" sz="2800"/>
                        <a:t>float y = 6.7;</a:t>
                      </a:r>
                    </a:p>
                  </a:txBody>
                  <a:tcPr marL="139985" marR="139985" marT="69993" marB="69993" anchor="ctr"/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double z = 3.0e4;</a:t>
                      </a:r>
                    </a:p>
                  </a:txBody>
                  <a:tcPr marL="139985" marR="139985" marT="69993" marB="69993" anchor="ctr"/>
                </a:tc>
                <a:extLst>
                  <a:ext uri="{0D108BD9-81ED-4DB2-BD59-A6C34878D82A}">
                    <a16:rowId xmlns:a16="http://schemas.microsoft.com/office/drawing/2014/main" val="23049320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2544968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0B4B04C-AF31-A555-B9B4-232488E51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Arithmetic Operators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16D50CD-06A7-F12B-A14A-DEFB3075CF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4279425"/>
              </p:ext>
            </p:extLst>
          </p:nvPr>
        </p:nvGraphicFramePr>
        <p:xfrm>
          <a:off x="457200" y="1690211"/>
          <a:ext cx="8228012" cy="420624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057003">
                  <a:extLst>
                    <a:ext uri="{9D8B030D-6E8A-4147-A177-3AD203B41FA5}">
                      <a16:colId xmlns:a16="http://schemas.microsoft.com/office/drawing/2014/main" val="1016324283"/>
                    </a:ext>
                  </a:extLst>
                </a:gridCol>
                <a:gridCol w="2057003">
                  <a:extLst>
                    <a:ext uri="{9D8B030D-6E8A-4147-A177-3AD203B41FA5}">
                      <a16:colId xmlns:a16="http://schemas.microsoft.com/office/drawing/2014/main" val="2419686057"/>
                    </a:ext>
                  </a:extLst>
                </a:gridCol>
                <a:gridCol w="2057003">
                  <a:extLst>
                    <a:ext uri="{9D8B030D-6E8A-4147-A177-3AD203B41FA5}">
                      <a16:colId xmlns:a16="http://schemas.microsoft.com/office/drawing/2014/main" val="3266388927"/>
                    </a:ext>
                  </a:extLst>
                </a:gridCol>
                <a:gridCol w="2057003">
                  <a:extLst>
                    <a:ext uri="{9D8B030D-6E8A-4147-A177-3AD203B41FA5}">
                      <a16:colId xmlns:a16="http://schemas.microsoft.com/office/drawing/2014/main" val="17447329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/>
                        <a:t>Operator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Description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Example (Lua/Python)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Result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3959291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+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Addition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5 + 3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583371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Subtraction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9 - 4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811642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Multiplication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7 *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14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337583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/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Division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10 /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5.0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3494040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//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Floor Division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10 // 3 (Python)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701168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Modulus (Remainder)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10 %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19919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^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Exponentiation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 ^ 3 (Lua)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5266955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**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Exponentiation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2 ** 3 (Python)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338145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-x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Negation (Unary)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-7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-7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43826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4962582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EE0F9E6-1727-CF6D-5683-F885A1F6CF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Relational Operators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781D9A3-3ECC-19EA-5EB5-C25A92B624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8110517"/>
              </p:ext>
            </p:extLst>
          </p:nvPr>
        </p:nvGraphicFramePr>
        <p:xfrm>
          <a:off x="457200" y="1781651"/>
          <a:ext cx="8228012" cy="320040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321697868"/>
                    </a:ext>
                  </a:extLst>
                </a:gridCol>
                <a:gridCol w="2894806">
                  <a:extLst>
                    <a:ext uri="{9D8B030D-6E8A-4147-A177-3AD203B41FA5}">
                      <a16:colId xmlns:a16="http://schemas.microsoft.com/office/drawing/2014/main" val="998955102"/>
                    </a:ext>
                  </a:extLst>
                </a:gridCol>
                <a:gridCol w="2057003">
                  <a:extLst>
                    <a:ext uri="{9D8B030D-6E8A-4147-A177-3AD203B41FA5}">
                      <a16:colId xmlns:a16="http://schemas.microsoft.com/office/drawing/2014/main" val="1443654852"/>
                    </a:ext>
                  </a:extLst>
                </a:gridCol>
                <a:gridCol w="2057003">
                  <a:extLst>
                    <a:ext uri="{9D8B030D-6E8A-4147-A177-3AD203B41FA5}">
                      <a16:colId xmlns:a16="http://schemas.microsoft.com/office/drawing/2014/main" val="66816711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/>
                        <a:t>Operator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Meaning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Example (Lua/Python)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Result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925326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==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Equal 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5 == 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true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421425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~=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Not equal to (Lua)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5 ~=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true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7594733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!=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Not equal to (Python)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5 !=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true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661884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&gt;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Greater than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7 &gt; 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true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1004225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&lt;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Less than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3 &lt; 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true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2679889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&gt;=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Greater than or equal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6 &gt;= 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true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893644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&lt;=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Less than or equal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5 &lt;= 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true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863454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33352819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66C973D-D670-C8D0-85F4-2FA753DCC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 in Lua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0EBC89-A6F5-55FE-C020-DBFB33F1405E}"/>
              </a:ext>
            </a:extLst>
          </p:cNvPr>
          <p:cNvSpPr txBox="1"/>
          <p:nvPr/>
        </p:nvSpPr>
        <p:spPr>
          <a:xfrm>
            <a:off x="914400" y="1905000"/>
            <a:ext cx="6705600" cy="2031325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IN" dirty="0"/>
              <a:t>print(4 + 5)        --&gt; 9</a:t>
            </a:r>
          </a:p>
          <a:p>
            <a:r>
              <a:rPr lang="en-IN" dirty="0"/>
              <a:t>print(10 % 3)       --&gt; 1</a:t>
            </a:r>
          </a:p>
          <a:p>
            <a:r>
              <a:rPr lang="en-IN" dirty="0"/>
              <a:t>print(2 ^ 3)        --&gt; 8</a:t>
            </a:r>
          </a:p>
          <a:p>
            <a:endParaRPr lang="en-IN" dirty="0"/>
          </a:p>
          <a:p>
            <a:r>
              <a:rPr lang="en-IN" dirty="0"/>
              <a:t>print(5 == 5)       --&gt; true</a:t>
            </a:r>
          </a:p>
          <a:p>
            <a:r>
              <a:rPr lang="en-IN" dirty="0"/>
              <a:t>print(6 ~= 7)       --&gt; true</a:t>
            </a:r>
          </a:p>
          <a:p>
            <a:r>
              <a:rPr lang="en-IN" dirty="0"/>
              <a:t>print(3 &gt; 1)        --&gt; true</a:t>
            </a:r>
          </a:p>
        </p:txBody>
      </p:sp>
    </p:spTree>
    <p:extLst>
      <p:ext uri="{BB962C8B-B14F-4D97-AF65-F5344CB8AC3E}">
        <p14:creationId xmlns:p14="http://schemas.microsoft.com/office/powerpoint/2010/main" val="1970807612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C88465-9444-7554-D144-D289468F81EB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Lua provides a standard math library under the global math table. </a:t>
            </a:r>
          </a:p>
          <a:p>
            <a:r>
              <a:rPr lang="en-US" dirty="0"/>
              <a:t>It includes functions for:</a:t>
            </a:r>
          </a:p>
          <a:p>
            <a:pPr lvl="1"/>
            <a:r>
              <a:rPr lang="en-US" dirty="0"/>
              <a:t>Arithmetic</a:t>
            </a:r>
          </a:p>
          <a:p>
            <a:pPr lvl="1"/>
            <a:r>
              <a:rPr lang="en-US" dirty="0"/>
              <a:t>Trigonometry</a:t>
            </a:r>
          </a:p>
          <a:p>
            <a:pPr lvl="1"/>
            <a:r>
              <a:rPr lang="en-US" dirty="0"/>
              <a:t>Exponentiation/logarithms</a:t>
            </a:r>
          </a:p>
          <a:p>
            <a:pPr lvl="1"/>
            <a:r>
              <a:rPr lang="en-US" dirty="0"/>
              <a:t>Rounding</a:t>
            </a:r>
          </a:p>
          <a:p>
            <a:pPr lvl="1"/>
            <a:r>
              <a:rPr lang="en-US" dirty="0"/>
              <a:t>Random number generation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0D0B776-1D07-AC76-599F-3077DD071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The Mathematical Library </a:t>
            </a:r>
          </a:p>
        </p:txBody>
      </p:sp>
    </p:spTree>
    <p:extLst>
      <p:ext uri="{BB962C8B-B14F-4D97-AF65-F5344CB8AC3E}">
        <p14:creationId xmlns:p14="http://schemas.microsoft.com/office/powerpoint/2010/main" val="1890858411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E3847BD-3BD1-4081-FD63-B4CD4F51E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Random-Number Generator Functions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0E9FF1A-BA30-DB18-3061-4FED0E8A37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9217525"/>
              </p:ext>
            </p:extLst>
          </p:nvPr>
        </p:nvGraphicFramePr>
        <p:xfrm>
          <a:off x="430262" y="2103120"/>
          <a:ext cx="8228013" cy="210312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312938">
                  <a:extLst>
                    <a:ext uri="{9D8B030D-6E8A-4147-A177-3AD203B41FA5}">
                      <a16:colId xmlns:a16="http://schemas.microsoft.com/office/drawing/2014/main" val="3398681729"/>
                    </a:ext>
                  </a:extLst>
                </a:gridCol>
                <a:gridCol w="3172404">
                  <a:extLst>
                    <a:ext uri="{9D8B030D-6E8A-4147-A177-3AD203B41FA5}">
                      <a16:colId xmlns:a16="http://schemas.microsoft.com/office/drawing/2014/main" val="1074473152"/>
                    </a:ext>
                  </a:extLst>
                </a:gridCol>
                <a:gridCol w="2742671">
                  <a:extLst>
                    <a:ext uri="{9D8B030D-6E8A-4147-A177-3AD203B41FA5}">
                      <a16:colId xmlns:a16="http://schemas.microsoft.com/office/drawing/2014/main" val="281604603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/>
                        <a:t>Function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Description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Example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862394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math.random()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Random float in range (0,1)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math.random()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9368578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math.random(n)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Integer in range [1, n]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math.random(10)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191944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math.random(m, 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Integer in range [m, n]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math.random(5, 15)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090829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math.randomseed(x)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Seed the random generator (important for reproducibility)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math.randomseed</a:t>
                      </a:r>
                      <a:r>
                        <a:rPr lang="en-IN" dirty="0"/>
                        <a:t>(</a:t>
                      </a:r>
                      <a:r>
                        <a:rPr lang="en-IN" dirty="0" err="1"/>
                        <a:t>os.time</a:t>
                      </a:r>
                      <a:r>
                        <a:rPr lang="en-IN" dirty="0"/>
                        <a:t>())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64579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1576858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F78CA49-4662-8356-A055-E0D980328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Rounding Functions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9A9552D-49A2-3832-4179-D5B0093833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0025370"/>
              </p:ext>
            </p:extLst>
          </p:nvPr>
        </p:nvGraphicFramePr>
        <p:xfrm>
          <a:off x="457200" y="2101691"/>
          <a:ext cx="8228013" cy="338328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742671">
                  <a:extLst>
                    <a:ext uri="{9D8B030D-6E8A-4147-A177-3AD203B41FA5}">
                      <a16:colId xmlns:a16="http://schemas.microsoft.com/office/drawing/2014/main" val="749406028"/>
                    </a:ext>
                  </a:extLst>
                </a:gridCol>
                <a:gridCol w="2742671">
                  <a:extLst>
                    <a:ext uri="{9D8B030D-6E8A-4147-A177-3AD203B41FA5}">
                      <a16:colId xmlns:a16="http://schemas.microsoft.com/office/drawing/2014/main" val="4048445642"/>
                    </a:ext>
                  </a:extLst>
                </a:gridCol>
                <a:gridCol w="2742671">
                  <a:extLst>
                    <a:ext uri="{9D8B030D-6E8A-4147-A177-3AD203B41FA5}">
                      <a16:colId xmlns:a16="http://schemas.microsoft.com/office/drawing/2014/main" val="41427548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/>
                        <a:t>Function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Description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Example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1006384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math.floor(x)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Rounds down to the nearest integer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math.floor(2.8) → 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14601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math.ceil(x)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Rounds up to the nearest integer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math.ceil(2.2) → 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8781723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math.abs(x)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Absolute value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math.abs(-5) → 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01718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math.modf(x)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Splits number into integer + fraction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math.modf(5.75) → 5, 0.75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97332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math.max(a, b)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Max of values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math.max(3, 8) → 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8518142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math.min(a, b)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Min of values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i-FI" dirty="0"/>
                        <a:t>math.min(3, 8) → 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33672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4940175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C9FBA04-610C-10EC-A9F6-00D314F97029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Use </a:t>
            </a:r>
            <a:r>
              <a:rPr lang="en-US" dirty="0" err="1"/>
              <a:t>math.random</a:t>
            </a:r>
            <a:r>
              <a:rPr lang="en-US" dirty="0"/>
              <a:t>() for random values, and seed with </a:t>
            </a:r>
            <a:r>
              <a:rPr lang="en-US" dirty="0" err="1"/>
              <a:t>math.randomseed</a:t>
            </a:r>
            <a:r>
              <a:rPr lang="en-US" dirty="0"/>
              <a:t>().</a:t>
            </a:r>
          </a:p>
          <a:p>
            <a:r>
              <a:rPr lang="en-US" dirty="0"/>
              <a:t>Use </a:t>
            </a:r>
            <a:r>
              <a:rPr lang="en-US" dirty="0" err="1"/>
              <a:t>math.floor</a:t>
            </a:r>
            <a:r>
              <a:rPr lang="en-US" dirty="0"/>
              <a:t>, </a:t>
            </a:r>
            <a:r>
              <a:rPr lang="en-US" dirty="0" err="1"/>
              <a:t>math.ceil</a:t>
            </a:r>
            <a:r>
              <a:rPr lang="en-US" dirty="0"/>
              <a:t>, </a:t>
            </a:r>
            <a:r>
              <a:rPr lang="en-US" dirty="0" err="1"/>
              <a:t>math.modf</a:t>
            </a:r>
            <a:r>
              <a:rPr lang="en-US" dirty="0"/>
              <a:t> for rounding operations.</a:t>
            </a:r>
          </a:p>
          <a:p>
            <a:r>
              <a:rPr lang="en-US" dirty="0"/>
              <a:t>These functions are part of Lua’s math library, which must not be imported manually — it's available by default.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FBB2A14-2222-8353-DD0D-EC9A84954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53884680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8C9DB5F-5E4B-BD5A-7715-2E12531F915B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Representation in Lua</a:t>
            </a:r>
          </a:p>
          <a:p>
            <a:r>
              <a:rPr lang="en-US" dirty="0"/>
              <a:t>Primitive Types in Lua:</a:t>
            </a:r>
          </a:p>
          <a:p>
            <a:r>
              <a:rPr lang="en-US" dirty="0"/>
              <a:t>Lua has a few basic types:</a:t>
            </a:r>
          </a:p>
          <a:p>
            <a:pPr lvl="1"/>
            <a:r>
              <a:rPr lang="en-US" dirty="0"/>
              <a:t>Number</a:t>
            </a:r>
          </a:p>
          <a:p>
            <a:pPr lvl="1"/>
            <a:r>
              <a:rPr lang="en-US" dirty="0"/>
              <a:t>String</a:t>
            </a:r>
          </a:p>
          <a:p>
            <a:pPr lvl="1"/>
            <a:r>
              <a:rPr lang="en-US" dirty="0"/>
              <a:t>Boolean</a:t>
            </a:r>
          </a:p>
          <a:p>
            <a:pPr lvl="1"/>
            <a:r>
              <a:rPr lang="en-US" dirty="0"/>
              <a:t>Nil</a:t>
            </a:r>
          </a:p>
          <a:p>
            <a:pPr lvl="1"/>
            <a:r>
              <a:rPr lang="en-US" dirty="0"/>
              <a:t>table (Lua’s primary data structure)</a:t>
            </a:r>
          </a:p>
          <a:p>
            <a:pPr lvl="1"/>
            <a:r>
              <a:rPr lang="en-US" dirty="0"/>
              <a:t>function, thread, and user data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859354D-BBDE-B572-E0BB-EDF2FF9FC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Representation Limits Conversions Precedence</a:t>
            </a:r>
          </a:p>
        </p:txBody>
      </p:sp>
    </p:spTree>
    <p:extLst>
      <p:ext uri="{BB962C8B-B14F-4D97-AF65-F5344CB8AC3E}">
        <p14:creationId xmlns:p14="http://schemas.microsoft.com/office/powerpoint/2010/main" val="1241661836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46AE90-D9DA-4C9E-5299-4A05F1E313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3FB1025-FA09-B82D-BB27-648864FBB259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>
            <a:norm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Representation in Lua</a:t>
            </a:r>
          </a:p>
          <a:p>
            <a:r>
              <a:rPr lang="en-US" dirty="0"/>
              <a:t>Numbers:</a:t>
            </a:r>
          </a:p>
          <a:p>
            <a:pPr lvl="1"/>
            <a:r>
              <a:rPr lang="en-US" dirty="0"/>
              <a:t>Since Lua 5.3, there are two numeric types:</a:t>
            </a:r>
          </a:p>
          <a:p>
            <a:pPr lvl="1"/>
            <a:r>
              <a:rPr lang="en-US" dirty="0"/>
              <a:t>Integer (e.g., 42)</a:t>
            </a:r>
          </a:p>
          <a:p>
            <a:pPr lvl="1"/>
            <a:r>
              <a:rPr lang="en-US" dirty="0"/>
              <a:t>Float / Number (e.g., 3.14)</a:t>
            </a:r>
          </a:p>
          <a:p>
            <a:pPr lvl="1"/>
            <a:r>
              <a:rPr lang="nb-NO" dirty="0"/>
              <a:t>print(type(5))        --&gt; integer</a:t>
            </a:r>
          </a:p>
          <a:p>
            <a:pPr lvl="1"/>
            <a:r>
              <a:rPr lang="nb-NO" dirty="0"/>
              <a:t>print(type(5.0))      --&gt; number (float)</a:t>
            </a:r>
          </a:p>
          <a:p>
            <a:r>
              <a:rPr lang="en-US" dirty="0"/>
              <a:t>Behind the scenes:</a:t>
            </a:r>
          </a:p>
          <a:p>
            <a:pPr lvl="1"/>
            <a:r>
              <a:rPr lang="en-US" dirty="0"/>
              <a:t>Uses IEEE 754 double-precision floating point for number</a:t>
            </a:r>
          </a:p>
          <a:p>
            <a:pPr lvl="1"/>
            <a:r>
              <a:rPr lang="en-US" dirty="0"/>
              <a:t>Uses 64-bit signed integers for integer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92D9F92-FD3E-9C9C-825C-9532BF3C7F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Representation Limits Conversions Precedence</a:t>
            </a:r>
          </a:p>
        </p:txBody>
      </p:sp>
    </p:spTree>
    <p:extLst>
      <p:ext uri="{BB962C8B-B14F-4D97-AF65-F5344CB8AC3E}">
        <p14:creationId xmlns:p14="http://schemas.microsoft.com/office/powerpoint/2010/main" val="2062244283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15C225-8A39-0FF0-02F3-80F2D0661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EDAD81E-A5DC-B4F7-9E30-6237A027880F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Representation in Lua</a:t>
            </a:r>
          </a:p>
          <a:p>
            <a:r>
              <a:rPr lang="en-US" dirty="0"/>
              <a:t>Limits</a:t>
            </a:r>
          </a:p>
          <a:p>
            <a:pPr lvl="1"/>
            <a:r>
              <a:rPr lang="en-US" dirty="0"/>
              <a:t>Integer Limits:</a:t>
            </a:r>
          </a:p>
          <a:p>
            <a:pPr lvl="1"/>
            <a:r>
              <a:rPr lang="en-US" dirty="0"/>
              <a:t>Lua integers are 64-bit signed integers.</a:t>
            </a:r>
          </a:p>
          <a:p>
            <a:pPr lvl="1"/>
            <a:r>
              <a:rPr lang="en-IN" dirty="0"/>
              <a:t>print(</a:t>
            </a:r>
            <a:r>
              <a:rPr lang="en-IN" dirty="0" err="1"/>
              <a:t>math.maxinteger</a:t>
            </a:r>
            <a:r>
              <a:rPr lang="en-IN" dirty="0"/>
              <a:t>) --&gt; 9223372036854775807</a:t>
            </a:r>
          </a:p>
          <a:p>
            <a:pPr lvl="1"/>
            <a:r>
              <a:rPr lang="en-IN" dirty="0"/>
              <a:t>print(</a:t>
            </a:r>
            <a:r>
              <a:rPr lang="en-IN" dirty="0" err="1"/>
              <a:t>math.mininteger</a:t>
            </a:r>
            <a:r>
              <a:rPr lang="en-IN" dirty="0"/>
              <a:t>) --&gt; -9223372036854775808</a:t>
            </a:r>
          </a:p>
          <a:p>
            <a:pPr lvl="1"/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058E345-FF24-5946-7B43-6DC1909A6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Representation Limits Conversions Precedence</a:t>
            </a:r>
          </a:p>
        </p:txBody>
      </p:sp>
    </p:spTree>
    <p:extLst>
      <p:ext uri="{BB962C8B-B14F-4D97-AF65-F5344CB8AC3E}">
        <p14:creationId xmlns:p14="http://schemas.microsoft.com/office/powerpoint/2010/main" val="1213504722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CCCD63-A9DD-4501-4B2F-CC1CF67C42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FE5CD26-BF53-BCCA-DC83-6E1A1C4E26BB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Representation in Lua</a:t>
            </a:r>
          </a:p>
          <a:p>
            <a:r>
              <a:rPr lang="en-US" dirty="0"/>
              <a:t>Floating Point (number):</a:t>
            </a:r>
          </a:p>
          <a:p>
            <a:pPr lvl="1"/>
            <a:r>
              <a:rPr lang="en-US" dirty="0"/>
              <a:t>Min: ~-1.8e308</a:t>
            </a:r>
          </a:p>
          <a:p>
            <a:pPr lvl="1"/>
            <a:r>
              <a:rPr lang="en-US" dirty="0"/>
              <a:t>Max: ~1.8e308</a:t>
            </a:r>
          </a:p>
          <a:p>
            <a:pPr lvl="1"/>
            <a:r>
              <a:rPr lang="en-US" dirty="0"/>
              <a:t>Smallest &gt; 0: 2^-1022 (~2.2e-308)</a:t>
            </a:r>
          </a:p>
          <a:p>
            <a:pPr lvl="1"/>
            <a:r>
              <a:rPr lang="en-US" dirty="0"/>
              <a:t>Special values: </a:t>
            </a:r>
          </a:p>
          <a:p>
            <a:pPr lvl="2"/>
            <a:r>
              <a:rPr lang="en-US" dirty="0" err="1"/>
              <a:t>math.huge</a:t>
            </a:r>
            <a:r>
              <a:rPr lang="en-US" dirty="0"/>
              <a:t>, </a:t>
            </a:r>
          </a:p>
          <a:p>
            <a:pPr lvl="2"/>
            <a:r>
              <a:rPr lang="en-US" dirty="0"/>
              <a:t>-</a:t>
            </a:r>
            <a:r>
              <a:rPr lang="en-US" dirty="0" err="1"/>
              <a:t>math.huge</a:t>
            </a:r>
            <a:r>
              <a:rPr lang="en-US" dirty="0"/>
              <a:t>,</a:t>
            </a:r>
          </a:p>
          <a:p>
            <a:pPr lvl="2"/>
            <a:r>
              <a:rPr lang="en-US" dirty="0"/>
              <a:t> 0/0 (</a:t>
            </a:r>
            <a:r>
              <a:rPr lang="en-US" dirty="0" err="1"/>
              <a:t>NaN</a:t>
            </a:r>
            <a:r>
              <a:rPr lang="en-US" dirty="0"/>
              <a:t>)</a:t>
            </a:r>
          </a:p>
          <a:p>
            <a:pPr lvl="1"/>
            <a:r>
              <a:rPr lang="en-IN" dirty="0"/>
              <a:t>print(</a:t>
            </a:r>
            <a:r>
              <a:rPr lang="en-IN" dirty="0" err="1"/>
              <a:t>math.huge</a:t>
            </a:r>
            <a:r>
              <a:rPr lang="en-IN" dirty="0"/>
              <a:t>)         --&gt; inf</a:t>
            </a:r>
          </a:p>
          <a:p>
            <a:pPr lvl="1"/>
            <a:r>
              <a:rPr lang="en-IN" dirty="0"/>
              <a:t>print(1/0)               --&gt; inf</a:t>
            </a:r>
          </a:p>
          <a:p>
            <a:pPr lvl="1"/>
            <a:r>
              <a:rPr lang="en-IN" dirty="0"/>
              <a:t>print(0/0)               --&gt; nan</a:t>
            </a:r>
          </a:p>
          <a:p>
            <a:pPr lvl="2"/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A347657-3A59-94BA-F549-CE202EB4C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Representation Limits Conversions Precedence</a:t>
            </a:r>
          </a:p>
        </p:txBody>
      </p:sp>
    </p:spTree>
    <p:extLst>
      <p:ext uri="{BB962C8B-B14F-4D97-AF65-F5344CB8AC3E}">
        <p14:creationId xmlns:p14="http://schemas.microsoft.com/office/powerpoint/2010/main" val="2897798032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525F61-DE4A-72D8-6948-7F1B6D4F5A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D6DD1A8-324C-223B-3FF9-248C124E1975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>
            <a:norm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Conversions in Lua</a:t>
            </a:r>
          </a:p>
          <a:p>
            <a:pPr lvl="1"/>
            <a:r>
              <a:rPr lang="en-IN" dirty="0"/>
              <a:t>Automatic Conversions:</a:t>
            </a:r>
          </a:p>
          <a:p>
            <a:pPr lvl="2"/>
            <a:r>
              <a:rPr lang="en-US" dirty="0"/>
              <a:t>print("5" + 2)     --&gt; 7    (string "5" is converted to number)</a:t>
            </a:r>
          </a:p>
          <a:p>
            <a:pPr lvl="2"/>
            <a:r>
              <a:rPr lang="en-US" dirty="0"/>
              <a:t>print(10 .. 20)    --&gt; "1020" (number is converted to string for concatenation)</a:t>
            </a:r>
          </a:p>
          <a:p>
            <a:pPr lvl="1"/>
            <a:r>
              <a:rPr lang="en-IN" dirty="0"/>
              <a:t>Explicit Conversions:</a:t>
            </a:r>
          </a:p>
          <a:p>
            <a:pPr lvl="2"/>
            <a:r>
              <a:rPr lang="en-US" dirty="0" err="1"/>
              <a:t>tonumber</a:t>
            </a:r>
            <a:r>
              <a:rPr lang="en-US" dirty="0"/>
              <a:t>("123")     --&gt; 123</a:t>
            </a:r>
          </a:p>
          <a:p>
            <a:pPr lvl="2"/>
            <a:r>
              <a:rPr lang="en-US" dirty="0" err="1"/>
              <a:t>tostring</a:t>
            </a:r>
            <a:r>
              <a:rPr lang="en-US" dirty="0"/>
              <a:t>(456)       --&gt; "456"</a:t>
            </a:r>
          </a:p>
          <a:p>
            <a:pPr lvl="1"/>
            <a:r>
              <a:rPr lang="en-IN" dirty="0"/>
              <a:t>Caution:</a:t>
            </a:r>
          </a:p>
          <a:p>
            <a:pPr lvl="2"/>
            <a:r>
              <a:rPr lang="en-US" b="1" dirty="0">
                <a:solidFill>
                  <a:srgbClr val="FF0000"/>
                </a:solidFill>
              </a:rPr>
              <a:t>print("hello" + 1)  --&gt; error: attempt to perform arithmetic on a string value</a:t>
            </a:r>
          </a:p>
          <a:p>
            <a:pPr lvl="1"/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43C1372-E14C-7033-C09D-255BF923E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Representation Limits Conversions Precedence</a:t>
            </a:r>
          </a:p>
        </p:txBody>
      </p:sp>
    </p:spTree>
    <p:extLst>
      <p:ext uri="{BB962C8B-B14F-4D97-AF65-F5344CB8AC3E}">
        <p14:creationId xmlns:p14="http://schemas.microsoft.com/office/powerpoint/2010/main" val="3972068842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10BA106-BCA0-E8A7-5E0C-F377952745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035" y="170122"/>
            <a:ext cx="8205261" cy="785553"/>
          </a:xfrm>
        </p:spPr>
        <p:txBody>
          <a:bodyPr anchor="b">
            <a:normAutofit/>
          </a:bodyPr>
          <a:lstStyle/>
          <a:p>
            <a:r>
              <a:rPr lang="en-IN" dirty="0"/>
              <a:t>Operator Precedence in Lua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42B2E28-92C3-8969-699A-99DFA6DBB0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574850"/>
              </p:ext>
            </p:extLst>
          </p:nvPr>
        </p:nvGraphicFramePr>
        <p:xfrm>
          <a:off x="457201" y="1715906"/>
          <a:ext cx="8228013" cy="415486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563397">
                  <a:extLst>
                    <a:ext uri="{9D8B030D-6E8A-4147-A177-3AD203B41FA5}">
                      <a16:colId xmlns:a16="http://schemas.microsoft.com/office/drawing/2014/main" val="2585696389"/>
                    </a:ext>
                  </a:extLst>
                </a:gridCol>
                <a:gridCol w="2832308">
                  <a:extLst>
                    <a:ext uri="{9D8B030D-6E8A-4147-A177-3AD203B41FA5}">
                      <a16:colId xmlns:a16="http://schemas.microsoft.com/office/drawing/2014/main" val="2352246205"/>
                    </a:ext>
                  </a:extLst>
                </a:gridCol>
                <a:gridCol w="2832308">
                  <a:extLst>
                    <a:ext uri="{9D8B030D-6E8A-4147-A177-3AD203B41FA5}">
                      <a16:colId xmlns:a16="http://schemas.microsoft.com/office/drawing/2014/main" val="372942247"/>
                    </a:ext>
                  </a:extLst>
                </a:gridCol>
              </a:tblGrid>
              <a:tr h="415486">
                <a:tc>
                  <a:txBody>
                    <a:bodyPr/>
                    <a:lstStyle/>
                    <a:p>
                      <a:r>
                        <a:rPr lang="en-IN" sz="1900"/>
                        <a:t>Precedence</a:t>
                      </a:r>
                    </a:p>
                  </a:txBody>
                  <a:tcPr marL="94428" marR="94428" marT="47214" marB="47214" anchor="ctr"/>
                </a:tc>
                <a:tc>
                  <a:txBody>
                    <a:bodyPr/>
                    <a:lstStyle/>
                    <a:p>
                      <a:r>
                        <a:rPr lang="en-IN" sz="1900"/>
                        <a:t>Operators</a:t>
                      </a:r>
                    </a:p>
                  </a:txBody>
                  <a:tcPr marL="94428" marR="94428" marT="47214" marB="47214" anchor="ctr"/>
                </a:tc>
                <a:tc>
                  <a:txBody>
                    <a:bodyPr/>
                    <a:lstStyle/>
                    <a:p>
                      <a:r>
                        <a:rPr lang="en-IN" sz="1900"/>
                        <a:t>Type</a:t>
                      </a:r>
                    </a:p>
                  </a:txBody>
                  <a:tcPr marL="94428" marR="94428" marT="47214" marB="47214" anchor="ctr"/>
                </a:tc>
                <a:extLst>
                  <a:ext uri="{0D108BD9-81ED-4DB2-BD59-A6C34878D82A}">
                    <a16:rowId xmlns:a16="http://schemas.microsoft.com/office/drawing/2014/main" val="3442448207"/>
                  </a:ext>
                </a:extLst>
              </a:tr>
              <a:tr h="415486">
                <a:tc>
                  <a:txBody>
                    <a:bodyPr/>
                    <a:lstStyle/>
                    <a:p>
                      <a:r>
                        <a:rPr lang="en-IN" sz="1900"/>
                        <a:t>1 (highest)</a:t>
                      </a:r>
                    </a:p>
                  </a:txBody>
                  <a:tcPr marL="94428" marR="94428" marT="47214" marB="47214" anchor="ctr"/>
                </a:tc>
                <a:tc>
                  <a:txBody>
                    <a:bodyPr/>
                    <a:lstStyle/>
                    <a:p>
                      <a:r>
                        <a:rPr lang="en-IN" sz="1900"/>
                        <a:t>^</a:t>
                      </a:r>
                    </a:p>
                  </a:txBody>
                  <a:tcPr marL="94428" marR="94428" marT="47214" marB="47214" anchor="ctr"/>
                </a:tc>
                <a:tc>
                  <a:txBody>
                    <a:bodyPr/>
                    <a:lstStyle/>
                    <a:p>
                      <a:r>
                        <a:rPr lang="en-IN" sz="1900"/>
                        <a:t>Exponentiation</a:t>
                      </a:r>
                    </a:p>
                  </a:txBody>
                  <a:tcPr marL="94428" marR="94428" marT="47214" marB="47214" anchor="ctr"/>
                </a:tc>
                <a:extLst>
                  <a:ext uri="{0D108BD9-81ED-4DB2-BD59-A6C34878D82A}">
                    <a16:rowId xmlns:a16="http://schemas.microsoft.com/office/drawing/2014/main" val="4237198268"/>
                  </a:ext>
                </a:extLst>
              </a:tr>
              <a:tr h="415486">
                <a:tc>
                  <a:txBody>
                    <a:bodyPr/>
                    <a:lstStyle/>
                    <a:p>
                      <a:r>
                        <a:rPr lang="en-IN" sz="1900"/>
                        <a:t>2</a:t>
                      </a:r>
                    </a:p>
                  </a:txBody>
                  <a:tcPr marL="94428" marR="94428" marT="47214" marB="47214" anchor="ctr"/>
                </a:tc>
                <a:tc>
                  <a:txBody>
                    <a:bodyPr/>
                    <a:lstStyle/>
                    <a:p>
                      <a:r>
                        <a:rPr lang="en-IN" sz="1900"/>
                        <a:t>not, #, unary -</a:t>
                      </a:r>
                    </a:p>
                  </a:txBody>
                  <a:tcPr marL="94428" marR="94428" marT="47214" marB="47214" anchor="ctr"/>
                </a:tc>
                <a:tc>
                  <a:txBody>
                    <a:bodyPr/>
                    <a:lstStyle/>
                    <a:p>
                      <a:r>
                        <a:rPr lang="en-IN" sz="1900"/>
                        <a:t>Unary operators</a:t>
                      </a:r>
                    </a:p>
                  </a:txBody>
                  <a:tcPr marL="94428" marR="94428" marT="47214" marB="47214" anchor="ctr"/>
                </a:tc>
                <a:extLst>
                  <a:ext uri="{0D108BD9-81ED-4DB2-BD59-A6C34878D82A}">
                    <a16:rowId xmlns:a16="http://schemas.microsoft.com/office/drawing/2014/main" val="3261474285"/>
                  </a:ext>
                </a:extLst>
              </a:tr>
              <a:tr h="415486">
                <a:tc>
                  <a:txBody>
                    <a:bodyPr/>
                    <a:lstStyle/>
                    <a:p>
                      <a:r>
                        <a:rPr lang="en-IN" sz="1900"/>
                        <a:t>3</a:t>
                      </a:r>
                    </a:p>
                  </a:txBody>
                  <a:tcPr marL="94428" marR="94428" marT="47214" marB="47214" anchor="ctr"/>
                </a:tc>
                <a:tc>
                  <a:txBody>
                    <a:bodyPr/>
                    <a:lstStyle/>
                    <a:p>
                      <a:r>
                        <a:rPr lang="en-IN" sz="1900"/>
                        <a:t>*, /, //, %</a:t>
                      </a:r>
                    </a:p>
                  </a:txBody>
                  <a:tcPr marL="94428" marR="94428" marT="47214" marB="47214" anchor="ctr"/>
                </a:tc>
                <a:tc>
                  <a:txBody>
                    <a:bodyPr/>
                    <a:lstStyle/>
                    <a:p>
                      <a:r>
                        <a:rPr lang="en-IN" sz="1900"/>
                        <a:t>Multiplicative</a:t>
                      </a:r>
                    </a:p>
                  </a:txBody>
                  <a:tcPr marL="94428" marR="94428" marT="47214" marB="47214" anchor="ctr"/>
                </a:tc>
                <a:extLst>
                  <a:ext uri="{0D108BD9-81ED-4DB2-BD59-A6C34878D82A}">
                    <a16:rowId xmlns:a16="http://schemas.microsoft.com/office/drawing/2014/main" val="2381550403"/>
                  </a:ext>
                </a:extLst>
              </a:tr>
              <a:tr h="415486">
                <a:tc>
                  <a:txBody>
                    <a:bodyPr/>
                    <a:lstStyle/>
                    <a:p>
                      <a:r>
                        <a:rPr lang="en-IN" sz="1900"/>
                        <a:t>4</a:t>
                      </a:r>
                    </a:p>
                  </a:txBody>
                  <a:tcPr marL="94428" marR="94428" marT="47214" marB="47214" anchor="ctr"/>
                </a:tc>
                <a:tc>
                  <a:txBody>
                    <a:bodyPr/>
                    <a:lstStyle/>
                    <a:p>
                      <a:r>
                        <a:rPr lang="en-IN" sz="1900"/>
                        <a:t>+, -</a:t>
                      </a:r>
                    </a:p>
                  </a:txBody>
                  <a:tcPr marL="94428" marR="94428" marT="47214" marB="47214" anchor="ctr"/>
                </a:tc>
                <a:tc>
                  <a:txBody>
                    <a:bodyPr/>
                    <a:lstStyle/>
                    <a:p>
                      <a:r>
                        <a:rPr lang="en-IN" sz="1900"/>
                        <a:t>Additive</a:t>
                      </a:r>
                    </a:p>
                  </a:txBody>
                  <a:tcPr marL="94428" marR="94428" marT="47214" marB="47214" anchor="ctr"/>
                </a:tc>
                <a:extLst>
                  <a:ext uri="{0D108BD9-81ED-4DB2-BD59-A6C34878D82A}">
                    <a16:rowId xmlns:a16="http://schemas.microsoft.com/office/drawing/2014/main" val="3180800741"/>
                  </a:ext>
                </a:extLst>
              </a:tr>
              <a:tr h="415486">
                <a:tc>
                  <a:txBody>
                    <a:bodyPr/>
                    <a:lstStyle/>
                    <a:p>
                      <a:r>
                        <a:rPr lang="en-IN" sz="1900"/>
                        <a:t>5</a:t>
                      </a:r>
                    </a:p>
                  </a:txBody>
                  <a:tcPr marL="94428" marR="94428" marT="47214" marB="47214" anchor="ctr"/>
                </a:tc>
                <a:tc>
                  <a:txBody>
                    <a:bodyPr/>
                    <a:lstStyle/>
                    <a:p>
                      <a:r>
                        <a:rPr lang="en-IN" sz="1900"/>
                        <a:t>..</a:t>
                      </a:r>
                    </a:p>
                  </a:txBody>
                  <a:tcPr marL="94428" marR="94428" marT="47214" marB="47214" anchor="ctr"/>
                </a:tc>
                <a:tc>
                  <a:txBody>
                    <a:bodyPr/>
                    <a:lstStyle/>
                    <a:p>
                      <a:r>
                        <a:rPr lang="en-IN" sz="1900"/>
                        <a:t>Concatenation</a:t>
                      </a:r>
                    </a:p>
                  </a:txBody>
                  <a:tcPr marL="94428" marR="94428" marT="47214" marB="47214" anchor="ctr"/>
                </a:tc>
                <a:extLst>
                  <a:ext uri="{0D108BD9-81ED-4DB2-BD59-A6C34878D82A}">
                    <a16:rowId xmlns:a16="http://schemas.microsoft.com/office/drawing/2014/main" val="2687461581"/>
                  </a:ext>
                </a:extLst>
              </a:tr>
              <a:tr h="415486">
                <a:tc>
                  <a:txBody>
                    <a:bodyPr/>
                    <a:lstStyle/>
                    <a:p>
                      <a:r>
                        <a:rPr lang="en-IN" sz="1900"/>
                        <a:t>6</a:t>
                      </a:r>
                    </a:p>
                  </a:txBody>
                  <a:tcPr marL="94428" marR="94428" marT="47214" marB="47214" anchor="ctr"/>
                </a:tc>
                <a:tc>
                  <a:txBody>
                    <a:bodyPr/>
                    <a:lstStyle/>
                    <a:p>
                      <a:r>
                        <a:rPr lang="en-IN" sz="1900"/>
                        <a:t>&lt;, &gt;, &lt;=, &gt;=, ==, ~=</a:t>
                      </a:r>
                    </a:p>
                  </a:txBody>
                  <a:tcPr marL="94428" marR="94428" marT="47214" marB="47214" anchor="ctr"/>
                </a:tc>
                <a:tc>
                  <a:txBody>
                    <a:bodyPr/>
                    <a:lstStyle/>
                    <a:p>
                      <a:r>
                        <a:rPr lang="en-IN" sz="1900"/>
                        <a:t>Relational</a:t>
                      </a:r>
                    </a:p>
                  </a:txBody>
                  <a:tcPr marL="94428" marR="94428" marT="47214" marB="47214" anchor="ctr"/>
                </a:tc>
                <a:extLst>
                  <a:ext uri="{0D108BD9-81ED-4DB2-BD59-A6C34878D82A}">
                    <a16:rowId xmlns:a16="http://schemas.microsoft.com/office/drawing/2014/main" val="24321863"/>
                  </a:ext>
                </a:extLst>
              </a:tr>
              <a:tr h="415486">
                <a:tc>
                  <a:txBody>
                    <a:bodyPr/>
                    <a:lstStyle/>
                    <a:p>
                      <a:r>
                        <a:rPr lang="en-IN" sz="1900"/>
                        <a:t>7</a:t>
                      </a:r>
                    </a:p>
                  </a:txBody>
                  <a:tcPr marL="94428" marR="94428" marT="47214" marB="47214" anchor="ctr"/>
                </a:tc>
                <a:tc>
                  <a:txBody>
                    <a:bodyPr/>
                    <a:lstStyle/>
                    <a:p>
                      <a:r>
                        <a:rPr lang="en-IN" sz="1900"/>
                        <a:t>and</a:t>
                      </a:r>
                    </a:p>
                  </a:txBody>
                  <a:tcPr marL="94428" marR="94428" marT="47214" marB="47214" anchor="ctr"/>
                </a:tc>
                <a:tc>
                  <a:txBody>
                    <a:bodyPr/>
                    <a:lstStyle/>
                    <a:p>
                      <a:r>
                        <a:rPr lang="en-IN" sz="1900"/>
                        <a:t>Logical AND</a:t>
                      </a:r>
                    </a:p>
                  </a:txBody>
                  <a:tcPr marL="94428" marR="94428" marT="47214" marB="47214" anchor="ctr"/>
                </a:tc>
                <a:extLst>
                  <a:ext uri="{0D108BD9-81ED-4DB2-BD59-A6C34878D82A}">
                    <a16:rowId xmlns:a16="http://schemas.microsoft.com/office/drawing/2014/main" val="51269564"/>
                  </a:ext>
                </a:extLst>
              </a:tr>
              <a:tr h="415486">
                <a:tc>
                  <a:txBody>
                    <a:bodyPr/>
                    <a:lstStyle/>
                    <a:p>
                      <a:r>
                        <a:rPr lang="en-IN" sz="1900"/>
                        <a:t>8</a:t>
                      </a:r>
                    </a:p>
                  </a:txBody>
                  <a:tcPr marL="94428" marR="94428" marT="47214" marB="47214" anchor="ctr"/>
                </a:tc>
                <a:tc>
                  <a:txBody>
                    <a:bodyPr/>
                    <a:lstStyle/>
                    <a:p>
                      <a:r>
                        <a:rPr lang="en-IN" sz="1900"/>
                        <a:t>or</a:t>
                      </a:r>
                    </a:p>
                  </a:txBody>
                  <a:tcPr marL="94428" marR="94428" marT="47214" marB="47214" anchor="ctr"/>
                </a:tc>
                <a:tc>
                  <a:txBody>
                    <a:bodyPr/>
                    <a:lstStyle/>
                    <a:p>
                      <a:r>
                        <a:rPr lang="en-IN" sz="1900"/>
                        <a:t>Logical OR</a:t>
                      </a:r>
                    </a:p>
                  </a:txBody>
                  <a:tcPr marL="94428" marR="94428" marT="47214" marB="47214" anchor="ctr"/>
                </a:tc>
                <a:extLst>
                  <a:ext uri="{0D108BD9-81ED-4DB2-BD59-A6C34878D82A}">
                    <a16:rowId xmlns:a16="http://schemas.microsoft.com/office/drawing/2014/main" val="176756288"/>
                  </a:ext>
                </a:extLst>
              </a:tr>
              <a:tr h="415486">
                <a:tc>
                  <a:txBody>
                    <a:bodyPr/>
                    <a:lstStyle/>
                    <a:p>
                      <a:r>
                        <a:rPr lang="en-IN" sz="1900"/>
                        <a:t>9 (lowest)</a:t>
                      </a:r>
                    </a:p>
                  </a:txBody>
                  <a:tcPr marL="94428" marR="94428" marT="47214" marB="47214" anchor="ctr"/>
                </a:tc>
                <a:tc>
                  <a:txBody>
                    <a:bodyPr/>
                    <a:lstStyle/>
                    <a:p>
                      <a:r>
                        <a:rPr lang="en-IN" sz="1900"/>
                        <a:t>Assignment (via =)</a:t>
                      </a:r>
                    </a:p>
                  </a:txBody>
                  <a:tcPr marL="94428" marR="94428" marT="47214" marB="47214" anchor="ctr"/>
                </a:tc>
                <a:tc>
                  <a:txBody>
                    <a:bodyPr/>
                    <a:lstStyle/>
                    <a:p>
                      <a:r>
                        <a:rPr lang="en-IN" sz="1900" dirty="0"/>
                        <a:t>Not an operator</a:t>
                      </a:r>
                    </a:p>
                  </a:txBody>
                  <a:tcPr marL="94428" marR="94428" marT="47214" marB="47214" anchor="ctr"/>
                </a:tc>
                <a:extLst>
                  <a:ext uri="{0D108BD9-81ED-4DB2-BD59-A6C34878D82A}">
                    <a16:rowId xmlns:a16="http://schemas.microsoft.com/office/drawing/2014/main" val="9055119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3291142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99AE49-553E-6908-45DB-72B05AD07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2C3FB6B-CD1E-682B-D412-570DF2B76286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print(2 + 3 * 4)        --&gt; 14   (multiplication first)</a:t>
            </a:r>
          </a:p>
          <a:p>
            <a:r>
              <a:rPr lang="en-US" dirty="0"/>
              <a:t>print(2 ^ 3 ^ 2)        --&gt; 512  (right-associative)</a:t>
            </a:r>
          </a:p>
          <a:p>
            <a:r>
              <a:rPr lang="en-US" dirty="0"/>
              <a:t>print("a" .. "b" .. "c")--&gt; "</a:t>
            </a:r>
            <a:r>
              <a:rPr lang="en-US" dirty="0" err="1"/>
              <a:t>abc</a:t>
            </a:r>
            <a:r>
              <a:rPr lang="en-US" dirty="0"/>
              <a:t>" (right-associative)</a:t>
            </a:r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A673A41-A443-4824-261B-28A4E460D5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en-IN" dirty="0"/>
              <a:t>Operator Precedence in Lua</a:t>
            </a:r>
          </a:p>
        </p:txBody>
      </p:sp>
    </p:spTree>
    <p:extLst>
      <p:ext uri="{BB962C8B-B14F-4D97-AF65-F5344CB8AC3E}">
        <p14:creationId xmlns:p14="http://schemas.microsoft.com/office/powerpoint/2010/main" val="2477952749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71BB185-8047-D8C4-31E0-2B5E8B5DFE88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Prior to Lua 5.3, Lua had only one numeric type:</a:t>
            </a:r>
          </a:p>
          <a:p>
            <a:r>
              <a:rPr lang="en-US" dirty="0"/>
              <a:t>📌 number — implemented as IEEE 754 double-precision floating-point (64-bit float).</a:t>
            </a:r>
          </a:p>
          <a:p>
            <a:r>
              <a:rPr lang="en-US" dirty="0"/>
              <a:t>There was no separate integer type, so all numbers were floats.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697FD5A-DF69-6CF3-343C-14DEF4E60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Lua Before Integers</a:t>
            </a:r>
          </a:p>
        </p:txBody>
      </p:sp>
    </p:spTree>
    <p:extLst>
      <p:ext uri="{BB962C8B-B14F-4D97-AF65-F5344CB8AC3E}">
        <p14:creationId xmlns:p14="http://schemas.microsoft.com/office/powerpoint/2010/main" val="974834904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A1BCE1-A2C4-FAFC-0261-8BA2DE560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C1C4CD2-2EC7-6E62-AA77-BECA1B95FF1E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Representation of Numbers (Lua ≤ 5.2)</a:t>
            </a:r>
          </a:p>
          <a:p>
            <a:r>
              <a:rPr lang="en-US" dirty="0"/>
              <a:t>Lua stored all numeric values as floating-point numbers:</a:t>
            </a:r>
          </a:p>
          <a:p>
            <a:pPr lvl="1"/>
            <a:r>
              <a:rPr lang="en-US" dirty="0"/>
              <a:t>Accurate up to 15–17 significant digits.</a:t>
            </a:r>
          </a:p>
          <a:p>
            <a:pPr lvl="1"/>
            <a:r>
              <a:rPr lang="en-US" dirty="0"/>
              <a:t>Could represent very large or very small numbers.</a:t>
            </a:r>
          </a:p>
          <a:p>
            <a:pPr lvl="1"/>
            <a:r>
              <a:rPr lang="en-US" dirty="0"/>
              <a:t>But not ideal for exact integers when very large (e.g., 2^53+1 is not precisely represented).</a:t>
            </a:r>
          </a:p>
          <a:p>
            <a:pPr lvl="1"/>
            <a:r>
              <a:rPr lang="en-US" dirty="0">
                <a:highlight>
                  <a:srgbClr val="FFFF00"/>
                </a:highlight>
              </a:rPr>
              <a:t>print(type(5))      --&gt; number</a:t>
            </a:r>
          </a:p>
          <a:p>
            <a:pPr lvl="1"/>
            <a:r>
              <a:rPr lang="en-US" dirty="0">
                <a:highlight>
                  <a:srgbClr val="FFFF00"/>
                </a:highlight>
              </a:rPr>
              <a:t>print(5.0 + 0.1)    --&gt; 5.1</a:t>
            </a:r>
          </a:p>
          <a:p>
            <a:pPr lvl="1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D56ED49-71FE-2107-1F81-006B5C6217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Lua Before Integers</a:t>
            </a:r>
          </a:p>
        </p:txBody>
      </p:sp>
    </p:spTree>
    <p:extLst>
      <p:ext uri="{BB962C8B-B14F-4D97-AF65-F5344CB8AC3E}">
        <p14:creationId xmlns:p14="http://schemas.microsoft.com/office/powerpoint/2010/main" val="2835609708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485553-6430-B058-C74F-2AE51A976F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CCB65AF-183B-0525-B915-2370263521E8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57201" y="1381125"/>
            <a:ext cx="8228012" cy="1133475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Representation of Numbers (Lua ≤ 5.2)</a:t>
            </a:r>
          </a:p>
          <a:p>
            <a:r>
              <a:rPr lang="en-IN" b="1" dirty="0"/>
              <a:t>Issues Before Integers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B750AE4-1B5A-057F-2540-BBB42C82F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Lua Before Integers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0D4835-6F94-E91F-6D8A-BBCE51F24B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514600"/>
            <a:ext cx="7621064" cy="3858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2498922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6AFB7D-EA6F-928C-EEF0-7B6B210F92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E0FCE75-0F6B-6D88-5821-5CFB20ECB8F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57201" y="1381125"/>
            <a:ext cx="8228012" cy="1133475"/>
          </a:xfrm>
        </p:spPr>
        <p:txBody>
          <a:bodyPr/>
          <a:lstStyle/>
          <a:p>
            <a:r>
              <a:rPr lang="en-IN" dirty="0"/>
              <a:t>Conversions Were All Float-Based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FB77A20-1A73-BD4C-6ECE-B2738E540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Lua Before Integers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8AB3E0F-086E-BE9C-BE1E-E20FDAE7AE8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6667"/>
          <a:stretch>
            <a:fillRect/>
          </a:stretch>
        </p:blipFill>
        <p:spPr>
          <a:xfrm>
            <a:off x="533400" y="2667000"/>
            <a:ext cx="8000295" cy="2241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454655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26735A-9A99-30E2-FE93-CC10515EE2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8F4F399-0E87-F44A-D187-116F2611454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57201" y="1381125"/>
            <a:ext cx="8228012" cy="1133475"/>
          </a:xfrm>
        </p:spPr>
        <p:txBody>
          <a:bodyPr/>
          <a:lstStyle/>
          <a:p>
            <a:r>
              <a:rPr lang="en-IN" dirty="0"/>
              <a:t>Conversions Were All Float-Based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0B44F3D-C8A9-F3C1-C337-5DF3EC01A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Lua Before Integers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708680B-60D9-7DAB-6E40-1A521AE452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951" y="2514600"/>
            <a:ext cx="7240010" cy="3057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1191122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26F998E-3F8B-890D-C88E-AC26439371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035" y="170122"/>
            <a:ext cx="8205261" cy="785553"/>
          </a:xfrm>
        </p:spPr>
        <p:txBody>
          <a:bodyPr anchor="b">
            <a:normAutofit/>
          </a:bodyPr>
          <a:lstStyle/>
          <a:p>
            <a:r>
              <a:rPr lang="en-US" dirty="0"/>
              <a:t>What Changed in Lua 5.3+</a:t>
            </a: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4C12F0A-25D9-9C83-B664-13A95426F1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0540173"/>
              </p:ext>
            </p:extLst>
          </p:nvPr>
        </p:nvGraphicFramePr>
        <p:xfrm>
          <a:off x="457201" y="1424501"/>
          <a:ext cx="8228014" cy="4737666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531399">
                  <a:extLst>
                    <a:ext uri="{9D8B030D-6E8A-4147-A177-3AD203B41FA5}">
                      <a16:colId xmlns:a16="http://schemas.microsoft.com/office/drawing/2014/main" val="2489756836"/>
                    </a:ext>
                  </a:extLst>
                </a:gridCol>
                <a:gridCol w="2821697">
                  <a:extLst>
                    <a:ext uri="{9D8B030D-6E8A-4147-A177-3AD203B41FA5}">
                      <a16:colId xmlns:a16="http://schemas.microsoft.com/office/drawing/2014/main" val="2738632503"/>
                    </a:ext>
                  </a:extLst>
                </a:gridCol>
                <a:gridCol w="2874918">
                  <a:extLst>
                    <a:ext uri="{9D8B030D-6E8A-4147-A177-3AD203B41FA5}">
                      <a16:colId xmlns:a16="http://schemas.microsoft.com/office/drawing/2014/main" val="294853146"/>
                    </a:ext>
                  </a:extLst>
                </a:gridCol>
              </a:tblGrid>
              <a:tr h="613110">
                <a:tc>
                  <a:txBody>
                    <a:bodyPr/>
                    <a:lstStyle/>
                    <a:p>
                      <a:r>
                        <a:rPr lang="en-IN" sz="2700"/>
                        <a:t>Feature</a:t>
                      </a:r>
                    </a:p>
                  </a:txBody>
                  <a:tcPr marL="139343" marR="139343" marT="69672" marB="69672" anchor="ctr"/>
                </a:tc>
                <a:tc>
                  <a:txBody>
                    <a:bodyPr/>
                    <a:lstStyle/>
                    <a:p>
                      <a:r>
                        <a:rPr lang="en-IN" sz="2700" dirty="0"/>
                        <a:t>Lua ≤ 5.2</a:t>
                      </a:r>
                    </a:p>
                  </a:txBody>
                  <a:tcPr marL="139343" marR="139343" marT="69672" marB="69672" anchor="ctr"/>
                </a:tc>
                <a:tc>
                  <a:txBody>
                    <a:bodyPr/>
                    <a:lstStyle/>
                    <a:p>
                      <a:r>
                        <a:rPr lang="en-IN" sz="2700" dirty="0"/>
                        <a:t>Lua 5.3+</a:t>
                      </a:r>
                    </a:p>
                  </a:txBody>
                  <a:tcPr marL="139343" marR="139343" marT="69672" marB="69672" anchor="ctr"/>
                </a:tc>
                <a:extLst>
                  <a:ext uri="{0D108BD9-81ED-4DB2-BD59-A6C34878D82A}">
                    <a16:rowId xmlns:a16="http://schemas.microsoft.com/office/drawing/2014/main" val="2083274979"/>
                  </a:ext>
                </a:extLst>
              </a:tr>
              <a:tr h="1031139">
                <a:tc>
                  <a:txBody>
                    <a:bodyPr/>
                    <a:lstStyle/>
                    <a:p>
                      <a:r>
                        <a:rPr lang="en-IN" sz="2700"/>
                        <a:t>Numeric type</a:t>
                      </a:r>
                    </a:p>
                  </a:txBody>
                  <a:tcPr marL="139343" marR="139343" marT="69672" marB="69672" anchor="ctr"/>
                </a:tc>
                <a:tc>
                  <a:txBody>
                    <a:bodyPr/>
                    <a:lstStyle/>
                    <a:p>
                      <a:r>
                        <a:rPr lang="en-IN" sz="2700"/>
                        <a:t>number (float)</a:t>
                      </a:r>
                    </a:p>
                  </a:txBody>
                  <a:tcPr marL="139343" marR="139343" marT="69672" marB="69672" anchor="ctr"/>
                </a:tc>
                <a:tc>
                  <a:txBody>
                    <a:bodyPr/>
                    <a:lstStyle/>
                    <a:p>
                      <a:r>
                        <a:rPr lang="en-IN" sz="2700"/>
                        <a:t>number + integer</a:t>
                      </a:r>
                    </a:p>
                  </a:txBody>
                  <a:tcPr marL="139343" marR="139343" marT="69672" marB="69672" anchor="ctr"/>
                </a:tc>
                <a:extLst>
                  <a:ext uri="{0D108BD9-81ED-4DB2-BD59-A6C34878D82A}">
                    <a16:rowId xmlns:a16="http://schemas.microsoft.com/office/drawing/2014/main" val="746317107"/>
                  </a:ext>
                </a:extLst>
              </a:tr>
              <a:tr h="1031139">
                <a:tc>
                  <a:txBody>
                    <a:bodyPr/>
                    <a:lstStyle/>
                    <a:p>
                      <a:r>
                        <a:rPr lang="en-IN" sz="2700"/>
                        <a:t>Integer precision</a:t>
                      </a:r>
                    </a:p>
                  </a:txBody>
                  <a:tcPr marL="139343" marR="139343" marT="69672" marB="69672" anchor="ctr"/>
                </a:tc>
                <a:tc>
                  <a:txBody>
                    <a:bodyPr/>
                    <a:lstStyle/>
                    <a:p>
                      <a:r>
                        <a:rPr lang="en-IN" sz="2700"/>
                        <a:t>Limited by float</a:t>
                      </a:r>
                    </a:p>
                  </a:txBody>
                  <a:tcPr marL="139343" marR="139343" marT="69672" marB="69672" anchor="ctr"/>
                </a:tc>
                <a:tc>
                  <a:txBody>
                    <a:bodyPr/>
                    <a:lstStyle/>
                    <a:p>
                      <a:r>
                        <a:rPr lang="en-IN" sz="2700"/>
                        <a:t>Exact 64-bit integers</a:t>
                      </a:r>
                    </a:p>
                  </a:txBody>
                  <a:tcPr marL="139343" marR="139343" marT="69672" marB="69672" anchor="ctr"/>
                </a:tc>
                <a:extLst>
                  <a:ext uri="{0D108BD9-81ED-4DB2-BD59-A6C34878D82A}">
                    <a16:rowId xmlns:a16="http://schemas.microsoft.com/office/drawing/2014/main" val="907825856"/>
                  </a:ext>
                </a:extLst>
              </a:tr>
              <a:tr h="1031139">
                <a:tc>
                  <a:txBody>
                    <a:bodyPr/>
                    <a:lstStyle/>
                    <a:p>
                      <a:r>
                        <a:rPr lang="en-IN" sz="2700"/>
                        <a:t>Bitwise operations</a:t>
                      </a:r>
                    </a:p>
                  </a:txBody>
                  <a:tcPr marL="139343" marR="139343" marT="69672" marB="69672" anchor="ctr"/>
                </a:tc>
                <a:tc>
                  <a:txBody>
                    <a:bodyPr/>
                    <a:lstStyle/>
                    <a:p>
                      <a:r>
                        <a:rPr lang="en-IN" sz="2700"/>
                        <a:t>❌ (use libraries)</a:t>
                      </a:r>
                    </a:p>
                  </a:txBody>
                  <a:tcPr marL="139343" marR="139343" marT="69672" marB="69672" anchor="ctr"/>
                </a:tc>
                <a:tc>
                  <a:txBody>
                    <a:bodyPr/>
                    <a:lstStyle/>
                    <a:p>
                      <a:r>
                        <a:rPr lang="en-IN" sz="2700"/>
                        <a:t>✅ Built-in (&amp;, `</a:t>
                      </a:r>
                    </a:p>
                  </a:txBody>
                  <a:tcPr marL="139343" marR="139343" marT="69672" marB="69672" anchor="ctr"/>
                </a:tc>
                <a:extLst>
                  <a:ext uri="{0D108BD9-81ED-4DB2-BD59-A6C34878D82A}">
                    <a16:rowId xmlns:a16="http://schemas.microsoft.com/office/drawing/2014/main" val="1012252255"/>
                  </a:ext>
                </a:extLst>
              </a:tr>
              <a:tr h="1031139">
                <a:tc>
                  <a:txBody>
                    <a:bodyPr/>
                    <a:lstStyle/>
                    <a:p>
                      <a:r>
                        <a:rPr lang="en-IN" sz="2700"/>
                        <a:t>Distinction in type()</a:t>
                      </a:r>
                    </a:p>
                  </a:txBody>
                  <a:tcPr marL="139343" marR="139343" marT="69672" marB="69672" anchor="ctr"/>
                </a:tc>
                <a:tc>
                  <a:txBody>
                    <a:bodyPr/>
                    <a:lstStyle/>
                    <a:p>
                      <a:r>
                        <a:rPr lang="en-IN" sz="2700"/>
                        <a:t>No</a:t>
                      </a:r>
                    </a:p>
                  </a:txBody>
                  <a:tcPr marL="139343" marR="139343" marT="69672" marB="69672" anchor="ctr"/>
                </a:tc>
                <a:tc>
                  <a:txBody>
                    <a:bodyPr/>
                    <a:lstStyle/>
                    <a:p>
                      <a:r>
                        <a:rPr lang="en-IN" sz="2700"/>
                        <a:t>Yes (type(1) → "integer")</a:t>
                      </a:r>
                    </a:p>
                  </a:txBody>
                  <a:tcPr marL="139343" marR="139343" marT="69672" marB="69672" anchor="ctr"/>
                </a:tc>
                <a:extLst>
                  <a:ext uri="{0D108BD9-81ED-4DB2-BD59-A6C34878D82A}">
                    <a16:rowId xmlns:a16="http://schemas.microsoft.com/office/drawing/2014/main" val="7247396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7675470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9E2285-66BA-3915-C221-79B24E585C6E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IN" dirty="0"/>
              <a:t>Literal Strings in Lua</a:t>
            </a:r>
          </a:p>
          <a:p>
            <a:r>
              <a:rPr lang="en-US" dirty="0"/>
              <a:t>Definition:</a:t>
            </a:r>
          </a:p>
          <a:p>
            <a:pPr lvl="1"/>
            <a:r>
              <a:rPr lang="en-US" dirty="0"/>
              <a:t>A literal string is text enclosed in single (') or double quotes (").</a:t>
            </a:r>
          </a:p>
          <a:p>
            <a:pPr lvl="1"/>
            <a:r>
              <a:rPr lang="en-US" dirty="0"/>
              <a:t>Lua allows interchangeably.</a:t>
            </a:r>
          </a:p>
          <a:p>
            <a:pPr lvl="1"/>
            <a:r>
              <a:rPr lang="en-US" dirty="0">
                <a:highlight>
                  <a:srgbClr val="FFFF00"/>
                </a:highlight>
              </a:rPr>
              <a:t>local a = 'Hello'</a:t>
            </a:r>
          </a:p>
          <a:p>
            <a:pPr lvl="1"/>
            <a:r>
              <a:rPr lang="en-US" dirty="0">
                <a:highlight>
                  <a:srgbClr val="FFFF00"/>
                </a:highlight>
              </a:rPr>
              <a:t>local b = "World"</a:t>
            </a:r>
          </a:p>
          <a:p>
            <a:pPr lvl="1"/>
            <a:r>
              <a:rPr lang="en-US" dirty="0">
                <a:highlight>
                  <a:srgbClr val="FFFF00"/>
                </a:highlight>
              </a:rPr>
              <a:t>print(a .. " " .. b)  --&gt; Hello World</a:t>
            </a:r>
          </a:p>
          <a:p>
            <a:pPr lvl="1"/>
            <a:endParaRPr lang="en-US" dirty="0"/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1072546-57EF-3E8F-8AB6-3C01B5D690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Literal strings Long strings Coercions</a:t>
            </a:r>
          </a:p>
        </p:txBody>
      </p:sp>
    </p:spTree>
    <p:extLst>
      <p:ext uri="{BB962C8B-B14F-4D97-AF65-F5344CB8AC3E}">
        <p14:creationId xmlns:p14="http://schemas.microsoft.com/office/powerpoint/2010/main" val="419432650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34D7E3-F672-5B41-31B2-47895B4354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03E691-4877-0DC6-0E25-0B3AB0DA1341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IN" dirty="0"/>
              <a:t>Escapes in Literal Strings:</a:t>
            </a:r>
          </a:p>
          <a:p>
            <a:r>
              <a:rPr lang="en-IN" dirty="0"/>
              <a:t>Lua supports escape sequences:</a:t>
            </a:r>
          </a:p>
          <a:p>
            <a:pPr lvl="1"/>
            <a:r>
              <a:rPr lang="en-IN" dirty="0"/>
              <a:t>\n → newline</a:t>
            </a:r>
          </a:p>
          <a:p>
            <a:pPr lvl="1"/>
            <a:r>
              <a:rPr lang="en-IN" dirty="0"/>
              <a:t>\t → tab</a:t>
            </a:r>
          </a:p>
          <a:p>
            <a:pPr lvl="1"/>
            <a:r>
              <a:rPr lang="en-IN" dirty="0"/>
              <a:t>\\ → backslash</a:t>
            </a:r>
          </a:p>
          <a:p>
            <a:pPr lvl="1"/>
            <a:r>
              <a:rPr lang="en-IN" dirty="0"/>
              <a:t>\" or \' → quote</a:t>
            </a:r>
          </a:p>
          <a:p>
            <a:pPr lvl="1"/>
            <a:r>
              <a:rPr lang="en-US" dirty="0"/>
              <a:t>print("Line1\nLine2")  --&gt; Line1 (newline) Line2</a:t>
            </a:r>
          </a:p>
          <a:p>
            <a:pPr lvl="1"/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F5BB812-2F73-1744-7FCB-1356DDF19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Literal strings Long strings Coercions</a:t>
            </a:r>
          </a:p>
        </p:txBody>
      </p:sp>
    </p:spTree>
    <p:extLst>
      <p:ext uri="{BB962C8B-B14F-4D97-AF65-F5344CB8AC3E}">
        <p14:creationId xmlns:p14="http://schemas.microsoft.com/office/powerpoint/2010/main" val="1148081018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C4DC75E-5125-B23D-8815-90541C1473A2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Definition:</a:t>
            </a:r>
          </a:p>
          <a:p>
            <a:pPr lvl="1"/>
            <a:r>
              <a:rPr lang="en-US" dirty="0"/>
              <a:t>Enclosed using double square brackets: [[ ... ]]</a:t>
            </a:r>
          </a:p>
          <a:p>
            <a:pPr lvl="1"/>
            <a:r>
              <a:rPr lang="en-US" dirty="0"/>
              <a:t>Used to avoid escaping characters and for multi-line strings.</a:t>
            </a:r>
          </a:p>
          <a:p>
            <a:pPr marL="225425" lvl="1" indent="0">
              <a:buNone/>
            </a:pPr>
            <a:r>
              <a:rPr lang="en-US" dirty="0">
                <a:highlight>
                  <a:srgbClr val="FFFF00"/>
                </a:highlight>
              </a:rPr>
              <a:t>local msg = [[</a:t>
            </a:r>
          </a:p>
          <a:p>
            <a:pPr marL="225425" lvl="1" indent="0">
              <a:buNone/>
            </a:pPr>
            <a:r>
              <a:rPr lang="en-US" dirty="0">
                <a:highlight>
                  <a:srgbClr val="FFFF00"/>
                </a:highlight>
              </a:rPr>
              <a:t>This is a long</a:t>
            </a:r>
          </a:p>
          <a:p>
            <a:pPr marL="225425" lvl="1" indent="0">
              <a:buNone/>
            </a:pPr>
            <a:r>
              <a:rPr lang="en-US" dirty="0">
                <a:highlight>
                  <a:srgbClr val="FFFF00"/>
                </a:highlight>
              </a:rPr>
              <a:t>multi-line string.</a:t>
            </a:r>
          </a:p>
          <a:p>
            <a:pPr marL="225425" lvl="1" indent="0">
              <a:buNone/>
            </a:pPr>
            <a:r>
              <a:rPr lang="en-US" dirty="0">
                <a:highlight>
                  <a:srgbClr val="FFFF00"/>
                </a:highlight>
              </a:rPr>
              <a:t>It preserves formatting!</a:t>
            </a:r>
          </a:p>
          <a:p>
            <a:pPr marL="225425" lvl="1" indent="0">
              <a:buNone/>
            </a:pPr>
            <a:r>
              <a:rPr lang="en-US" dirty="0">
                <a:highlight>
                  <a:srgbClr val="FFFF00"/>
                </a:highlight>
              </a:rPr>
              <a:t>]]</a:t>
            </a:r>
          </a:p>
          <a:p>
            <a:pPr marL="225425" lvl="1" indent="0">
              <a:buNone/>
            </a:pPr>
            <a:r>
              <a:rPr lang="en-US" dirty="0">
                <a:highlight>
                  <a:srgbClr val="FFFF00"/>
                </a:highlight>
              </a:rPr>
              <a:t>print(msg)</a:t>
            </a:r>
          </a:p>
          <a:p>
            <a:pPr lvl="1"/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7BF3C04-1776-C50A-8200-C94B4710D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Long Strings in Lua</a:t>
            </a:r>
          </a:p>
        </p:txBody>
      </p:sp>
    </p:spTree>
    <p:extLst>
      <p:ext uri="{BB962C8B-B14F-4D97-AF65-F5344CB8AC3E}">
        <p14:creationId xmlns:p14="http://schemas.microsoft.com/office/powerpoint/2010/main" val="1590948541"/>
      </p:ext>
    </p:extLst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88BE6B-C929-EEE0-5EA2-352C0D17ED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0E84ABC-DE7E-1B14-E9EB-FE242EE33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Long Strings in Lua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ADA3B8-770B-86A1-927B-6055E83E8A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052445"/>
            <a:ext cx="7154273" cy="2753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4858968"/>
      </p:ext>
    </p:extLst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499B2CA-5F23-DE38-56B8-668F11DD7A69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57201" y="1381125"/>
            <a:ext cx="8228012" cy="2047875"/>
          </a:xfrm>
        </p:spPr>
        <p:txBody>
          <a:bodyPr/>
          <a:lstStyle/>
          <a:p>
            <a:r>
              <a:rPr lang="en-US" b="1" dirty="0"/>
              <a:t>Definition:</a:t>
            </a:r>
          </a:p>
          <a:p>
            <a:r>
              <a:rPr lang="en-US" b="1" dirty="0"/>
              <a:t>Coercion</a:t>
            </a:r>
            <a:r>
              <a:rPr lang="en-US" dirty="0"/>
              <a:t> is an automatic conversion between types when needed (e.g., string ↔ number).</a:t>
            </a:r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C083827-CB2E-708E-1B12-B62E184B3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Coercions in Lua</a:t>
            </a:r>
          </a:p>
        </p:txBody>
      </p:sp>
    </p:spTree>
    <p:extLst>
      <p:ext uri="{BB962C8B-B14F-4D97-AF65-F5344CB8AC3E}">
        <p14:creationId xmlns:p14="http://schemas.microsoft.com/office/powerpoint/2010/main" val="2711715649"/>
      </p:ext>
    </p:extLst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3DA150-E848-8E8C-EA8F-62FBB23875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BF73D7D-563B-E807-8F10-8A3DA3108D4D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57201" y="1381125"/>
            <a:ext cx="8228012" cy="523875"/>
          </a:xfrm>
        </p:spPr>
        <p:txBody>
          <a:bodyPr/>
          <a:lstStyle/>
          <a:p>
            <a:r>
              <a:rPr lang="en-IN" dirty="0"/>
              <a:t>When does coercion happen?</a:t>
            </a:r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13D8D4E-2ED8-BCDC-5D63-FA6CBDD8A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Coercions in Lua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33F290-F549-326A-EB80-C63657EC97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2034216"/>
            <a:ext cx="6420746" cy="4648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5382026"/>
      </p:ext>
    </p:extLst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6A667-B1D2-125F-E3F8-72EEE12581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E5FCEC2-1DE3-2035-4D22-5033E20BE7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Coercions in Lua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19A6801-44EE-92F3-6C5D-42A68ABAB3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905000"/>
            <a:ext cx="8268854" cy="4029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1549180"/>
      </p:ext>
    </p:extLst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E3C0FE2-BD50-B41D-B1CE-4D2E3C98C5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035" y="170122"/>
            <a:ext cx="8205261" cy="785553"/>
          </a:xfrm>
        </p:spPr>
        <p:txBody>
          <a:bodyPr anchor="b">
            <a:normAutofit/>
          </a:bodyPr>
          <a:lstStyle/>
          <a:p>
            <a:r>
              <a:rPr lang="en-IN" dirty="0"/>
              <a:t>Summary Table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F71DA17-5ACF-FB19-33ED-C3F4EFFA65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0768901"/>
              </p:ext>
            </p:extLst>
          </p:nvPr>
        </p:nvGraphicFramePr>
        <p:xfrm>
          <a:off x="457201" y="1487966"/>
          <a:ext cx="8228013" cy="4610735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438399">
                  <a:extLst>
                    <a:ext uri="{9D8B030D-6E8A-4147-A177-3AD203B41FA5}">
                      <a16:colId xmlns:a16="http://schemas.microsoft.com/office/drawing/2014/main" val="2393000141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1501591018"/>
                    </a:ext>
                  </a:extLst>
                </a:gridCol>
                <a:gridCol w="3198814">
                  <a:extLst>
                    <a:ext uri="{9D8B030D-6E8A-4147-A177-3AD203B41FA5}">
                      <a16:colId xmlns:a16="http://schemas.microsoft.com/office/drawing/2014/main" val="2147940972"/>
                    </a:ext>
                  </a:extLst>
                </a:gridCol>
              </a:tblGrid>
              <a:tr h="548304">
                <a:tc>
                  <a:txBody>
                    <a:bodyPr/>
                    <a:lstStyle/>
                    <a:p>
                      <a:r>
                        <a:rPr lang="en-IN" sz="2500"/>
                        <a:t>Feature</a:t>
                      </a:r>
                    </a:p>
                  </a:txBody>
                  <a:tcPr marL="124614" marR="124614" marT="62307" marB="62307" anchor="ctr"/>
                </a:tc>
                <a:tc>
                  <a:txBody>
                    <a:bodyPr/>
                    <a:lstStyle/>
                    <a:p>
                      <a:r>
                        <a:rPr lang="en-IN" sz="2500"/>
                        <a:t>Syntax</a:t>
                      </a:r>
                    </a:p>
                  </a:txBody>
                  <a:tcPr marL="124614" marR="124614" marT="62307" marB="62307" anchor="ctr"/>
                </a:tc>
                <a:tc>
                  <a:txBody>
                    <a:bodyPr/>
                    <a:lstStyle/>
                    <a:p>
                      <a:r>
                        <a:rPr lang="en-IN" sz="2500"/>
                        <a:t>Notes</a:t>
                      </a:r>
                    </a:p>
                  </a:txBody>
                  <a:tcPr marL="124614" marR="124614" marT="62307" marB="62307" anchor="ctr"/>
                </a:tc>
                <a:extLst>
                  <a:ext uri="{0D108BD9-81ED-4DB2-BD59-A6C34878D82A}">
                    <a16:rowId xmlns:a16="http://schemas.microsoft.com/office/drawing/2014/main" val="342900599"/>
                  </a:ext>
                </a:extLst>
              </a:tr>
              <a:tr h="1295990">
                <a:tc>
                  <a:txBody>
                    <a:bodyPr/>
                    <a:lstStyle/>
                    <a:p>
                      <a:r>
                        <a:rPr lang="en-IN" sz="2500"/>
                        <a:t>Literal String</a:t>
                      </a:r>
                    </a:p>
                  </a:txBody>
                  <a:tcPr marL="124614" marR="124614" marT="62307" marB="62307" anchor="ctr"/>
                </a:tc>
                <a:tc>
                  <a:txBody>
                    <a:bodyPr/>
                    <a:lstStyle/>
                    <a:p>
                      <a:r>
                        <a:rPr lang="en-IN" sz="2500"/>
                        <a:t>'text', "text"</a:t>
                      </a:r>
                    </a:p>
                  </a:txBody>
                  <a:tcPr marL="124614" marR="124614" marT="62307" marB="62307" anchor="ctr"/>
                </a:tc>
                <a:tc>
                  <a:txBody>
                    <a:bodyPr/>
                    <a:lstStyle/>
                    <a:p>
                      <a:r>
                        <a:rPr lang="en-IN" sz="2500"/>
                        <a:t>Escape sequences allowed</a:t>
                      </a:r>
                    </a:p>
                  </a:txBody>
                  <a:tcPr marL="124614" marR="124614" marT="62307" marB="62307" anchor="ctr"/>
                </a:tc>
                <a:extLst>
                  <a:ext uri="{0D108BD9-81ED-4DB2-BD59-A6C34878D82A}">
                    <a16:rowId xmlns:a16="http://schemas.microsoft.com/office/drawing/2014/main" val="1053701465"/>
                  </a:ext>
                </a:extLst>
              </a:tr>
              <a:tr h="922147">
                <a:tc>
                  <a:txBody>
                    <a:bodyPr/>
                    <a:lstStyle/>
                    <a:p>
                      <a:r>
                        <a:rPr lang="en-IN" sz="2500"/>
                        <a:t>Long String</a:t>
                      </a:r>
                    </a:p>
                  </a:txBody>
                  <a:tcPr marL="124614" marR="124614" marT="62307" marB="62307" anchor="ctr"/>
                </a:tc>
                <a:tc>
                  <a:txBody>
                    <a:bodyPr/>
                    <a:lstStyle/>
                    <a:p>
                      <a:r>
                        <a:rPr lang="en-IN" sz="2500"/>
                        <a:t>[[text]], [=[text]=]</a:t>
                      </a:r>
                    </a:p>
                  </a:txBody>
                  <a:tcPr marL="124614" marR="124614" marT="62307" marB="62307" anchor="ctr"/>
                </a:tc>
                <a:tc>
                  <a:txBody>
                    <a:bodyPr/>
                    <a:lstStyle/>
                    <a:p>
                      <a:r>
                        <a:rPr lang="en-IN" sz="2500"/>
                        <a:t>Multi-line, raw, no escapes</a:t>
                      </a:r>
                    </a:p>
                  </a:txBody>
                  <a:tcPr marL="124614" marR="124614" marT="62307" marB="62307" anchor="ctr"/>
                </a:tc>
                <a:extLst>
                  <a:ext uri="{0D108BD9-81ED-4DB2-BD59-A6C34878D82A}">
                    <a16:rowId xmlns:a16="http://schemas.microsoft.com/office/drawing/2014/main" val="16470618"/>
                  </a:ext>
                </a:extLst>
              </a:tr>
              <a:tr h="922147">
                <a:tc>
                  <a:txBody>
                    <a:bodyPr/>
                    <a:lstStyle/>
                    <a:p>
                      <a:r>
                        <a:rPr lang="en-IN" sz="2500"/>
                        <a:t>Coercion (Auto)</a:t>
                      </a:r>
                    </a:p>
                  </a:txBody>
                  <a:tcPr marL="124614" marR="124614" marT="62307" marB="62307" anchor="ctr"/>
                </a:tc>
                <a:tc>
                  <a:txBody>
                    <a:bodyPr/>
                    <a:lstStyle/>
                    <a:p>
                      <a:r>
                        <a:rPr lang="en-IN" sz="2500"/>
                        <a:t>"5" + 3, "value" .. 10</a:t>
                      </a:r>
                    </a:p>
                  </a:txBody>
                  <a:tcPr marL="124614" marR="124614" marT="62307" marB="62307" anchor="ctr"/>
                </a:tc>
                <a:tc>
                  <a:txBody>
                    <a:bodyPr/>
                    <a:lstStyle/>
                    <a:p>
                      <a:r>
                        <a:rPr lang="en-IN" sz="2500"/>
                        <a:t>String ↔ Number (when needed)</a:t>
                      </a:r>
                    </a:p>
                  </a:txBody>
                  <a:tcPr marL="124614" marR="124614" marT="62307" marB="62307" anchor="ctr"/>
                </a:tc>
                <a:extLst>
                  <a:ext uri="{0D108BD9-81ED-4DB2-BD59-A6C34878D82A}">
                    <a16:rowId xmlns:a16="http://schemas.microsoft.com/office/drawing/2014/main" val="4279648931"/>
                  </a:ext>
                </a:extLst>
              </a:tr>
              <a:tr h="922147">
                <a:tc>
                  <a:txBody>
                    <a:bodyPr/>
                    <a:lstStyle/>
                    <a:p>
                      <a:r>
                        <a:rPr lang="en-IN" sz="2500"/>
                        <a:t>Coercion (Manual)</a:t>
                      </a:r>
                    </a:p>
                  </a:txBody>
                  <a:tcPr marL="124614" marR="124614" marT="62307" marB="62307" anchor="ctr"/>
                </a:tc>
                <a:tc>
                  <a:txBody>
                    <a:bodyPr/>
                    <a:lstStyle/>
                    <a:p>
                      <a:r>
                        <a:rPr lang="en-IN" sz="2500"/>
                        <a:t>tonumber(), tostring()</a:t>
                      </a:r>
                    </a:p>
                  </a:txBody>
                  <a:tcPr marL="124614" marR="124614" marT="62307" marB="62307" anchor="ctr"/>
                </a:tc>
                <a:tc>
                  <a:txBody>
                    <a:bodyPr/>
                    <a:lstStyle/>
                    <a:p>
                      <a:r>
                        <a:rPr lang="en-IN" sz="2500" dirty="0"/>
                        <a:t>Safer and explicit</a:t>
                      </a:r>
                    </a:p>
                  </a:txBody>
                  <a:tcPr marL="124614" marR="124614" marT="62307" marB="62307" anchor="ctr"/>
                </a:tc>
                <a:extLst>
                  <a:ext uri="{0D108BD9-81ED-4DB2-BD59-A6C34878D82A}">
                    <a16:rowId xmlns:a16="http://schemas.microsoft.com/office/drawing/2014/main" val="26450859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0319296"/>
      </p:ext>
    </p:extLst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8ABEEF-9425-F68E-D40C-D5117F1C7B27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Lua has a powerful built-in string library.</a:t>
            </a:r>
          </a:p>
          <a:p>
            <a:r>
              <a:rPr lang="en-US" dirty="0"/>
              <a:t>Lua does not natively support full Unicode strings—it treats all strings as byte sequences.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023C7E4-B552-CEBD-0DF9-1D65BB1CE4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String Library &amp; Unicode in Lua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98440042"/>
      </p:ext>
    </p:extLst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D785A04-26E2-37BB-3A8A-D96A9F282D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035" y="170122"/>
            <a:ext cx="8205261" cy="785553"/>
          </a:xfrm>
        </p:spPr>
        <p:txBody>
          <a:bodyPr anchor="b">
            <a:normAutofit/>
          </a:bodyPr>
          <a:lstStyle/>
          <a:p>
            <a:r>
              <a:rPr lang="en-US" dirty="0"/>
              <a:t>The string Library in Lua</a:t>
            </a:r>
            <a:endParaRPr lang="en-IN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095905A-3D7D-C1E5-E08C-062B0B5141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5703355"/>
              </p:ext>
            </p:extLst>
          </p:nvPr>
        </p:nvGraphicFramePr>
        <p:xfrm>
          <a:off x="681300" y="1381125"/>
          <a:ext cx="8081700" cy="4824417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900100">
                  <a:extLst>
                    <a:ext uri="{9D8B030D-6E8A-4147-A177-3AD203B41FA5}">
                      <a16:colId xmlns:a16="http://schemas.microsoft.com/office/drawing/2014/main" val="3601683274"/>
                    </a:ext>
                  </a:extLst>
                </a:gridCol>
                <a:gridCol w="5181600">
                  <a:extLst>
                    <a:ext uri="{9D8B030D-6E8A-4147-A177-3AD203B41FA5}">
                      <a16:colId xmlns:a16="http://schemas.microsoft.com/office/drawing/2014/main" val="556852782"/>
                    </a:ext>
                  </a:extLst>
                </a:gridCol>
              </a:tblGrid>
              <a:tr h="380420">
                <a:tc>
                  <a:txBody>
                    <a:bodyPr/>
                    <a:lstStyle/>
                    <a:p>
                      <a:r>
                        <a:rPr lang="en-IN" sz="1700"/>
                        <a:t>Function</a:t>
                      </a:r>
                    </a:p>
                  </a:txBody>
                  <a:tcPr marL="86459" marR="86459" marT="43230" marB="43230" anchor="ctr"/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Description</a:t>
                      </a:r>
                    </a:p>
                  </a:txBody>
                  <a:tcPr marL="86459" marR="86459" marT="43230" marB="43230" anchor="ctr"/>
                </a:tc>
                <a:extLst>
                  <a:ext uri="{0D108BD9-81ED-4DB2-BD59-A6C34878D82A}">
                    <a16:rowId xmlns:a16="http://schemas.microsoft.com/office/drawing/2014/main" val="64668970"/>
                  </a:ext>
                </a:extLst>
              </a:tr>
              <a:tr h="380420">
                <a:tc>
                  <a:txBody>
                    <a:bodyPr/>
                    <a:lstStyle/>
                    <a:p>
                      <a:r>
                        <a:rPr lang="en-IN" sz="1700"/>
                        <a:t>string.len(s)</a:t>
                      </a:r>
                    </a:p>
                  </a:txBody>
                  <a:tcPr marL="86459" marR="86459" marT="43230" marB="43230" anchor="ctr"/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Returns length (in bytes) of s</a:t>
                      </a:r>
                    </a:p>
                  </a:txBody>
                  <a:tcPr marL="86459" marR="86459" marT="43230" marB="43230" anchor="ctr"/>
                </a:tc>
                <a:extLst>
                  <a:ext uri="{0D108BD9-81ED-4DB2-BD59-A6C34878D82A}">
                    <a16:rowId xmlns:a16="http://schemas.microsoft.com/office/drawing/2014/main" val="1221264359"/>
                  </a:ext>
                </a:extLst>
              </a:tr>
              <a:tr h="380420">
                <a:tc>
                  <a:txBody>
                    <a:bodyPr/>
                    <a:lstStyle/>
                    <a:p>
                      <a:r>
                        <a:rPr lang="pl-PL" sz="1700"/>
                        <a:t>string.sub(s, i, j)</a:t>
                      </a:r>
                    </a:p>
                  </a:txBody>
                  <a:tcPr marL="86459" marR="86459" marT="43230" marB="43230" anchor="ctr"/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Substring from position i to j</a:t>
                      </a:r>
                    </a:p>
                  </a:txBody>
                  <a:tcPr marL="86459" marR="86459" marT="43230" marB="43230" anchor="ctr"/>
                </a:tc>
                <a:extLst>
                  <a:ext uri="{0D108BD9-81ED-4DB2-BD59-A6C34878D82A}">
                    <a16:rowId xmlns:a16="http://schemas.microsoft.com/office/drawing/2014/main" val="349562052"/>
                  </a:ext>
                </a:extLst>
              </a:tr>
              <a:tr h="380420">
                <a:tc>
                  <a:txBody>
                    <a:bodyPr/>
                    <a:lstStyle/>
                    <a:p>
                      <a:r>
                        <a:rPr lang="en-IN" sz="1700"/>
                        <a:t>string.upper(s)</a:t>
                      </a:r>
                    </a:p>
                  </a:txBody>
                  <a:tcPr marL="86459" marR="86459" marT="43230" marB="43230" anchor="ctr"/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Convert to uppercase</a:t>
                      </a:r>
                    </a:p>
                  </a:txBody>
                  <a:tcPr marL="86459" marR="86459" marT="43230" marB="43230" anchor="ctr"/>
                </a:tc>
                <a:extLst>
                  <a:ext uri="{0D108BD9-81ED-4DB2-BD59-A6C34878D82A}">
                    <a16:rowId xmlns:a16="http://schemas.microsoft.com/office/drawing/2014/main" val="558352256"/>
                  </a:ext>
                </a:extLst>
              </a:tr>
              <a:tr h="380420">
                <a:tc>
                  <a:txBody>
                    <a:bodyPr/>
                    <a:lstStyle/>
                    <a:p>
                      <a:r>
                        <a:rPr lang="en-IN" sz="1700"/>
                        <a:t>string.lower(s)</a:t>
                      </a:r>
                    </a:p>
                  </a:txBody>
                  <a:tcPr marL="86459" marR="86459" marT="43230" marB="43230" anchor="ctr"/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Convert to lowercase</a:t>
                      </a:r>
                    </a:p>
                  </a:txBody>
                  <a:tcPr marL="86459" marR="86459" marT="43230" marB="43230" anchor="ctr"/>
                </a:tc>
                <a:extLst>
                  <a:ext uri="{0D108BD9-81ED-4DB2-BD59-A6C34878D82A}">
                    <a16:rowId xmlns:a16="http://schemas.microsoft.com/office/drawing/2014/main" val="1108380100"/>
                  </a:ext>
                </a:extLst>
              </a:tr>
              <a:tr h="380420">
                <a:tc>
                  <a:txBody>
                    <a:bodyPr/>
                    <a:lstStyle/>
                    <a:p>
                      <a:r>
                        <a:rPr lang="en-IN" sz="1700"/>
                        <a:t>string.reverse(s)</a:t>
                      </a:r>
                    </a:p>
                  </a:txBody>
                  <a:tcPr marL="86459" marR="86459" marT="43230" marB="43230" anchor="ctr"/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Reverse string</a:t>
                      </a:r>
                    </a:p>
                  </a:txBody>
                  <a:tcPr marL="86459" marR="86459" marT="43230" marB="43230" anchor="ctr"/>
                </a:tc>
                <a:extLst>
                  <a:ext uri="{0D108BD9-81ED-4DB2-BD59-A6C34878D82A}">
                    <a16:rowId xmlns:a16="http://schemas.microsoft.com/office/drawing/2014/main" val="811515945"/>
                  </a:ext>
                </a:extLst>
              </a:tr>
              <a:tr h="380420">
                <a:tc>
                  <a:txBody>
                    <a:bodyPr/>
                    <a:lstStyle/>
                    <a:p>
                      <a:r>
                        <a:rPr lang="en-IN" sz="1700"/>
                        <a:t>string.rep(s, n)</a:t>
                      </a:r>
                    </a:p>
                  </a:txBody>
                  <a:tcPr marL="86459" marR="86459" marT="43230" marB="43230" anchor="ctr"/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Repeat string n times</a:t>
                      </a:r>
                    </a:p>
                  </a:txBody>
                  <a:tcPr marL="86459" marR="86459" marT="43230" marB="43230" anchor="ctr"/>
                </a:tc>
                <a:extLst>
                  <a:ext uri="{0D108BD9-81ED-4DB2-BD59-A6C34878D82A}">
                    <a16:rowId xmlns:a16="http://schemas.microsoft.com/office/drawing/2014/main" val="1341050938"/>
                  </a:ext>
                </a:extLst>
              </a:tr>
              <a:tr h="380420">
                <a:tc>
                  <a:txBody>
                    <a:bodyPr/>
                    <a:lstStyle/>
                    <a:p>
                      <a:r>
                        <a:rPr lang="en-IN" sz="1700"/>
                        <a:t>string.find(s, pattern)</a:t>
                      </a:r>
                    </a:p>
                  </a:txBody>
                  <a:tcPr marL="86459" marR="86459" marT="43230" marB="43230" anchor="ctr"/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Find substring or pattern match</a:t>
                      </a:r>
                    </a:p>
                  </a:txBody>
                  <a:tcPr marL="86459" marR="86459" marT="43230" marB="43230" anchor="ctr"/>
                </a:tc>
                <a:extLst>
                  <a:ext uri="{0D108BD9-81ED-4DB2-BD59-A6C34878D82A}">
                    <a16:rowId xmlns:a16="http://schemas.microsoft.com/office/drawing/2014/main" val="779153568"/>
                  </a:ext>
                </a:extLst>
              </a:tr>
              <a:tr h="380420">
                <a:tc>
                  <a:txBody>
                    <a:bodyPr/>
                    <a:lstStyle/>
                    <a:p>
                      <a:r>
                        <a:rPr lang="en-IN" sz="1700"/>
                        <a:t>string.match(s, pat)</a:t>
                      </a:r>
                    </a:p>
                  </a:txBody>
                  <a:tcPr marL="86459" marR="86459" marT="43230" marB="43230" anchor="ctr"/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Returns first match for pattern</a:t>
                      </a:r>
                    </a:p>
                  </a:txBody>
                  <a:tcPr marL="86459" marR="86459" marT="43230" marB="43230" anchor="ctr"/>
                </a:tc>
                <a:extLst>
                  <a:ext uri="{0D108BD9-81ED-4DB2-BD59-A6C34878D82A}">
                    <a16:rowId xmlns:a16="http://schemas.microsoft.com/office/drawing/2014/main" val="2965260781"/>
                  </a:ext>
                </a:extLst>
              </a:tr>
              <a:tr h="639797">
                <a:tc>
                  <a:txBody>
                    <a:bodyPr/>
                    <a:lstStyle/>
                    <a:p>
                      <a:r>
                        <a:rPr lang="en-US" sz="1700"/>
                        <a:t>string.gsub(s, pat, repl)</a:t>
                      </a:r>
                    </a:p>
                  </a:txBody>
                  <a:tcPr marL="86459" marR="86459" marT="43230" marB="43230" anchor="ctr"/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Global substitution (replace all matches)</a:t>
                      </a:r>
                    </a:p>
                  </a:txBody>
                  <a:tcPr marL="86459" marR="86459" marT="43230" marB="43230" anchor="ctr"/>
                </a:tc>
                <a:extLst>
                  <a:ext uri="{0D108BD9-81ED-4DB2-BD59-A6C34878D82A}">
                    <a16:rowId xmlns:a16="http://schemas.microsoft.com/office/drawing/2014/main" val="2325194531"/>
                  </a:ext>
                </a:extLst>
              </a:tr>
              <a:tr h="380420">
                <a:tc>
                  <a:txBody>
                    <a:bodyPr/>
                    <a:lstStyle/>
                    <a:p>
                      <a:r>
                        <a:rPr lang="en-IN" sz="1700"/>
                        <a:t>string.byte(s, i)</a:t>
                      </a:r>
                    </a:p>
                  </a:txBody>
                  <a:tcPr marL="86459" marR="86459" marT="43230" marB="43230" anchor="ctr"/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Byte value at position i</a:t>
                      </a:r>
                    </a:p>
                  </a:txBody>
                  <a:tcPr marL="86459" marR="86459" marT="43230" marB="43230" anchor="ctr"/>
                </a:tc>
                <a:extLst>
                  <a:ext uri="{0D108BD9-81ED-4DB2-BD59-A6C34878D82A}">
                    <a16:rowId xmlns:a16="http://schemas.microsoft.com/office/drawing/2014/main" val="2461957501"/>
                  </a:ext>
                </a:extLst>
              </a:tr>
              <a:tr h="380420">
                <a:tc>
                  <a:txBody>
                    <a:bodyPr/>
                    <a:lstStyle/>
                    <a:p>
                      <a:r>
                        <a:rPr lang="en-IN" sz="1700"/>
                        <a:t>string.char(n)</a:t>
                      </a:r>
                    </a:p>
                  </a:txBody>
                  <a:tcPr marL="86459" marR="86459" marT="43230" marB="43230" anchor="ctr"/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Character from byte value n</a:t>
                      </a:r>
                    </a:p>
                  </a:txBody>
                  <a:tcPr marL="86459" marR="86459" marT="43230" marB="43230" anchor="ctr"/>
                </a:tc>
                <a:extLst>
                  <a:ext uri="{0D108BD9-81ED-4DB2-BD59-A6C34878D82A}">
                    <a16:rowId xmlns:a16="http://schemas.microsoft.com/office/drawing/2014/main" val="10168775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7704964"/>
      </p:ext>
    </p:extLst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3003F9-082E-E7FF-CF1F-6D6C8DDBCE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B68703D-C8D2-39F4-5EDD-D4FA2EE68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035" y="170122"/>
            <a:ext cx="8205261" cy="785553"/>
          </a:xfrm>
        </p:spPr>
        <p:txBody>
          <a:bodyPr anchor="b">
            <a:normAutofit/>
          </a:bodyPr>
          <a:lstStyle/>
          <a:p>
            <a:r>
              <a:rPr lang="en-US" dirty="0"/>
              <a:t>The string Library in Lua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D7749B2-8967-2E6E-CCA3-1E246BEF37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1905000"/>
            <a:ext cx="6336354" cy="205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9200562"/>
      </p:ext>
    </p:extLst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3F4EC3-9B77-4D8F-3809-920C83A16757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Lua strings are byte-based, not character-based.</a:t>
            </a:r>
          </a:p>
          <a:p>
            <a:pPr lvl="1"/>
            <a:r>
              <a:rPr lang="en-US" dirty="0"/>
              <a:t>"ñ" in UTF-8 is two bytes: 0xC3 0xB1</a:t>
            </a:r>
          </a:p>
          <a:p>
            <a:pPr lvl="1"/>
            <a:r>
              <a:rPr lang="en-US" dirty="0" err="1"/>
              <a:t>string.len</a:t>
            </a:r>
            <a:r>
              <a:rPr lang="en-US" dirty="0"/>
              <a:t>("ñ") returns 2, not 1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AC680F7-8588-7BA0-6F8F-8C973EC56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Unicode in Lua</a:t>
            </a:r>
          </a:p>
        </p:txBody>
      </p:sp>
    </p:spTree>
    <p:extLst>
      <p:ext uri="{BB962C8B-B14F-4D97-AF65-F5344CB8AC3E}">
        <p14:creationId xmlns:p14="http://schemas.microsoft.com/office/powerpoint/2010/main" val="1918816723"/>
      </p:ext>
    </p:extLst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1D4E8D1-CAD9-253D-0516-818A6707A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Handling Unicode (UTF-8) in Lua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01018B4-4EF3-161A-4A74-357519F5F1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9355982"/>
              </p:ext>
            </p:extLst>
          </p:nvPr>
        </p:nvGraphicFramePr>
        <p:xfrm>
          <a:off x="483494" y="1600200"/>
          <a:ext cx="8228012" cy="182880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4114006">
                  <a:extLst>
                    <a:ext uri="{9D8B030D-6E8A-4147-A177-3AD203B41FA5}">
                      <a16:colId xmlns:a16="http://schemas.microsoft.com/office/drawing/2014/main" val="1997320518"/>
                    </a:ext>
                  </a:extLst>
                </a:gridCol>
                <a:gridCol w="4114006">
                  <a:extLst>
                    <a:ext uri="{9D8B030D-6E8A-4147-A177-3AD203B41FA5}">
                      <a16:colId xmlns:a16="http://schemas.microsoft.com/office/drawing/2014/main" val="1138711187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Function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749664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utf8.len(s)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Number of UTF-8 characters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5734408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utf8.codes(s)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sz="1800"/>
                        <a:t>Iterator over Unicode code points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9637764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utf8.char(n)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Convert code point to character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9973812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utf8.codepoint(s)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Returns code point(s) of UTF-8 chars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8447375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8FAA78F8-C1F0-66B5-918A-B8EDBB55A9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0969" y="3657600"/>
            <a:ext cx="6173061" cy="2791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0665407"/>
      </p:ext>
    </p:extLst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678C8-558F-8B78-D4E6-0D3FA5541C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ASCII vs Unicode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574F35-1086-CA9C-C280-7E81ED7DD9DC}"/>
              </a:ext>
            </a:extLst>
          </p:cNvPr>
          <p:cNvSpPr txBox="1"/>
          <p:nvPr/>
        </p:nvSpPr>
        <p:spPr>
          <a:xfrm>
            <a:off x="1828800" y="1951672"/>
            <a:ext cx="5029200" cy="1631216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000" dirty="0"/>
              <a:t>local s = "é"         -- 'e' + combining acute accent (U+0301)</a:t>
            </a:r>
          </a:p>
          <a:p>
            <a:endParaRPr lang="en-US" sz="2000" dirty="0"/>
          </a:p>
          <a:p>
            <a:r>
              <a:rPr lang="en-US" sz="2000" dirty="0"/>
              <a:t>print(</a:t>
            </a:r>
            <a:r>
              <a:rPr lang="en-US" sz="2000" dirty="0" err="1"/>
              <a:t>string.len</a:t>
            </a:r>
            <a:r>
              <a:rPr lang="en-US" sz="2000" dirty="0"/>
              <a:t>(s))   --&gt; 3  (in bytes)</a:t>
            </a:r>
          </a:p>
          <a:p>
            <a:r>
              <a:rPr lang="en-US" sz="2000" dirty="0"/>
              <a:t>print(utf8.len(s))     --&gt; 2  (in characters)</a:t>
            </a:r>
          </a:p>
        </p:txBody>
      </p:sp>
    </p:spTree>
    <p:extLst>
      <p:ext uri="{BB962C8B-B14F-4D97-AF65-F5344CB8AC3E}">
        <p14:creationId xmlns:p14="http://schemas.microsoft.com/office/powerpoint/2010/main" val="345933128"/>
      </p:ext>
    </p:extLst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C65374-9879-0808-6158-B1B1DF9E2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035" y="170122"/>
            <a:ext cx="8205261" cy="785553"/>
          </a:xfrm>
        </p:spPr>
        <p:txBody>
          <a:bodyPr anchor="b">
            <a:normAutofit/>
          </a:bodyPr>
          <a:lstStyle/>
          <a:p>
            <a:r>
              <a:rPr lang="en-IN" dirty="0"/>
              <a:t>Summary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EC8E5E8-7C1D-4F7D-C802-5D7AAB8B4C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7837720"/>
              </p:ext>
            </p:extLst>
          </p:nvPr>
        </p:nvGraphicFramePr>
        <p:xfrm>
          <a:off x="457201" y="2003553"/>
          <a:ext cx="8228013" cy="357956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659811">
                  <a:extLst>
                    <a:ext uri="{9D8B030D-6E8A-4147-A177-3AD203B41FA5}">
                      <a16:colId xmlns:a16="http://schemas.microsoft.com/office/drawing/2014/main" val="3085826824"/>
                    </a:ext>
                  </a:extLst>
                </a:gridCol>
                <a:gridCol w="2713078">
                  <a:extLst>
                    <a:ext uri="{9D8B030D-6E8A-4147-A177-3AD203B41FA5}">
                      <a16:colId xmlns:a16="http://schemas.microsoft.com/office/drawing/2014/main" val="2164572110"/>
                    </a:ext>
                  </a:extLst>
                </a:gridCol>
                <a:gridCol w="2855124">
                  <a:extLst>
                    <a:ext uri="{9D8B030D-6E8A-4147-A177-3AD203B41FA5}">
                      <a16:colId xmlns:a16="http://schemas.microsoft.com/office/drawing/2014/main" val="2556658854"/>
                    </a:ext>
                  </a:extLst>
                </a:gridCol>
              </a:tblGrid>
              <a:tr h="562502">
                <a:tc>
                  <a:txBody>
                    <a:bodyPr/>
                    <a:lstStyle/>
                    <a:p>
                      <a:r>
                        <a:rPr lang="en-IN" sz="2500"/>
                        <a:t>Feature</a:t>
                      </a:r>
                    </a:p>
                  </a:txBody>
                  <a:tcPr marL="127841" marR="127841" marT="63921" marB="63921" anchor="ctr"/>
                </a:tc>
                <a:tc>
                  <a:txBody>
                    <a:bodyPr/>
                    <a:lstStyle/>
                    <a:p>
                      <a:r>
                        <a:rPr lang="en-IN" sz="2500" dirty="0"/>
                        <a:t>Lua (Default)</a:t>
                      </a:r>
                    </a:p>
                  </a:txBody>
                  <a:tcPr marL="127841" marR="127841" marT="63921" marB="63921" anchor="ctr"/>
                </a:tc>
                <a:tc>
                  <a:txBody>
                    <a:bodyPr/>
                    <a:lstStyle/>
                    <a:p>
                      <a:r>
                        <a:rPr lang="en-IN" sz="2500"/>
                        <a:t>Notes</a:t>
                      </a:r>
                    </a:p>
                  </a:txBody>
                  <a:tcPr marL="127841" marR="127841" marT="63921" marB="63921" anchor="ctr"/>
                </a:tc>
                <a:extLst>
                  <a:ext uri="{0D108BD9-81ED-4DB2-BD59-A6C34878D82A}">
                    <a16:rowId xmlns:a16="http://schemas.microsoft.com/office/drawing/2014/main" val="1470359036"/>
                  </a:ext>
                </a:extLst>
              </a:tr>
              <a:tr h="946027">
                <a:tc>
                  <a:txBody>
                    <a:bodyPr/>
                    <a:lstStyle/>
                    <a:p>
                      <a:r>
                        <a:rPr lang="en-IN" sz="2500"/>
                        <a:t>String encoding</a:t>
                      </a:r>
                    </a:p>
                  </a:txBody>
                  <a:tcPr marL="127841" marR="127841" marT="63921" marB="63921" anchor="ctr"/>
                </a:tc>
                <a:tc>
                  <a:txBody>
                    <a:bodyPr/>
                    <a:lstStyle/>
                    <a:p>
                      <a:r>
                        <a:rPr lang="en-IN" sz="2500"/>
                        <a:t>Byte sequences</a:t>
                      </a:r>
                    </a:p>
                  </a:txBody>
                  <a:tcPr marL="127841" marR="127841" marT="63921" marB="63921" anchor="ctr"/>
                </a:tc>
                <a:tc>
                  <a:txBody>
                    <a:bodyPr/>
                    <a:lstStyle/>
                    <a:p>
                      <a:r>
                        <a:rPr lang="en-US" sz="2500"/>
                        <a:t>UTF-8 supported but not interpreted</a:t>
                      </a:r>
                    </a:p>
                  </a:txBody>
                  <a:tcPr marL="127841" marR="127841" marT="63921" marB="63921" anchor="ctr"/>
                </a:tc>
                <a:extLst>
                  <a:ext uri="{0D108BD9-81ED-4DB2-BD59-A6C34878D82A}">
                    <a16:rowId xmlns:a16="http://schemas.microsoft.com/office/drawing/2014/main" val="906150520"/>
                  </a:ext>
                </a:extLst>
              </a:tr>
              <a:tr h="562502">
                <a:tc>
                  <a:txBody>
                    <a:bodyPr/>
                    <a:lstStyle/>
                    <a:p>
                      <a:r>
                        <a:rPr lang="en-IN" sz="2500"/>
                        <a:t>ASCII handling</a:t>
                      </a:r>
                    </a:p>
                  </a:txBody>
                  <a:tcPr marL="127841" marR="127841" marT="63921" marB="63921" anchor="ctr"/>
                </a:tc>
                <a:tc>
                  <a:txBody>
                    <a:bodyPr/>
                    <a:lstStyle/>
                    <a:p>
                      <a:r>
                        <a:rPr lang="en-IN" sz="2500"/>
                        <a:t>Works perfectly</a:t>
                      </a:r>
                    </a:p>
                  </a:txBody>
                  <a:tcPr marL="127841" marR="127841" marT="63921" marB="63921" anchor="ctr"/>
                </a:tc>
                <a:tc>
                  <a:txBody>
                    <a:bodyPr/>
                    <a:lstStyle/>
                    <a:p>
                      <a:r>
                        <a:rPr lang="en-IN" sz="2500"/>
                        <a:t>1 byte = 1 char</a:t>
                      </a:r>
                    </a:p>
                  </a:txBody>
                  <a:tcPr marL="127841" marR="127841" marT="63921" marB="63921" anchor="ctr"/>
                </a:tc>
                <a:extLst>
                  <a:ext uri="{0D108BD9-81ED-4DB2-BD59-A6C34878D82A}">
                    <a16:rowId xmlns:a16="http://schemas.microsoft.com/office/drawing/2014/main" val="2847570262"/>
                  </a:ext>
                </a:extLst>
              </a:tr>
              <a:tr h="562502">
                <a:tc>
                  <a:txBody>
                    <a:bodyPr/>
                    <a:lstStyle/>
                    <a:p>
                      <a:r>
                        <a:rPr lang="en-IN" sz="2500"/>
                        <a:t>Unicode (UTF-8)</a:t>
                      </a:r>
                    </a:p>
                  </a:txBody>
                  <a:tcPr marL="127841" marR="127841" marT="63921" marB="63921" anchor="ctr"/>
                </a:tc>
                <a:tc>
                  <a:txBody>
                    <a:bodyPr/>
                    <a:lstStyle/>
                    <a:p>
                      <a:r>
                        <a:rPr lang="en-IN" sz="2500"/>
                        <a:t>Use utf8 lib</a:t>
                      </a:r>
                    </a:p>
                  </a:txBody>
                  <a:tcPr marL="127841" marR="127841" marT="63921" marB="63921" anchor="ctr"/>
                </a:tc>
                <a:tc>
                  <a:txBody>
                    <a:bodyPr/>
                    <a:lstStyle/>
                    <a:p>
                      <a:r>
                        <a:rPr lang="en-IN" sz="2500" dirty="0"/>
                        <a:t>Lua 5.3+ only</a:t>
                      </a:r>
                    </a:p>
                  </a:txBody>
                  <a:tcPr marL="127841" marR="127841" marT="63921" marB="63921" anchor="ctr"/>
                </a:tc>
                <a:extLst>
                  <a:ext uri="{0D108BD9-81ED-4DB2-BD59-A6C34878D82A}">
                    <a16:rowId xmlns:a16="http://schemas.microsoft.com/office/drawing/2014/main" val="94986428"/>
                  </a:ext>
                </a:extLst>
              </a:tr>
              <a:tr h="946027">
                <a:tc>
                  <a:txBody>
                    <a:bodyPr/>
                    <a:lstStyle/>
                    <a:p>
                      <a:r>
                        <a:rPr lang="en-IN" sz="2500"/>
                        <a:t>Pattern matching</a:t>
                      </a:r>
                    </a:p>
                  </a:txBody>
                  <a:tcPr marL="127841" marR="127841" marT="63921" marB="63921" anchor="ctr"/>
                </a:tc>
                <a:tc>
                  <a:txBody>
                    <a:bodyPr/>
                    <a:lstStyle/>
                    <a:p>
                      <a:r>
                        <a:rPr lang="en-IN" sz="2500"/>
                        <a:t>Byte-level only</a:t>
                      </a:r>
                    </a:p>
                  </a:txBody>
                  <a:tcPr marL="127841" marR="127841" marT="63921" marB="63921" anchor="ctr"/>
                </a:tc>
                <a:tc>
                  <a:txBody>
                    <a:bodyPr/>
                    <a:lstStyle/>
                    <a:p>
                      <a:r>
                        <a:rPr lang="en-IN" sz="2500" dirty="0"/>
                        <a:t>Not Unicode-aware</a:t>
                      </a:r>
                    </a:p>
                  </a:txBody>
                  <a:tcPr marL="127841" marR="127841" marT="63921" marB="63921" anchor="ctr"/>
                </a:tc>
                <a:extLst>
                  <a:ext uri="{0D108BD9-81ED-4DB2-BD59-A6C34878D82A}">
                    <a16:rowId xmlns:a16="http://schemas.microsoft.com/office/drawing/2014/main" val="41109568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89076451"/>
      </p:ext>
    </p:extLst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628906A-E065-8FE5-CE96-EB68CA51E4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en-IN" dirty="0"/>
              <a:t>Lua Regex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8AD1DF4-CFAC-65DD-52B3-BDAD68048F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2801018"/>
              </p:ext>
            </p:extLst>
          </p:nvPr>
        </p:nvGraphicFramePr>
        <p:xfrm>
          <a:off x="700581" y="1381125"/>
          <a:ext cx="7741253" cy="5037149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337931">
                  <a:extLst>
                    <a:ext uri="{9D8B030D-6E8A-4147-A177-3AD203B41FA5}">
                      <a16:colId xmlns:a16="http://schemas.microsoft.com/office/drawing/2014/main" val="834975997"/>
                    </a:ext>
                  </a:extLst>
                </a:gridCol>
                <a:gridCol w="5403322">
                  <a:extLst>
                    <a:ext uri="{9D8B030D-6E8A-4147-A177-3AD203B41FA5}">
                      <a16:colId xmlns:a16="http://schemas.microsoft.com/office/drawing/2014/main" val="1247686380"/>
                    </a:ext>
                  </a:extLst>
                </a:gridCol>
              </a:tblGrid>
              <a:tr h="387473">
                <a:tc>
                  <a:txBody>
                    <a:bodyPr/>
                    <a:lstStyle/>
                    <a:p>
                      <a:r>
                        <a:rPr lang="en-IN" sz="1700"/>
                        <a:t>Pattern</a:t>
                      </a:r>
                    </a:p>
                  </a:txBody>
                  <a:tcPr marL="88062" marR="88062" marT="44031" marB="44031" anchor="ctr"/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Meaning</a:t>
                      </a:r>
                    </a:p>
                  </a:txBody>
                  <a:tcPr marL="88062" marR="88062" marT="44031" marB="44031" anchor="ctr"/>
                </a:tc>
                <a:extLst>
                  <a:ext uri="{0D108BD9-81ED-4DB2-BD59-A6C34878D82A}">
                    <a16:rowId xmlns:a16="http://schemas.microsoft.com/office/drawing/2014/main" val="2242770309"/>
                  </a:ext>
                </a:extLst>
              </a:tr>
              <a:tr h="387473">
                <a:tc>
                  <a:txBody>
                    <a:bodyPr/>
                    <a:lstStyle/>
                    <a:p>
                      <a:r>
                        <a:rPr lang="en-IN" sz="1700"/>
                        <a:t>.</a:t>
                      </a:r>
                    </a:p>
                  </a:txBody>
                  <a:tcPr marL="88062" marR="88062" marT="44031" marB="44031" anchor="ctr"/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(dot) matches any character</a:t>
                      </a:r>
                    </a:p>
                  </a:txBody>
                  <a:tcPr marL="88062" marR="88062" marT="44031" marB="44031" anchor="ctr"/>
                </a:tc>
                <a:extLst>
                  <a:ext uri="{0D108BD9-81ED-4DB2-BD59-A6C34878D82A}">
                    <a16:rowId xmlns:a16="http://schemas.microsoft.com/office/drawing/2014/main" val="1793816319"/>
                  </a:ext>
                </a:extLst>
              </a:tr>
              <a:tr h="387473">
                <a:tc>
                  <a:txBody>
                    <a:bodyPr/>
                    <a:lstStyle/>
                    <a:p>
                      <a:r>
                        <a:rPr lang="en-IN" sz="1700"/>
                        <a:t>%a</a:t>
                      </a:r>
                    </a:p>
                  </a:txBody>
                  <a:tcPr marL="88062" marR="88062" marT="44031" marB="44031" anchor="ctr"/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letters (a-z, A-Z)</a:t>
                      </a:r>
                    </a:p>
                  </a:txBody>
                  <a:tcPr marL="88062" marR="88062" marT="44031" marB="44031" anchor="ctr"/>
                </a:tc>
                <a:extLst>
                  <a:ext uri="{0D108BD9-81ED-4DB2-BD59-A6C34878D82A}">
                    <a16:rowId xmlns:a16="http://schemas.microsoft.com/office/drawing/2014/main" val="2618433082"/>
                  </a:ext>
                </a:extLst>
              </a:tr>
              <a:tr h="387473">
                <a:tc>
                  <a:txBody>
                    <a:bodyPr/>
                    <a:lstStyle/>
                    <a:p>
                      <a:r>
                        <a:rPr lang="en-IN" sz="1700"/>
                        <a:t>%d</a:t>
                      </a:r>
                    </a:p>
                  </a:txBody>
                  <a:tcPr marL="88062" marR="88062" marT="44031" marB="44031" anchor="ctr"/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digits (0-9)</a:t>
                      </a:r>
                    </a:p>
                  </a:txBody>
                  <a:tcPr marL="88062" marR="88062" marT="44031" marB="44031" anchor="ctr"/>
                </a:tc>
                <a:extLst>
                  <a:ext uri="{0D108BD9-81ED-4DB2-BD59-A6C34878D82A}">
                    <a16:rowId xmlns:a16="http://schemas.microsoft.com/office/drawing/2014/main" val="3993380610"/>
                  </a:ext>
                </a:extLst>
              </a:tr>
              <a:tr h="387473">
                <a:tc>
                  <a:txBody>
                    <a:bodyPr/>
                    <a:lstStyle/>
                    <a:p>
                      <a:r>
                        <a:rPr lang="en-IN" sz="1700"/>
                        <a:t>%s</a:t>
                      </a:r>
                    </a:p>
                  </a:txBody>
                  <a:tcPr marL="88062" marR="88062" marT="44031" marB="44031" anchor="ctr"/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whitespace</a:t>
                      </a:r>
                    </a:p>
                  </a:txBody>
                  <a:tcPr marL="88062" marR="88062" marT="44031" marB="44031" anchor="ctr"/>
                </a:tc>
                <a:extLst>
                  <a:ext uri="{0D108BD9-81ED-4DB2-BD59-A6C34878D82A}">
                    <a16:rowId xmlns:a16="http://schemas.microsoft.com/office/drawing/2014/main" val="1109946586"/>
                  </a:ext>
                </a:extLst>
              </a:tr>
              <a:tr h="387473">
                <a:tc>
                  <a:txBody>
                    <a:bodyPr/>
                    <a:lstStyle/>
                    <a:p>
                      <a:r>
                        <a:rPr lang="en-IN" sz="1700"/>
                        <a:t>%w</a:t>
                      </a:r>
                    </a:p>
                  </a:txBody>
                  <a:tcPr marL="88062" marR="88062" marT="44031" marB="44031" anchor="ctr"/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alphanumeric</a:t>
                      </a:r>
                    </a:p>
                  </a:txBody>
                  <a:tcPr marL="88062" marR="88062" marT="44031" marB="44031" anchor="ctr"/>
                </a:tc>
                <a:extLst>
                  <a:ext uri="{0D108BD9-81ED-4DB2-BD59-A6C34878D82A}">
                    <a16:rowId xmlns:a16="http://schemas.microsoft.com/office/drawing/2014/main" val="3349773881"/>
                  </a:ext>
                </a:extLst>
              </a:tr>
              <a:tr h="387473">
                <a:tc>
                  <a:txBody>
                    <a:bodyPr/>
                    <a:lstStyle/>
                    <a:p>
                      <a:r>
                        <a:rPr lang="en-IN" sz="1700"/>
                        <a:t>+</a:t>
                      </a:r>
                    </a:p>
                  </a:txBody>
                  <a:tcPr marL="88062" marR="88062" marT="44031" marB="44031" anchor="ctr"/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one or more repetitions</a:t>
                      </a:r>
                    </a:p>
                  </a:txBody>
                  <a:tcPr marL="88062" marR="88062" marT="44031" marB="44031" anchor="ctr"/>
                </a:tc>
                <a:extLst>
                  <a:ext uri="{0D108BD9-81ED-4DB2-BD59-A6C34878D82A}">
                    <a16:rowId xmlns:a16="http://schemas.microsoft.com/office/drawing/2014/main" val="1921777316"/>
                  </a:ext>
                </a:extLst>
              </a:tr>
              <a:tr h="387473">
                <a:tc>
                  <a:txBody>
                    <a:bodyPr/>
                    <a:lstStyle/>
                    <a:p>
                      <a:r>
                        <a:rPr lang="en-IN" sz="1700"/>
                        <a:t>*</a:t>
                      </a:r>
                    </a:p>
                  </a:txBody>
                  <a:tcPr marL="88062" marR="88062" marT="44031" marB="44031" anchor="ctr"/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zero or more repetitions</a:t>
                      </a:r>
                    </a:p>
                  </a:txBody>
                  <a:tcPr marL="88062" marR="88062" marT="44031" marB="44031" anchor="ctr"/>
                </a:tc>
                <a:extLst>
                  <a:ext uri="{0D108BD9-81ED-4DB2-BD59-A6C34878D82A}">
                    <a16:rowId xmlns:a16="http://schemas.microsoft.com/office/drawing/2014/main" val="2566232375"/>
                  </a:ext>
                </a:extLst>
              </a:tr>
              <a:tr h="387473">
                <a:tc>
                  <a:txBody>
                    <a:bodyPr/>
                    <a:lstStyle/>
                    <a:p>
                      <a:r>
                        <a:rPr lang="en-IN" sz="1700"/>
                        <a:t>-</a:t>
                      </a:r>
                    </a:p>
                  </a:txBody>
                  <a:tcPr marL="88062" marR="88062" marT="44031" marB="44031" anchor="ctr"/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zero or more (non-greedy)</a:t>
                      </a:r>
                    </a:p>
                  </a:txBody>
                  <a:tcPr marL="88062" marR="88062" marT="44031" marB="44031" anchor="ctr"/>
                </a:tc>
                <a:extLst>
                  <a:ext uri="{0D108BD9-81ED-4DB2-BD59-A6C34878D82A}">
                    <a16:rowId xmlns:a16="http://schemas.microsoft.com/office/drawing/2014/main" val="2927926139"/>
                  </a:ext>
                </a:extLst>
              </a:tr>
              <a:tr h="387473">
                <a:tc>
                  <a:txBody>
                    <a:bodyPr/>
                    <a:lstStyle/>
                    <a:p>
                      <a:r>
                        <a:rPr lang="en-IN" sz="1700"/>
                        <a:t>^</a:t>
                      </a:r>
                    </a:p>
                  </a:txBody>
                  <a:tcPr marL="88062" marR="88062" marT="44031" marB="44031" anchor="ctr"/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beginning of string</a:t>
                      </a:r>
                    </a:p>
                  </a:txBody>
                  <a:tcPr marL="88062" marR="88062" marT="44031" marB="44031" anchor="ctr"/>
                </a:tc>
                <a:extLst>
                  <a:ext uri="{0D108BD9-81ED-4DB2-BD59-A6C34878D82A}">
                    <a16:rowId xmlns:a16="http://schemas.microsoft.com/office/drawing/2014/main" val="2268690812"/>
                  </a:ext>
                </a:extLst>
              </a:tr>
              <a:tr h="387473">
                <a:tc>
                  <a:txBody>
                    <a:bodyPr/>
                    <a:lstStyle/>
                    <a:p>
                      <a:r>
                        <a:rPr lang="en-IN" sz="1700"/>
                        <a:t>$</a:t>
                      </a:r>
                    </a:p>
                  </a:txBody>
                  <a:tcPr marL="88062" marR="88062" marT="44031" marB="44031" anchor="ctr"/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end of string</a:t>
                      </a:r>
                    </a:p>
                  </a:txBody>
                  <a:tcPr marL="88062" marR="88062" marT="44031" marB="44031" anchor="ctr"/>
                </a:tc>
                <a:extLst>
                  <a:ext uri="{0D108BD9-81ED-4DB2-BD59-A6C34878D82A}">
                    <a16:rowId xmlns:a16="http://schemas.microsoft.com/office/drawing/2014/main" val="3025725689"/>
                  </a:ext>
                </a:extLst>
              </a:tr>
              <a:tr h="387473">
                <a:tc>
                  <a:txBody>
                    <a:bodyPr/>
                    <a:lstStyle/>
                    <a:p>
                      <a:r>
                        <a:rPr lang="en-IN" sz="1700"/>
                        <a:t>[]</a:t>
                      </a:r>
                    </a:p>
                  </a:txBody>
                  <a:tcPr marL="88062" marR="88062" marT="44031" marB="44031" anchor="ctr"/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set of characters</a:t>
                      </a:r>
                    </a:p>
                  </a:txBody>
                  <a:tcPr marL="88062" marR="88062" marT="44031" marB="44031" anchor="ctr"/>
                </a:tc>
                <a:extLst>
                  <a:ext uri="{0D108BD9-81ED-4DB2-BD59-A6C34878D82A}">
                    <a16:rowId xmlns:a16="http://schemas.microsoft.com/office/drawing/2014/main" val="1804234251"/>
                  </a:ext>
                </a:extLst>
              </a:tr>
              <a:tr h="387473">
                <a:tc>
                  <a:txBody>
                    <a:bodyPr/>
                    <a:lstStyle/>
                    <a:p>
                      <a:r>
                        <a:rPr lang="en-IN" sz="1700"/>
                        <a:t>[^]</a:t>
                      </a:r>
                    </a:p>
                  </a:txBody>
                  <a:tcPr marL="88062" marR="88062" marT="44031" marB="44031" anchor="ctr"/>
                </a:tc>
                <a:tc>
                  <a:txBody>
                    <a:bodyPr/>
                    <a:lstStyle/>
                    <a:p>
                      <a:r>
                        <a:rPr lang="en-IN" sz="1700" dirty="0"/>
                        <a:t>negated set</a:t>
                      </a:r>
                    </a:p>
                  </a:txBody>
                  <a:tcPr marL="88062" marR="88062" marT="44031" marB="44031" anchor="ctr"/>
                </a:tc>
                <a:extLst>
                  <a:ext uri="{0D108BD9-81ED-4DB2-BD59-A6C34878D82A}">
                    <a16:rowId xmlns:a16="http://schemas.microsoft.com/office/drawing/2014/main" val="32399420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1775662"/>
      </p:ext>
    </p:extLst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F22149-4938-6D11-A68C-9F23B00656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549FDC4-56E5-A7BE-4591-1C1FCEB0B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en-IN" dirty="0"/>
              <a:t>Lua Regex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A802B4F-32B5-4194-1120-3B2D77E188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035" y="1371600"/>
            <a:ext cx="8466557" cy="4972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848489"/>
      </p:ext>
    </p:extLst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4EA6C2-A58A-EB24-6921-F0D51D9F53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06D7FAE-B0CD-0F5E-8548-F34DFE6B3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en-IN" dirty="0"/>
              <a:t>Lua Regex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A52F44-5011-2883-CFBC-9B6B6AF46FC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333" r="45000"/>
          <a:stretch>
            <a:fillRect/>
          </a:stretch>
        </p:blipFill>
        <p:spPr>
          <a:xfrm>
            <a:off x="1066799" y="2438400"/>
            <a:ext cx="7310101" cy="35052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507E49A-EC6B-B4F9-EE46-992E611F4D52}"/>
              </a:ext>
            </a:extLst>
          </p:cNvPr>
          <p:cNvSpPr txBox="1"/>
          <p:nvPr/>
        </p:nvSpPr>
        <p:spPr>
          <a:xfrm>
            <a:off x="685800" y="1353234"/>
            <a:ext cx="76911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-- check password using lua has at least 8 characters, one uppercase letter, one lowercase letter, one number, and one special character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211710596"/>
      </p:ext>
    </p:extLst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15E080-BC29-9639-CA4A-EC1ACC393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Loops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6651AF8-1A03-ED82-2436-5A018449B4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42125"/>
            <a:ext cx="7630080" cy="5242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805715"/>
      </p:ext>
    </p:extLst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F6C105-3F18-0046-E733-B8F64AB0B4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D40B6-EB80-4BEA-B765-7D59ED5FC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Loops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C1E2C7-F613-7CAB-B3FF-2E46C61C45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905000"/>
            <a:ext cx="7116168" cy="3543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1628504"/>
      </p:ext>
    </p:extLst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C7041-CAF6-F032-DB47-E48B440BB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External Libraries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3C8B74-2E45-9F0D-4074-A1495C7D84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548" y="1981200"/>
            <a:ext cx="8716591" cy="421063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9B8E7BA-94A6-3EBE-9D1F-6F8C2377A901}"/>
              </a:ext>
            </a:extLst>
          </p:cNvPr>
          <p:cNvSpPr txBox="1"/>
          <p:nvPr/>
        </p:nvSpPr>
        <p:spPr>
          <a:xfrm>
            <a:off x="2514600" y="1339334"/>
            <a:ext cx="16337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Json Parsing</a:t>
            </a:r>
          </a:p>
        </p:txBody>
      </p:sp>
    </p:spTree>
    <p:extLst>
      <p:ext uri="{BB962C8B-B14F-4D97-AF65-F5344CB8AC3E}">
        <p14:creationId xmlns:p14="http://schemas.microsoft.com/office/powerpoint/2010/main" val="3530618721"/>
      </p:ext>
    </p:extLst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A10944-30F0-ADB3-2275-75ACD6A54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2D2D5-3F2D-F8C7-0A91-0ED8791ED2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External Libraries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78B516-D9E8-FED7-8E5D-8AD3C7465B19}"/>
              </a:ext>
            </a:extLst>
          </p:cNvPr>
          <p:cNvSpPr txBox="1"/>
          <p:nvPr/>
        </p:nvSpPr>
        <p:spPr>
          <a:xfrm>
            <a:off x="2514600" y="1339334"/>
            <a:ext cx="16337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Json Parsing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E4C29E7-2F96-7B3F-4690-8CD828295F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399" y="2362200"/>
            <a:ext cx="5976651" cy="266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3910211"/>
      </p:ext>
    </p:extLst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296FDE-BA51-DEA0-9BD8-C7A09F19F1A3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Lua </a:t>
            </a:r>
            <a:r>
              <a:rPr lang="en-US" b="1" dirty="0"/>
              <a:t>tables</a:t>
            </a:r>
            <a:r>
              <a:rPr lang="en-US" dirty="0"/>
              <a:t> are the </a:t>
            </a:r>
            <a:r>
              <a:rPr lang="en-US" b="1" dirty="0"/>
              <a:t>only data structure</a:t>
            </a:r>
            <a:r>
              <a:rPr lang="en-US" dirty="0"/>
              <a:t> in the language — they serve as:</a:t>
            </a:r>
          </a:p>
          <a:p>
            <a:pPr lvl="1"/>
            <a:r>
              <a:rPr lang="en-US" dirty="0"/>
              <a:t>Arrays</a:t>
            </a:r>
          </a:p>
          <a:p>
            <a:pPr lvl="1"/>
            <a:r>
              <a:rPr lang="en-US" dirty="0"/>
              <a:t>Dictionaries (maps)</a:t>
            </a:r>
          </a:p>
          <a:p>
            <a:pPr lvl="1"/>
            <a:r>
              <a:rPr lang="en-US" dirty="0"/>
              <a:t>Objects</a:t>
            </a:r>
          </a:p>
          <a:p>
            <a:pPr lvl="1"/>
            <a:r>
              <a:rPr lang="en-US" dirty="0"/>
              <a:t>Records</a:t>
            </a:r>
          </a:p>
          <a:p>
            <a:pPr lvl="1"/>
            <a:r>
              <a:rPr lang="en-US" dirty="0"/>
              <a:t>Sets</a:t>
            </a:r>
          </a:p>
          <a:p>
            <a:pPr lvl="1"/>
            <a:r>
              <a:rPr lang="en-US" dirty="0"/>
              <a:t>Modules</a:t>
            </a:r>
          </a:p>
          <a:p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EC8B62-2754-E8D5-455D-064B23E78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Tables</a:t>
            </a:r>
          </a:p>
        </p:txBody>
      </p:sp>
    </p:spTree>
    <p:extLst>
      <p:ext uri="{BB962C8B-B14F-4D97-AF65-F5344CB8AC3E}">
        <p14:creationId xmlns:p14="http://schemas.microsoft.com/office/powerpoint/2010/main" val="2773433618"/>
      </p:ext>
    </p:extLst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8DA3534-AEC3-E504-3073-483912715DB5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IN" dirty="0"/>
              <a:t>Empty table</a:t>
            </a:r>
          </a:p>
          <a:p>
            <a:r>
              <a:rPr lang="en-IN" dirty="0">
                <a:highlight>
                  <a:srgbClr val="FFFF00"/>
                </a:highlight>
              </a:rPr>
              <a:t>local t = {}</a:t>
            </a:r>
          </a:p>
          <a:p>
            <a:r>
              <a:rPr lang="en-IN" dirty="0"/>
              <a:t>Array-style constructor (numerical indices)</a:t>
            </a:r>
          </a:p>
          <a:p>
            <a:r>
              <a:rPr lang="en-US" dirty="0">
                <a:highlight>
                  <a:srgbClr val="FFFF00"/>
                </a:highlight>
              </a:rPr>
              <a:t>local colors = { "red", "green", "blue" }</a:t>
            </a:r>
          </a:p>
          <a:p>
            <a:r>
              <a:rPr lang="en-US" dirty="0">
                <a:highlight>
                  <a:srgbClr val="FFFF00"/>
                </a:highlight>
              </a:rPr>
              <a:t>-- Equivalent to:</a:t>
            </a:r>
          </a:p>
          <a:p>
            <a:r>
              <a:rPr lang="en-US" dirty="0">
                <a:highlight>
                  <a:srgbClr val="FFFF00"/>
                </a:highlight>
              </a:rPr>
              <a:t>-- colors = { [1] = "red", [2] = "green", [3] = "blue" }</a:t>
            </a:r>
            <a:endParaRPr lang="en-IN" dirty="0">
              <a:highlight>
                <a:srgbClr val="FFFF00"/>
              </a:highlight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056AB83-DD71-47E5-DC1D-40CC644928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Table Constructor</a:t>
            </a:r>
          </a:p>
        </p:txBody>
      </p:sp>
    </p:spTree>
    <p:extLst>
      <p:ext uri="{BB962C8B-B14F-4D97-AF65-F5344CB8AC3E}">
        <p14:creationId xmlns:p14="http://schemas.microsoft.com/office/powerpoint/2010/main" val="3230369829"/>
      </p:ext>
    </p:extLst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39BCF8-C8CF-EE8F-6553-7BF5129239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548C63A-D3CE-5441-9A59-59DC7A63134B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IN" b="1" dirty="0"/>
              <a:t>Key-value constructor</a:t>
            </a:r>
            <a:r>
              <a:rPr lang="en-IN" dirty="0"/>
              <a:t> (dictionary)</a:t>
            </a:r>
          </a:p>
          <a:p>
            <a:r>
              <a:rPr lang="en-US" dirty="0"/>
              <a:t>local person = {</a:t>
            </a:r>
          </a:p>
          <a:p>
            <a:r>
              <a:rPr lang="en-US" dirty="0"/>
              <a:t>  name = "Alice",</a:t>
            </a:r>
          </a:p>
          <a:p>
            <a:r>
              <a:rPr lang="en-US" dirty="0"/>
              <a:t>  age = 28,</a:t>
            </a:r>
          </a:p>
          <a:p>
            <a:r>
              <a:rPr lang="en-US" dirty="0"/>
              <a:t>  city = "Delhi"</a:t>
            </a:r>
          </a:p>
          <a:p>
            <a:r>
              <a:rPr lang="en-US" dirty="0"/>
              <a:t>}</a:t>
            </a:r>
          </a:p>
          <a:p>
            <a:r>
              <a:rPr lang="en-US" dirty="0"/>
              <a:t>-- Internally: { ["name"] = "Alice", ["age"] = 28, ... }</a:t>
            </a:r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27E4968-EF04-481C-5716-0E0029799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Table Constructor</a:t>
            </a:r>
          </a:p>
        </p:txBody>
      </p:sp>
    </p:spTree>
    <p:extLst>
      <p:ext uri="{BB962C8B-B14F-4D97-AF65-F5344CB8AC3E}">
        <p14:creationId xmlns:p14="http://schemas.microsoft.com/office/powerpoint/2010/main" val="3587523893"/>
      </p:ext>
    </p:extLst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3B573C-29D2-CA30-4B6B-32BE3E3509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46F3F0D-1C2C-2AEF-977E-A2C015985D7B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IN" b="1" dirty="0"/>
              <a:t>Mixed constructor</a:t>
            </a:r>
          </a:p>
          <a:p>
            <a:r>
              <a:rPr lang="en-US" dirty="0"/>
              <a:t>local mix = {</a:t>
            </a:r>
          </a:p>
          <a:p>
            <a:r>
              <a:rPr lang="en-US" dirty="0"/>
              <a:t>  "cat",</a:t>
            </a:r>
          </a:p>
          <a:p>
            <a:r>
              <a:rPr lang="en-US" dirty="0"/>
              <a:t>  species = "feline",</a:t>
            </a:r>
          </a:p>
          <a:p>
            <a:r>
              <a:rPr lang="en-US" dirty="0"/>
              <a:t>  [10] = "ten",</a:t>
            </a:r>
          </a:p>
          <a:p>
            <a:r>
              <a:rPr lang="en-US" dirty="0"/>
              <a:t>  [true] = "</a:t>
            </a:r>
            <a:r>
              <a:rPr lang="en-US" dirty="0" err="1"/>
              <a:t>boolean</a:t>
            </a:r>
            <a:r>
              <a:rPr lang="en-US" dirty="0"/>
              <a:t> key"</a:t>
            </a:r>
          </a:p>
          <a:p>
            <a:r>
              <a:rPr lang="en-US" dirty="0"/>
              <a:t>}</a:t>
            </a:r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0CE8668-8772-81CB-2AC5-9BC37E5A8B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Table Constructor</a:t>
            </a:r>
          </a:p>
        </p:txBody>
      </p:sp>
    </p:spTree>
    <p:extLst>
      <p:ext uri="{BB962C8B-B14F-4D97-AF65-F5344CB8AC3E}">
        <p14:creationId xmlns:p14="http://schemas.microsoft.com/office/powerpoint/2010/main" val="1306028719"/>
      </p:ext>
    </p:extLst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65CC28D-0702-3847-EE5B-4C02DDF6792D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Valid Lua table keys (indices):</a:t>
            </a:r>
          </a:p>
          <a:p>
            <a:r>
              <a:rPr lang="en-US" dirty="0"/>
              <a:t>Any value except nil and </a:t>
            </a:r>
            <a:r>
              <a:rPr lang="en-US" dirty="0" err="1"/>
              <a:t>NaN</a:t>
            </a:r>
            <a:endParaRPr lang="en-US" dirty="0"/>
          </a:p>
          <a:p>
            <a:r>
              <a:rPr lang="en-US" dirty="0"/>
              <a:t>Common: number, string, </a:t>
            </a:r>
            <a:r>
              <a:rPr lang="en-US" dirty="0" err="1"/>
              <a:t>boolean</a:t>
            </a:r>
            <a:r>
              <a:rPr lang="en-US" dirty="0"/>
              <a:t>, even table and function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CB3240F-65BD-547F-BD4F-3DF3FDA27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Table Indices</a:t>
            </a:r>
          </a:p>
        </p:txBody>
      </p:sp>
    </p:spTree>
    <p:extLst>
      <p:ext uri="{BB962C8B-B14F-4D97-AF65-F5344CB8AC3E}">
        <p14:creationId xmlns:p14="http://schemas.microsoft.com/office/powerpoint/2010/main" val="3300128420"/>
      </p:ext>
    </p:extLst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E95E44-DFC6-A621-02E2-F0DA08FD32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AE83B1D-F509-4957-1998-615C343E8526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Keys must not be nil or </a:t>
            </a:r>
            <a:r>
              <a:rPr lang="en-US" dirty="0" err="1"/>
              <a:t>NaN</a:t>
            </a:r>
            <a:r>
              <a:rPr lang="en-US" dirty="0"/>
              <a:t>:</a:t>
            </a:r>
          </a:p>
          <a:p>
            <a:r>
              <a:rPr lang="en-IN" dirty="0"/>
              <a:t>local t = {}</a:t>
            </a:r>
          </a:p>
          <a:p>
            <a:r>
              <a:rPr lang="en-IN" dirty="0"/>
              <a:t>t[nil] = "X"    -- ❌ Error</a:t>
            </a:r>
          </a:p>
          <a:p>
            <a:r>
              <a:rPr lang="en-IN" dirty="0"/>
              <a:t>t[0/0] = "Y"    -- ❌ </a:t>
            </a:r>
            <a:r>
              <a:rPr lang="en-IN" dirty="0" err="1"/>
              <a:t>NaN</a:t>
            </a:r>
            <a:r>
              <a:rPr lang="en-IN" dirty="0"/>
              <a:t>: invalid</a:t>
            </a:r>
          </a:p>
          <a:p>
            <a:r>
              <a:rPr lang="en-US" dirty="0"/>
              <a:t>You can overwrite values with same keys:</a:t>
            </a:r>
          </a:p>
          <a:p>
            <a:r>
              <a:rPr lang="en-IN" dirty="0">
                <a:highlight>
                  <a:srgbClr val="FF0000"/>
                </a:highlight>
              </a:rPr>
              <a:t>local t = { a = 1, a = 2 }  -- Final value: a = 2</a:t>
            </a:r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1889B2F-AF67-A4C8-F274-F98896030A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Important Index Rules</a:t>
            </a:r>
          </a:p>
        </p:txBody>
      </p:sp>
    </p:spTree>
    <p:extLst>
      <p:ext uri="{BB962C8B-B14F-4D97-AF65-F5344CB8AC3E}">
        <p14:creationId xmlns:p14="http://schemas.microsoft.com/office/powerpoint/2010/main" val="2050359148"/>
      </p:ext>
    </p:extLst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AEF171-34AA-E8F8-411C-157FB1A26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5D64A-2226-CB3F-D7BE-6116B854D5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Tables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1C12E3C-27E5-C92E-078A-13CCA24AA628}"/>
              </a:ext>
            </a:extLst>
          </p:cNvPr>
          <p:cNvSpPr txBox="1"/>
          <p:nvPr/>
        </p:nvSpPr>
        <p:spPr>
          <a:xfrm>
            <a:off x="838200" y="1524000"/>
            <a:ext cx="7239000" cy="341632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/>
              <a:t>-- Empty table</a:t>
            </a:r>
          </a:p>
          <a:p>
            <a:r>
              <a:rPr lang="en-US" b="1" dirty="0"/>
              <a:t>local t = {}</a:t>
            </a:r>
          </a:p>
          <a:p>
            <a:endParaRPr lang="en-US" b="1" dirty="0"/>
          </a:p>
          <a:p>
            <a:r>
              <a:rPr lang="en-US" b="1" dirty="0"/>
              <a:t>-- With values</a:t>
            </a:r>
          </a:p>
          <a:p>
            <a:r>
              <a:rPr lang="en-US" b="1" dirty="0"/>
              <a:t>local t2 = { "apple", "banana", "cherry" }</a:t>
            </a:r>
          </a:p>
          <a:p>
            <a:endParaRPr lang="en-US" b="1" dirty="0"/>
          </a:p>
          <a:p>
            <a:r>
              <a:rPr lang="en-US" b="1" dirty="0"/>
              <a:t>-- Key-value table (like a dictionary)</a:t>
            </a:r>
          </a:p>
          <a:p>
            <a:r>
              <a:rPr lang="en-US" b="1" dirty="0"/>
              <a:t>local t3 = {</a:t>
            </a:r>
          </a:p>
          <a:p>
            <a:r>
              <a:rPr lang="en-US" b="1" dirty="0"/>
              <a:t>  name = "Alice",</a:t>
            </a:r>
          </a:p>
          <a:p>
            <a:r>
              <a:rPr lang="en-US" b="1" dirty="0"/>
              <a:t>  age = 30,</a:t>
            </a:r>
          </a:p>
          <a:p>
            <a:r>
              <a:rPr lang="en-US" b="1" dirty="0"/>
              <a:t>  city = "Chennai"</a:t>
            </a:r>
          </a:p>
          <a:p>
            <a:r>
              <a:rPr lang="en-US" b="1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601705712"/>
      </p:ext>
    </p:extLst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1DA854-E241-AF8F-278E-98C3C31A9A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1EBC13-ED74-7595-0B90-DFB380487A00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IN" dirty="0"/>
              <a:t>For array-style:</a:t>
            </a:r>
          </a:p>
          <a:p>
            <a:r>
              <a:rPr lang="en-US" dirty="0"/>
              <a:t>for </a:t>
            </a:r>
            <a:r>
              <a:rPr lang="en-US" dirty="0" err="1"/>
              <a:t>i</a:t>
            </a:r>
            <a:r>
              <a:rPr lang="en-US" dirty="0"/>
              <a:t>, v in </a:t>
            </a:r>
            <a:r>
              <a:rPr lang="en-US" dirty="0" err="1"/>
              <a:t>ipairs</a:t>
            </a:r>
            <a:r>
              <a:rPr lang="en-US" dirty="0"/>
              <a:t>(fruits) do</a:t>
            </a:r>
          </a:p>
          <a:p>
            <a:r>
              <a:rPr lang="en-US" dirty="0"/>
              <a:t>  print(</a:t>
            </a:r>
            <a:r>
              <a:rPr lang="en-US" dirty="0" err="1"/>
              <a:t>i</a:t>
            </a:r>
            <a:r>
              <a:rPr lang="en-US" dirty="0"/>
              <a:t>, v)</a:t>
            </a:r>
          </a:p>
          <a:p>
            <a:r>
              <a:rPr lang="en-US" dirty="0"/>
              <a:t>end</a:t>
            </a:r>
          </a:p>
          <a:p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B7E462-DFB5-86B6-317D-D35DEAAFC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Tables Iteration</a:t>
            </a:r>
          </a:p>
        </p:txBody>
      </p:sp>
    </p:spTree>
    <p:extLst>
      <p:ext uri="{BB962C8B-B14F-4D97-AF65-F5344CB8AC3E}">
        <p14:creationId xmlns:p14="http://schemas.microsoft.com/office/powerpoint/2010/main" val="2894445601"/>
      </p:ext>
    </p:extLst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48B0A37-1CF2-38C8-95F4-975091C8091F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57201" y="1381125"/>
            <a:ext cx="8228012" cy="447675"/>
          </a:xfrm>
        </p:spPr>
        <p:txBody>
          <a:bodyPr/>
          <a:lstStyle/>
          <a:p>
            <a:r>
              <a:rPr lang="en-US" b="1" dirty="0"/>
              <a:t>Lua arrays start at index 1 (not 0):</a:t>
            </a:r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F442BEB-4BFA-AE77-937C-D0CBB441D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Tables as Arrays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17087C-3502-F559-77C9-9DB9E2B3FAD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166" t="10000" r="9167" b="43333"/>
          <a:stretch>
            <a:fillRect/>
          </a:stretch>
        </p:blipFill>
        <p:spPr>
          <a:xfrm>
            <a:off x="468676" y="2057400"/>
            <a:ext cx="8444774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7721272"/>
      </p:ext>
    </p:extLst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28FD4AB-35E5-A2FD-1B09-1167D3E7F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Table as Dictionary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80CF26-300E-2D68-E3CC-1EB396F7C33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833" t="4667" r="6667" b="36666"/>
          <a:stretch>
            <a:fillRect/>
          </a:stretch>
        </p:blipFill>
        <p:spPr>
          <a:xfrm>
            <a:off x="461034" y="1600200"/>
            <a:ext cx="8276359" cy="449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0893907"/>
      </p:ext>
    </p:extLst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5FD76E5-8E20-B71E-A5B5-F4667B852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Tables as Objects (with functions)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AB60F2-F430-BC42-72D6-F7FFB60ECB4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667" t="4666" r="6964" b="34944"/>
          <a:stretch>
            <a:fillRect/>
          </a:stretch>
        </p:blipFill>
        <p:spPr>
          <a:xfrm>
            <a:off x="557479" y="1524000"/>
            <a:ext cx="7873449" cy="48768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F7E270B5-DEB9-1A98-9280-882B24090F74}"/>
                  </a:ext>
                </a:extLst>
              </p14:cNvPr>
              <p14:cNvContentPartPr/>
              <p14:nvPr/>
            </p14:nvContentPartPr>
            <p14:xfrm>
              <a:off x="6333404" y="3608962"/>
              <a:ext cx="770400" cy="13197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F7E270B5-DEB9-1A98-9280-882B24090F7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327284" y="3602842"/>
                <a:ext cx="782640" cy="1332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97739369"/>
      </p:ext>
    </p:extLst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4AED8E7-2321-0E50-5A0B-BF8468F0216B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 err="1"/>
              <a:t>metatable</a:t>
            </a:r>
            <a:r>
              <a:rPr lang="en-US" dirty="0"/>
              <a:t> is a table that </a:t>
            </a:r>
            <a:r>
              <a:rPr lang="en-US" b="1" dirty="0"/>
              <a:t>defines how another table behaves</a:t>
            </a:r>
            <a:r>
              <a:rPr lang="en-US" dirty="0"/>
              <a:t> in special situations, like:</a:t>
            </a:r>
          </a:p>
          <a:p>
            <a:pPr lvl="1"/>
            <a:r>
              <a:rPr lang="en-US" dirty="0"/>
              <a:t>Adding two tables</a:t>
            </a:r>
          </a:p>
          <a:p>
            <a:pPr lvl="1"/>
            <a:r>
              <a:rPr lang="en-US" dirty="0"/>
              <a:t>Accessing a missing field</a:t>
            </a:r>
          </a:p>
          <a:p>
            <a:pPr lvl="1"/>
            <a:r>
              <a:rPr lang="en-US" dirty="0"/>
              <a:t>Making a table callable like a function</a:t>
            </a:r>
          </a:p>
          <a:p>
            <a:r>
              <a:rPr lang="en-US" dirty="0"/>
              <a:t>Used to add behavior like operator overloading, default values, or OO-like features.</a:t>
            </a:r>
          </a:p>
          <a:p>
            <a:pPr lvl="1"/>
            <a:endParaRPr lang="en-US" dirty="0"/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A4EFBA6-D349-F4F7-4206-6DA916E72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MetaTable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16128361"/>
      </p:ext>
    </p:extLst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3A513B-6FFA-F6BC-82A0-C9B5E22FD6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499A3DB-5D60-0756-A93B-85BEF40A28DF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57201" y="1381125"/>
            <a:ext cx="8228012" cy="523875"/>
          </a:xfrm>
        </p:spPr>
        <p:txBody>
          <a:bodyPr/>
          <a:lstStyle/>
          <a:p>
            <a:r>
              <a:rPr lang="en-US" dirty="0"/>
              <a:t>__index as a table (default values) – Missing Index</a:t>
            </a:r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E773651-38E4-44D9-AB80-48DF2EE55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Meta tables Missing Index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FBE821F-68A3-1EFA-1A45-0DD8C63797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1933074"/>
            <a:ext cx="6411220" cy="4544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3103427"/>
      </p:ext>
    </p:extLst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BD9870-1281-EC82-6A62-B04D938869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70200CF-2C5B-D639-7C7A-991D77A95D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Meta tables addition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418B08-198B-0F50-CD23-7D99C9EFCEF4}"/>
              </a:ext>
            </a:extLst>
          </p:cNvPr>
          <p:cNvSpPr txBox="1"/>
          <p:nvPr/>
        </p:nvSpPr>
        <p:spPr>
          <a:xfrm>
            <a:off x="482692" y="1524000"/>
            <a:ext cx="8205261" cy="480131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dirty="0"/>
              <a:t>function </a:t>
            </a:r>
            <a:r>
              <a:rPr lang="en-IN" dirty="0" err="1"/>
              <a:t>newMatrix</a:t>
            </a:r>
            <a:r>
              <a:rPr lang="en-IN" dirty="0"/>
              <a:t>(a, b)</a:t>
            </a:r>
          </a:p>
          <a:p>
            <a:r>
              <a:rPr lang="en-IN" dirty="0"/>
              <a:t>  local mat = { a = a, b = b }</a:t>
            </a:r>
          </a:p>
          <a:p>
            <a:endParaRPr lang="en-IN" dirty="0"/>
          </a:p>
          <a:p>
            <a:r>
              <a:rPr lang="en-IN" dirty="0"/>
              <a:t>  local </a:t>
            </a:r>
            <a:r>
              <a:rPr lang="en-IN" dirty="0" err="1"/>
              <a:t>mt</a:t>
            </a:r>
            <a:r>
              <a:rPr lang="en-IN" dirty="0"/>
              <a:t> = {</a:t>
            </a:r>
          </a:p>
          <a:p>
            <a:r>
              <a:rPr lang="en-IN" dirty="0"/>
              <a:t>    __add = function(m1, m2)</a:t>
            </a:r>
          </a:p>
          <a:p>
            <a:r>
              <a:rPr lang="en-IN" dirty="0"/>
              <a:t>      return </a:t>
            </a:r>
            <a:r>
              <a:rPr lang="en-IN" dirty="0" err="1"/>
              <a:t>newMatrix</a:t>
            </a:r>
            <a:r>
              <a:rPr lang="en-IN" dirty="0"/>
              <a:t>(m1.a + m2.a, m1.b + m2.b)</a:t>
            </a:r>
          </a:p>
          <a:p>
            <a:r>
              <a:rPr lang="en-IN" dirty="0"/>
              <a:t>    end</a:t>
            </a:r>
          </a:p>
          <a:p>
            <a:r>
              <a:rPr lang="en-IN" dirty="0"/>
              <a:t>  }</a:t>
            </a:r>
          </a:p>
          <a:p>
            <a:endParaRPr lang="en-IN" dirty="0"/>
          </a:p>
          <a:p>
            <a:r>
              <a:rPr lang="en-IN" dirty="0"/>
              <a:t>  return </a:t>
            </a:r>
            <a:r>
              <a:rPr lang="en-IN" dirty="0" err="1"/>
              <a:t>setmetatable</a:t>
            </a:r>
            <a:r>
              <a:rPr lang="en-IN" dirty="0"/>
              <a:t>(mat, </a:t>
            </a:r>
            <a:r>
              <a:rPr lang="en-IN" dirty="0" err="1"/>
              <a:t>mt</a:t>
            </a:r>
            <a:r>
              <a:rPr lang="en-IN" dirty="0"/>
              <a:t>)</a:t>
            </a:r>
          </a:p>
          <a:p>
            <a:r>
              <a:rPr lang="en-IN" dirty="0"/>
              <a:t>end</a:t>
            </a:r>
          </a:p>
          <a:p>
            <a:endParaRPr lang="en-IN" dirty="0"/>
          </a:p>
          <a:p>
            <a:r>
              <a:rPr lang="en-IN" dirty="0"/>
              <a:t>local m1 = </a:t>
            </a:r>
            <a:r>
              <a:rPr lang="en-IN" dirty="0" err="1"/>
              <a:t>newMatrix</a:t>
            </a:r>
            <a:r>
              <a:rPr lang="en-IN" dirty="0"/>
              <a:t>(10, 20)</a:t>
            </a:r>
          </a:p>
          <a:p>
            <a:r>
              <a:rPr lang="en-IN" dirty="0"/>
              <a:t>local m2 = </a:t>
            </a:r>
            <a:r>
              <a:rPr lang="en-IN" dirty="0" err="1"/>
              <a:t>newMatrix</a:t>
            </a:r>
            <a:r>
              <a:rPr lang="en-IN" dirty="0"/>
              <a:t>(1, 2)</a:t>
            </a:r>
          </a:p>
          <a:p>
            <a:r>
              <a:rPr lang="en-IN" dirty="0"/>
              <a:t>local m3 = m1 + m2</a:t>
            </a:r>
          </a:p>
          <a:p>
            <a:endParaRPr lang="en-IN" dirty="0"/>
          </a:p>
          <a:p>
            <a:r>
              <a:rPr lang="en-IN" dirty="0"/>
              <a:t>print(m3.a, m3.b)  --&gt; 11  22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B6D0407F-038C-4491-4E9A-04CCA5A29ED0}"/>
                  </a:ext>
                </a:extLst>
              </p14:cNvPr>
              <p14:cNvContentPartPr/>
              <p14:nvPr/>
            </p14:nvContentPartPr>
            <p14:xfrm>
              <a:off x="3841124" y="4543162"/>
              <a:ext cx="684000" cy="156600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B6D0407F-038C-4491-4E9A-04CCA5A29ED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835004" y="4537042"/>
                <a:ext cx="696240" cy="1578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46582071"/>
      </p:ext>
    </p:extLst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26F106A-441C-623C-9A0D-105FA8727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035" y="170122"/>
            <a:ext cx="8205261" cy="785553"/>
          </a:xfrm>
        </p:spPr>
        <p:txBody>
          <a:bodyPr anchor="b">
            <a:normAutofit/>
          </a:bodyPr>
          <a:lstStyle/>
          <a:p>
            <a:r>
              <a:rPr lang="en-IN" dirty="0"/>
              <a:t>Extend to Other Operators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AA9A71B-BAD8-6E2B-9224-6B87E1AF1C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3917832"/>
              </p:ext>
            </p:extLst>
          </p:nvPr>
        </p:nvGraphicFramePr>
        <p:xfrm>
          <a:off x="1173988" y="1381125"/>
          <a:ext cx="6794437" cy="4824416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3843816">
                  <a:extLst>
                    <a:ext uri="{9D8B030D-6E8A-4147-A177-3AD203B41FA5}">
                      <a16:colId xmlns:a16="http://schemas.microsoft.com/office/drawing/2014/main" val="2593736819"/>
                    </a:ext>
                  </a:extLst>
                </a:gridCol>
                <a:gridCol w="2950621">
                  <a:extLst>
                    <a:ext uri="{9D8B030D-6E8A-4147-A177-3AD203B41FA5}">
                      <a16:colId xmlns:a16="http://schemas.microsoft.com/office/drawing/2014/main" val="4174997366"/>
                    </a:ext>
                  </a:extLst>
                </a:gridCol>
              </a:tblGrid>
              <a:tr h="603052">
                <a:tc>
                  <a:txBody>
                    <a:bodyPr/>
                    <a:lstStyle/>
                    <a:p>
                      <a:r>
                        <a:rPr lang="en-IN" sz="2700"/>
                        <a:t>Metamethod</a:t>
                      </a:r>
                    </a:p>
                  </a:txBody>
                  <a:tcPr marL="137057" marR="137057" marT="68529" marB="68529" anchor="ctr"/>
                </a:tc>
                <a:tc>
                  <a:txBody>
                    <a:bodyPr/>
                    <a:lstStyle/>
                    <a:p>
                      <a:r>
                        <a:rPr lang="en-IN" sz="2700"/>
                        <a:t>Operator</a:t>
                      </a:r>
                    </a:p>
                  </a:txBody>
                  <a:tcPr marL="137057" marR="137057" marT="68529" marB="68529" anchor="ctr"/>
                </a:tc>
                <a:extLst>
                  <a:ext uri="{0D108BD9-81ED-4DB2-BD59-A6C34878D82A}">
                    <a16:rowId xmlns:a16="http://schemas.microsoft.com/office/drawing/2014/main" val="2640268192"/>
                  </a:ext>
                </a:extLst>
              </a:tr>
              <a:tr h="603052">
                <a:tc>
                  <a:txBody>
                    <a:bodyPr/>
                    <a:lstStyle/>
                    <a:p>
                      <a:r>
                        <a:rPr lang="en-IN" sz="2700"/>
                        <a:t>__add</a:t>
                      </a:r>
                    </a:p>
                  </a:txBody>
                  <a:tcPr marL="137057" marR="137057" marT="68529" marB="68529" anchor="ctr"/>
                </a:tc>
                <a:tc>
                  <a:txBody>
                    <a:bodyPr/>
                    <a:lstStyle/>
                    <a:p>
                      <a:r>
                        <a:rPr lang="en-IN" sz="2700"/>
                        <a:t>+</a:t>
                      </a:r>
                    </a:p>
                  </a:txBody>
                  <a:tcPr marL="137057" marR="137057" marT="68529" marB="68529" anchor="ctr"/>
                </a:tc>
                <a:extLst>
                  <a:ext uri="{0D108BD9-81ED-4DB2-BD59-A6C34878D82A}">
                    <a16:rowId xmlns:a16="http://schemas.microsoft.com/office/drawing/2014/main" val="3188593840"/>
                  </a:ext>
                </a:extLst>
              </a:tr>
              <a:tr h="603052">
                <a:tc>
                  <a:txBody>
                    <a:bodyPr/>
                    <a:lstStyle/>
                    <a:p>
                      <a:r>
                        <a:rPr lang="en-IN" sz="2700"/>
                        <a:t>__sub</a:t>
                      </a:r>
                    </a:p>
                  </a:txBody>
                  <a:tcPr marL="137057" marR="137057" marT="68529" marB="68529" anchor="ctr"/>
                </a:tc>
                <a:tc>
                  <a:txBody>
                    <a:bodyPr/>
                    <a:lstStyle/>
                    <a:p>
                      <a:r>
                        <a:rPr lang="en-IN" sz="2700"/>
                        <a:t>-</a:t>
                      </a:r>
                    </a:p>
                  </a:txBody>
                  <a:tcPr marL="137057" marR="137057" marT="68529" marB="68529" anchor="ctr"/>
                </a:tc>
                <a:extLst>
                  <a:ext uri="{0D108BD9-81ED-4DB2-BD59-A6C34878D82A}">
                    <a16:rowId xmlns:a16="http://schemas.microsoft.com/office/drawing/2014/main" val="1188179203"/>
                  </a:ext>
                </a:extLst>
              </a:tr>
              <a:tr h="603052">
                <a:tc>
                  <a:txBody>
                    <a:bodyPr/>
                    <a:lstStyle/>
                    <a:p>
                      <a:r>
                        <a:rPr lang="en-IN" sz="2700"/>
                        <a:t>__mul</a:t>
                      </a:r>
                    </a:p>
                  </a:txBody>
                  <a:tcPr marL="137057" marR="137057" marT="68529" marB="68529" anchor="ctr"/>
                </a:tc>
                <a:tc>
                  <a:txBody>
                    <a:bodyPr/>
                    <a:lstStyle/>
                    <a:p>
                      <a:r>
                        <a:rPr lang="en-IN" sz="2700"/>
                        <a:t>*</a:t>
                      </a:r>
                    </a:p>
                  </a:txBody>
                  <a:tcPr marL="137057" marR="137057" marT="68529" marB="68529" anchor="ctr"/>
                </a:tc>
                <a:extLst>
                  <a:ext uri="{0D108BD9-81ED-4DB2-BD59-A6C34878D82A}">
                    <a16:rowId xmlns:a16="http://schemas.microsoft.com/office/drawing/2014/main" val="775097732"/>
                  </a:ext>
                </a:extLst>
              </a:tr>
              <a:tr h="603052">
                <a:tc>
                  <a:txBody>
                    <a:bodyPr/>
                    <a:lstStyle/>
                    <a:p>
                      <a:r>
                        <a:rPr lang="en-IN" sz="2700"/>
                        <a:t>__div</a:t>
                      </a:r>
                    </a:p>
                  </a:txBody>
                  <a:tcPr marL="137057" marR="137057" marT="68529" marB="68529" anchor="ctr"/>
                </a:tc>
                <a:tc>
                  <a:txBody>
                    <a:bodyPr/>
                    <a:lstStyle/>
                    <a:p>
                      <a:r>
                        <a:rPr lang="en-IN" sz="2700"/>
                        <a:t>/</a:t>
                      </a:r>
                    </a:p>
                  </a:txBody>
                  <a:tcPr marL="137057" marR="137057" marT="68529" marB="68529" anchor="ctr"/>
                </a:tc>
                <a:extLst>
                  <a:ext uri="{0D108BD9-81ED-4DB2-BD59-A6C34878D82A}">
                    <a16:rowId xmlns:a16="http://schemas.microsoft.com/office/drawing/2014/main" val="231520652"/>
                  </a:ext>
                </a:extLst>
              </a:tr>
              <a:tr h="603052">
                <a:tc>
                  <a:txBody>
                    <a:bodyPr/>
                    <a:lstStyle/>
                    <a:p>
                      <a:r>
                        <a:rPr lang="en-IN" sz="2700"/>
                        <a:t>__mod</a:t>
                      </a:r>
                    </a:p>
                  </a:txBody>
                  <a:tcPr marL="137057" marR="137057" marT="68529" marB="68529" anchor="ctr"/>
                </a:tc>
                <a:tc>
                  <a:txBody>
                    <a:bodyPr/>
                    <a:lstStyle/>
                    <a:p>
                      <a:r>
                        <a:rPr lang="en-IN" sz="2700"/>
                        <a:t>%</a:t>
                      </a:r>
                    </a:p>
                  </a:txBody>
                  <a:tcPr marL="137057" marR="137057" marT="68529" marB="68529" anchor="ctr"/>
                </a:tc>
                <a:extLst>
                  <a:ext uri="{0D108BD9-81ED-4DB2-BD59-A6C34878D82A}">
                    <a16:rowId xmlns:a16="http://schemas.microsoft.com/office/drawing/2014/main" val="605417202"/>
                  </a:ext>
                </a:extLst>
              </a:tr>
              <a:tr h="603052">
                <a:tc>
                  <a:txBody>
                    <a:bodyPr/>
                    <a:lstStyle/>
                    <a:p>
                      <a:r>
                        <a:rPr lang="en-IN" sz="2700"/>
                        <a:t>__pow</a:t>
                      </a:r>
                    </a:p>
                  </a:txBody>
                  <a:tcPr marL="137057" marR="137057" marT="68529" marB="68529" anchor="ctr"/>
                </a:tc>
                <a:tc>
                  <a:txBody>
                    <a:bodyPr/>
                    <a:lstStyle/>
                    <a:p>
                      <a:r>
                        <a:rPr lang="en-IN" sz="2700"/>
                        <a:t>^</a:t>
                      </a:r>
                    </a:p>
                  </a:txBody>
                  <a:tcPr marL="137057" marR="137057" marT="68529" marB="68529" anchor="ctr"/>
                </a:tc>
                <a:extLst>
                  <a:ext uri="{0D108BD9-81ED-4DB2-BD59-A6C34878D82A}">
                    <a16:rowId xmlns:a16="http://schemas.microsoft.com/office/drawing/2014/main" val="2530900115"/>
                  </a:ext>
                </a:extLst>
              </a:tr>
              <a:tr h="603052">
                <a:tc>
                  <a:txBody>
                    <a:bodyPr/>
                    <a:lstStyle/>
                    <a:p>
                      <a:r>
                        <a:rPr lang="en-IN" sz="2700"/>
                        <a:t>__unm</a:t>
                      </a:r>
                    </a:p>
                  </a:txBody>
                  <a:tcPr marL="137057" marR="137057" marT="68529" marB="68529" anchor="ctr"/>
                </a:tc>
                <a:tc>
                  <a:txBody>
                    <a:bodyPr/>
                    <a:lstStyle/>
                    <a:p>
                      <a:r>
                        <a:rPr lang="en-IN" sz="2700"/>
                        <a:t>Unary -</a:t>
                      </a:r>
                    </a:p>
                  </a:txBody>
                  <a:tcPr marL="137057" marR="137057" marT="68529" marB="68529" anchor="ctr"/>
                </a:tc>
                <a:extLst>
                  <a:ext uri="{0D108BD9-81ED-4DB2-BD59-A6C34878D82A}">
                    <a16:rowId xmlns:a16="http://schemas.microsoft.com/office/drawing/2014/main" val="26399944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45234344"/>
      </p:ext>
    </p:extLst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74B464E-65C9-5621-AF84-4ECD0FF85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Read-only table (__</a:t>
            </a:r>
            <a:r>
              <a:rPr lang="en-IN" dirty="0" err="1"/>
              <a:t>newindex</a:t>
            </a:r>
            <a:r>
              <a:rPr lang="en-IN" dirty="0"/>
              <a:t>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7CFD443-333D-54A5-895B-8F551AC25E4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500" t="10000" r="21666" b="40666"/>
          <a:stretch>
            <a:fillRect/>
          </a:stretch>
        </p:blipFill>
        <p:spPr>
          <a:xfrm>
            <a:off x="685800" y="1524000"/>
            <a:ext cx="7411995" cy="449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0481277"/>
      </p:ext>
    </p:extLst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DAD00D-17E4-1D30-42C3-B00B7E98B748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A sequence is a table with positive integer keys starting from 1, with no gaps (i.e., t[1], t[2], ..., t[n], where n = #t).</a:t>
            </a:r>
          </a:p>
          <a:p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0E8361-9574-D243-39A7-1DA7D90421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Sequence in Lua?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14517912"/>
      </p:ext>
    </p:extLst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4004C4-54C3-85D0-C954-4CB28B0EEF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7F5DE-E43E-3F3D-79DC-A408CDF2A0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Sequence in Lua?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DAE5ADC-CDF8-934E-00F7-601E132C6F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888" y="1447800"/>
            <a:ext cx="8215607" cy="48768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5A04FC81-8E32-B88C-4ACE-E8C65CEFBD46}"/>
                  </a:ext>
                </a:extLst>
              </p14:cNvPr>
              <p14:cNvContentPartPr/>
              <p14:nvPr/>
            </p14:nvContentPartPr>
            <p14:xfrm>
              <a:off x="885164" y="6275122"/>
              <a:ext cx="5180040" cy="72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5A04FC81-8E32-B88C-4ACE-E8C65CEFBD4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79044" y="6262882"/>
                <a:ext cx="5192280" cy="2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FCD97F05-839E-330C-3CF1-2F6DBF99F821}"/>
                  </a:ext>
                </a:extLst>
              </p14:cNvPr>
              <p14:cNvContentPartPr/>
              <p14:nvPr/>
            </p14:nvContentPartPr>
            <p14:xfrm>
              <a:off x="277484" y="5619562"/>
              <a:ext cx="5824800" cy="70524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FCD97F05-839E-330C-3CF1-2F6DBF99F82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71364" y="5613442"/>
                <a:ext cx="5837040" cy="717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39022559"/>
      </p:ext>
    </p:extLst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FBD2E6-7291-37AA-3E00-74B8984019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4B65C-AC70-9BE6-4B07-690DA7D1AF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Sequence in Lua?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8F10066-40BA-A18F-128A-B2C7D8BE3B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565306"/>
            <a:ext cx="6535062" cy="353426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E7E47CA-C566-15AD-35E3-96A66B3EFE0E}"/>
              </a:ext>
            </a:extLst>
          </p:cNvPr>
          <p:cNvSpPr txBox="1"/>
          <p:nvPr/>
        </p:nvSpPr>
        <p:spPr>
          <a:xfrm>
            <a:off x="914400" y="5292694"/>
            <a:ext cx="630646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#bad and </a:t>
            </a:r>
            <a:r>
              <a:rPr lang="en-US" dirty="0" err="1"/>
              <a:t>ipairs</a:t>
            </a:r>
            <a:r>
              <a:rPr lang="en-US" dirty="0"/>
              <a:t>(bad) stop at the first nil, so they're unreliable for non-continuous integer keys.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29207433"/>
      </p:ext>
    </p:extLst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648CBAB-9634-4C23-C5C8-6D7FED361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035" y="170122"/>
            <a:ext cx="8205261" cy="785553"/>
          </a:xfrm>
        </p:spPr>
        <p:txBody>
          <a:bodyPr anchor="b">
            <a:normAutofit/>
          </a:bodyPr>
          <a:lstStyle/>
          <a:p>
            <a:r>
              <a:rPr lang="en-US" dirty="0"/>
              <a:t>Useful Functions for Sequences (from table module)</a:t>
            </a: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8102C3F-4EEE-5538-17DF-04892F17FA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3940438"/>
              </p:ext>
            </p:extLst>
          </p:nvPr>
        </p:nvGraphicFramePr>
        <p:xfrm>
          <a:off x="457201" y="1531279"/>
          <a:ext cx="8228013" cy="4524107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3305334">
                  <a:extLst>
                    <a:ext uri="{9D8B030D-6E8A-4147-A177-3AD203B41FA5}">
                      <a16:colId xmlns:a16="http://schemas.microsoft.com/office/drawing/2014/main" val="415604217"/>
                    </a:ext>
                  </a:extLst>
                </a:gridCol>
                <a:gridCol w="4922679">
                  <a:extLst>
                    <a:ext uri="{9D8B030D-6E8A-4147-A177-3AD203B41FA5}">
                      <a16:colId xmlns:a16="http://schemas.microsoft.com/office/drawing/2014/main" val="2898899398"/>
                    </a:ext>
                  </a:extLst>
                </a:gridCol>
              </a:tblGrid>
              <a:tr h="588937">
                <a:tc>
                  <a:txBody>
                    <a:bodyPr/>
                    <a:lstStyle/>
                    <a:p>
                      <a:r>
                        <a:rPr lang="en-IN" sz="2600"/>
                        <a:t>Function</a:t>
                      </a:r>
                    </a:p>
                  </a:txBody>
                  <a:tcPr marL="133849" marR="133849" marT="66925" marB="66925" anchor="ctr"/>
                </a:tc>
                <a:tc>
                  <a:txBody>
                    <a:bodyPr/>
                    <a:lstStyle/>
                    <a:p>
                      <a:r>
                        <a:rPr lang="en-IN" sz="2600"/>
                        <a:t>Purpose</a:t>
                      </a:r>
                    </a:p>
                  </a:txBody>
                  <a:tcPr marL="133849" marR="133849" marT="66925" marB="66925" anchor="ctr"/>
                </a:tc>
                <a:extLst>
                  <a:ext uri="{0D108BD9-81ED-4DB2-BD59-A6C34878D82A}">
                    <a16:rowId xmlns:a16="http://schemas.microsoft.com/office/drawing/2014/main" val="3529588651"/>
                  </a:ext>
                </a:extLst>
              </a:tr>
              <a:tr h="990485">
                <a:tc>
                  <a:txBody>
                    <a:bodyPr/>
                    <a:lstStyle/>
                    <a:p>
                      <a:r>
                        <a:rPr lang="en-IN" sz="2600"/>
                        <a:t>#t</a:t>
                      </a:r>
                    </a:p>
                  </a:txBody>
                  <a:tcPr marL="133849" marR="133849" marT="66925" marB="66925" anchor="ctr"/>
                </a:tc>
                <a:tc>
                  <a:txBody>
                    <a:bodyPr/>
                    <a:lstStyle/>
                    <a:p>
                      <a:r>
                        <a:rPr lang="en-US" sz="2600"/>
                        <a:t>Length of sequence (consecutive keys)</a:t>
                      </a:r>
                    </a:p>
                  </a:txBody>
                  <a:tcPr marL="133849" marR="133849" marT="66925" marB="66925" anchor="ctr"/>
                </a:tc>
                <a:extLst>
                  <a:ext uri="{0D108BD9-81ED-4DB2-BD59-A6C34878D82A}">
                    <a16:rowId xmlns:a16="http://schemas.microsoft.com/office/drawing/2014/main" val="1291169440"/>
                  </a:ext>
                </a:extLst>
              </a:tr>
              <a:tr h="588937">
                <a:tc>
                  <a:txBody>
                    <a:bodyPr/>
                    <a:lstStyle/>
                    <a:p>
                      <a:r>
                        <a:rPr lang="en-IN" sz="2600"/>
                        <a:t>ipairs(t)</a:t>
                      </a:r>
                    </a:p>
                  </a:txBody>
                  <a:tcPr marL="133849" marR="133849" marT="66925" marB="66925" anchor="ctr"/>
                </a:tc>
                <a:tc>
                  <a:txBody>
                    <a:bodyPr/>
                    <a:lstStyle/>
                    <a:p>
                      <a:r>
                        <a:rPr lang="en-IN" sz="2600"/>
                        <a:t>Iterates over sequence safely</a:t>
                      </a:r>
                    </a:p>
                  </a:txBody>
                  <a:tcPr marL="133849" marR="133849" marT="66925" marB="66925" anchor="ctr"/>
                </a:tc>
                <a:extLst>
                  <a:ext uri="{0D108BD9-81ED-4DB2-BD59-A6C34878D82A}">
                    <a16:rowId xmlns:a16="http://schemas.microsoft.com/office/drawing/2014/main" val="1729486089"/>
                  </a:ext>
                </a:extLst>
              </a:tr>
              <a:tr h="588937">
                <a:tc>
                  <a:txBody>
                    <a:bodyPr/>
                    <a:lstStyle/>
                    <a:p>
                      <a:r>
                        <a:rPr lang="en-IN" sz="2600"/>
                        <a:t>table.insert(t, v)</a:t>
                      </a:r>
                    </a:p>
                  </a:txBody>
                  <a:tcPr marL="133849" marR="133849" marT="66925" marB="66925" anchor="ctr"/>
                </a:tc>
                <a:tc>
                  <a:txBody>
                    <a:bodyPr/>
                    <a:lstStyle/>
                    <a:p>
                      <a:r>
                        <a:rPr lang="en-IN" sz="2600"/>
                        <a:t>Adds v at end</a:t>
                      </a:r>
                    </a:p>
                  </a:txBody>
                  <a:tcPr marL="133849" marR="133849" marT="66925" marB="66925" anchor="ctr"/>
                </a:tc>
                <a:extLst>
                  <a:ext uri="{0D108BD9-81ED-4DB2-BD59-A6C34878D82A}">
                    <a16:rowId xmlns:a16="http://schemas.microsoft.com/office/drawing/2014/main" val="3147494342"/>
                  </a:ext>
                </a:extLst>
              </a:tr>
              <a:tr h="588937">
                <a:tc>
                  <a:txBody>
                    <a:bodyPr/>
                    <a:lstStyle/>
                    <a:p>
                      <a:r>
                        <a:rPr lang="en-IN" sz="2600"/>
                        <a:t>table.remove(t, i)</a:t>
                      </a:r>
                    </a:p>
                  </a:txBody>
                  <a:tcPr marL="133849" marR="133849" marT="66925" marB="66925" anchor="ctr"/>
                </a:tc>
                <a:tc>
                  <a:txBody>
                    <a:bodyPr/>
                    <a:lstStyle/>
                    <a:p>
                      <a:r>
                        <a:rPr lang="en-US" sz="2600"/>
                        <a:t>Removes index i, shifts others</a:t>
                      </a:r>
                    </a:p>
                  </a:txBody>
                  <a:tcPr marL="133849" marR="133849" marT="66925" marB="66925" anchor="ctr"/>
                </a:tc>
                <a:extLst>
                  <a:ext uri="{0D108BD9-81ED-4DB2-BD59-A6C34878D82A}">
                    <a16:rowId xmlns:a16="http://schemas.microsoft.com/office/drawing/2014/main" val="377610412"/>
                  </a:ext>
                </a:extLst>
              </a:tr>
              <a:tr h="588937">
                <a:tc>
                  <a:txBody>
                    <a:bodyPr/>
                    <a:lstStyle/>
                    <a:p>
                      <a:r>
                        <a:rPr lang="en-IN" sz="2600"/>
                        <a:t>table.concat(t, sep)</a:t>
                      </a:r>
                    </a:p>
                  </a:txBody>
                  <a:tcPr marL="133849" marR="133849" marT="66925" marB="66925" anchor="ctr"/>
                </a:tc>
                <a:tc>
                  <a:txBody>
                    <a:bodyPr/>
                    <a:lstStyle/>
                    <a:p>
                      <a:r>
                        <a:rPr lang="en-US" sz="2600"/>
                        <a:t>Joins all values as string</a:t>
                      </a:r>
                    </a:p>
                  </a:txBody>
                  <a:tcPr marL="133849" marR="133849" marT="66925" marB="66925" anchor="ctr"/>
                </a:tc>
                <a:extLst>
                  <a:ext uri="{0D108BD9-81ED-4DB2-BD59-A6C34878D82A}">
                    <a16:rowId xmlns:a16="http://schemas.microsoft.com/office/drawing/2014/main" val="2205894293"/>
                  </a:ext>
                </a:extLst>
              </a:tr>
              <a:tr h="588937">
                <a:tc>
                  <a:txBody>
                    <a:bodyPr/>
                    <a:lstStyle/>
                    <a:p>
                      <a:r>
                        <a:rPr lang="en-IN" sz="2600"/>
                        <a:t>table.sort(t)</a:t>
                      </a:r>
                    </a:p>
                  </a:txBody>
                  <a:tcPr marL="133849" marR="133849" marT="66925" marB="66925" anchor="ctr"/>
                </a:tc>
                <a:tc>
                  <a:txBody>
                    <a:bodyPr/>
                    <a:lstStyle/>
                    <a:p>
                      <a:r>
                        <a:rPr lang="en-IN" sz="2600" dirty="0"/>
                        <a:t>Sorts values in-place</a:t>
                      </a:r>
                    </a:p>
                  </a:txBody>
                  <a:tcPr marL="133849" marR="133849" marT="66925" marB="66925" anchor="ctr"/>
                </a:tc>
                <a:extLst>
                  <a:ext uri="{0D108BD9-81ED-4DB2-BD59-A6C34878D82A}">
                    <a16:rowId xmlns:a16="http://schemas.microsoft.com/office/drawing/2014/main" val="3072988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90052434"/>
      </p:ext>
    </p:extLst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1B16A5F-F212-4959-2FB4-91CD1B29D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Table Sort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C4EAA4A-F1AB-5016-D096-34805176104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243" t="6111" r="19697" b="47272"/>
          <a:stretch>
            <a:fillRect/>
          </a:stretch>
        </p:blipFill>
        <p:spPr>
          <a:xfrm>
            <a:off x="533399" y="1600200"/>
            <a:ext cx="8205261" cy="480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9041922"/>
      </p:ext>
    </p:extLst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EB1C7D-FF3F-042A-8B5E-1659058E60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AC86F92-F44D-7B1F-E8B4-872DBDFAB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Table Sort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FDFEFB-8888-588E-B614-B7C1436319B0}"/>
              </a:ext>
            </a:extLst>
          </p:cNvPr>
          <p:cNvSpPr txBox="1"/>
          <p:nvPr/>
        </p:nvSpPr>
        <p:spPr>
          <a:xfrm>
            <a:off x="1447800" y="2228671"/>
            <a:ext cx="5410200" cy="193899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2400" dirty="0"/>
              <a:t>local names = { "Charlie", "Alice", "Bob" }</a:t>
            </a:r>
          </a:p>
          <a:p>
            <a:r>
              <a:rPr lang="en-IN" sz="2400" dirty="0" err="1"/>
              <a:t>table.sort</a:t>
            </a:r>
            <a:r>
              <a:rPr lang="en-IN" sz="2400" dirty="0"/>
              <a:t>(names)</a:t>
            </a:r>
          </a:p>
          <a:p>
            <a:endParaRPr lang="en-IN" sz="2400" dirty="0"/>
          </a:p>
          <a:p>
            <a:r>
              <a:rPr lang="en-IN" sz="2400" dirty="0"/>
              <a:t>-- Output: Alice, Bob, Charlie</a:t>
            </a:r>
          </a:p>
        </p:txBody>
      </p:sp>
    </p:spTree>
    <p:extLst>
      <p:ext uri="{BB962C8B-B14F-4D97-AF65-F5344CB8AC3E}">
        <p14:creationId xmlns:p14="http://schemas.microsoft.com/office/powerpoint/2010/main" val="958069515"/>
      </p:ext>
    </p:extLst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1AEDD6-1634-FA79-E451-F3FC5C9B75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8E3C584-E29E-35BC-A666-131AD9AA6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Table </a:t>
            </a:r>
            <a:r>
              <a:rPr lang="en-IN" dirty="0" err="1"/>
              <a:t>concat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F4EC53-FDDD-03E1-2552-6AC0864B81D3}"/>
              </a:ext>
            </a:extLst>
          </p:cNvPr>
          <p:cNvSpPr txBox="1"/>
          <p:nvPr/>
        </p:nvSpPr>
        <p:spPr>
          <a:xfrm>
            <a:off x="1447800" y="2228670"/>
            <a:ext cx="5257800" cy="230832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2400" dirty="0"/>
              <a:t>local fruits = { "apple", "banana", "cherry" }</a:t>
            </a:r>
          </a:p>
          <a:p>
            <a:r>
              <a:rPr lang="en-IN" sz="2400" dirty="0"/>
              <a:t>local result = </a:t>
            </a:r>
            <a:r>
              <a:rPr lang="en-IN" sz="2400" dirty="0" err="1"/>
              <a:t>table.concat</a:t>
            </a:r>
            <a:r>
              <a:rPr lang="en-IN" sz="2400" dirty="0"/>
              <a:t>(fruits, ", ")</a:t>
            </a:r>
          </a:p>
          <a:p>
            <a:endParaRPr lang="en-IN" sz="2400" dirty="0"/>
          </a:p>
          <a:p>
            <a:r>
              <a:rPr lang="en-IN" sz="2400" dirty="0"/>
              <a:t>print(result)</a:t>
            </a:r>
          </a:p>
          <a:p>
            <a:r>
              <a:rPr lang="en-IN" sz="2400" dirty="0"/>
              <a:t>-- Output: apple, banana, cherry</a:t>
            </a:r>
          </a:p>
        </p:txBody>
      </p:sp>
    </p:spTree>
    <p:extLst>
      <p:ext uri="{BB962C8B-B14F-4D97-AF65-F5344CB8AC3E}">
        <p14:creationId xmlns:p14="http://schemas.microsoft.com/office/powerpoint/2010/main" val="1867031105"/>
      </p:ext>
    </p:extLst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4BA81F6-9207-F99C-10D0-7DBA1BFEE2A8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Safe navigation means accessing nested fields without errors, even if intermediate tables or keys are nil.</a:t>
            </a:r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86E124C-5031-03A2-B230-61D4A1B15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Safe Navigation?</a:t>
            </a:r>
          </a:p>
        </p:txBody>
      </p:sp>
    </p:spTree>
    <p:extLst>
      <p:ext uri="{BB962C8B-B14F-4D97-AF65-F5344CB8AC3E}">
        <p14:creationId xmlns:p14="http://schemas.microsoft.com/office/powerpoint/2010/main" val="205757023"/>
      </p:ext>
    </p:extLst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6C5AD23-019E-A004-4125-443726F6CBC8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>
            <a:normAutofit/>
          </a:bodyPr>
          <a:lstStyle/>
          <a:p>
            <a:r>
              <a:rPr lang="en-US" dirty="0"/>
              <a:t>In Lua, </a:t>
            </a:r>
            <a:r>
              <a:rPr lang="en-US" b="1" dirty="0"/>
              <a:t>functions</a:t>
            </a:r>
            <a:r>
              <a:rPr lang="en-US" dirty="0"/>
              <a:t> are </a:t>
            </a:r>
            <a:r>
              <a:rPr lang="en-US" b="1" dirty="0"/>
              <a:t>first-class values</a:t>
            </a:r>
            <a:r>
              <a:rPr lang="en-US" dirty="0"/>
              <a:t>, meaning you can:</a:t>
            </a:r>
          </a:p>
          <a:p>
            <a:pPr lvl="1"/>
            <a:r>
              <a:rPr lang="en-US" dirty="0"/>
              <a:t>Assign them to variables</a:t>
            </a:r>
          </a:p>
          <a:p>
            <a:pPr lvl="1"/>
            <a:r>
              <a:rPr lang="en-US" dirty="0"/>
              <a:t>Pass them as arguments</a:t>
            </a:r>
          </a:p>
          <a:p>
            <a:pPr lvl="1"/>
            <a:r>
              <a:rPr lang="en-US" dirty="0"/>
              <a:t>Return them from other functions</a:t>
            </a:r>
          </a:p>
          <a:p>
            <a:pPr lvl="1"/>
            <a:endParaRPr lang="en-IN" dirty="0"/>
          </a:p>
          <a:p>
            <a:pPr lvl="1"/>
            <a:endParaRPr lang="en-US" dirty="0"/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0516834-DCCA-B264-8235-CDB020401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Functions</a:t>
            </a:r>
          </a:p>
        </p:txBody>
      </p:sp>
    </p:spTree>
    <p:extLst>
      <p:ext uri="{BB962C8B-B14F-4D97-AF65-F5344CB8AC3E}">
        <p14:creationId xmlns:p14="http://schemas.microsoft.com/office/powerpoint/2010/main" val="1147404671"/>
      </p:ext>
    </p:extLst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C696FA-15A7-0CFF-78BA-305A9C8898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98687EC-CAD5-969A-F16F-2AA566670DEF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>
            <a:normAutofit/>
          </a:bodyPr>
          <a:lstStyle/>
          <a:p>
            <a:r>
              <a:rPr lang="en-US" dirty="0"/>
              <a:t>Function Basics</a:t>
            </a:r>
          </a:p>
          <a:p>
            <a:r>
              <a:rPr lang="en-US" dirty="0"/>
              <a:t>Function with Parameters</a:t>
            </a:r>
          </a:p>
          <a:p>
            <a:r>
              <a:rPr lang="en-US" dirty="0"/>
              <a:t>Function with Return Values</a:t>
            </a:r>
          </a:p>
          <a:p>
            <a:r>
              <a:rPr lang="en-US" dirty="0"/>
              <a:t>Anonymous Functions (Lambdas)</a:t>
            </a:r>
          </a:p>
          <a:p>
            <a:r>
              <a:rPr lang="en-US" dirty="0"/>
              <a:t>Multiple Return Values</a:t>
            </a:r>
          </a:p>
          <a:p>
            <a:r>
              <a:rPr lang="en-US" dirty="0"/>
              <a:t>Variadic Functions (...) </a:t>
            </a:r>
          </a:p>
          <a:p>
            <a:r>
              <a:rPr lang="en-US" dirty="0"/>
              <a:t>Recursive Functions</a:t>
            </a:r>
          </a:p>
          <a:p>
            <a:r>
              <a:rPr lang="en-US" dirty="0"/>
              <a:t>Local vs Global Functions</a:t>
            </a:r>
          </a:p>
          <a:p>
            <a:r>
              <a:rPr lang="en-US" dirty="0"/>
              <a:t>Functions as Table Fields (Methods)</a:t>
            </a:r>
          </a:p>
          <a:p>
            <a:endParaRPr lang="en-US" dirty="0"/>
          </a:p>
          <a:p>
            <a:endParaRPr lang="en-US" dirty="0"/>
          </a:p>
          <a:p>
            <a:pPr lvl="1"/>
            <a:endParaRPr lang="en-IN" dirty="0"/>
          </a:p>
          <a:p>
            <a:pPr lvl="1"/>
            <a:endParaRPr lang="en-US" dirty="0"/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33EF3D0-D3FB-A42C-E095-1B3C88D2A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Types of functions</a:t>
            </a:r>
          </a:p>
        </p:txBody>
      </p:sp>
    </p:spTree>
    <p:extLst>
      <p:ext uri="{BB962C8B-B14F-4D97-AF65-F5344CB8AC3E}">
        <p14:creationId xmlns:p14="http://schemas.microsoft.com/office/powerpoint/2010/main" val="1397706996"/>
      </p:ext>
    </p:extLst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B98553B-B0FF-1A8D-CF5C-31E32ADF4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Multiple Return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944750-2A94-8F43-B1F3-9CBDD94080B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833" t="8666" r="24167" b="42000"/>
          <a:stretch>
            <a:fillRect/>
          </a:stretch>
        </p:blipFill>
        <p:spPr>
          <a:xfrm>
            <a:off x="685800" y="1676400"/>
            <a:ext cx="7391400" cy="4558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271252"/>
      </p:ext>
    </p:extLst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D61340-3B2A-D300-7F85-835C28E51C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7BDE6F3-4862-F002-32FE-2580EE15A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Multiple Return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840F79-AF16-EAA3-DAA7-91EDE635901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833" t="6721" r="30000" b="47334"/>
          <a:stretch>
            <a:fillRect/>
          </a:stretch>
        </p:blipFill>
        <p:spPr>
          <a:xfrm>
            <a:off x="609600" y="1600200"/>
            <a:ext cx="7696200" cy="5003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243901"/>
      </p:ext>
    </p:extLst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1EBB244-A16A-D0AA-47C3-59C82AAF6AE5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IN" dirty="0"/>
              <a:t>function </a:t>
            </a:r>
            <a:r>
              <a:rPr lang="en-IN" dirty="0" err="1"/>
              <a:t>formatCSV</a:t>
            </a:r>
            <a:r>
              <a:rPr lang="en-IN" dirty="0"/>
              <a:t>(...)</a:t>
            </a:r>
          </a:p>
          <a:p>
            <a:r>
              <a:rPr lang="en-IN" dirty="0"/>
              <a:t>  return </a:t>
            </a:r>
            <a:r>
              <a:rPr lang="en-IN" dirty="0" err="1"/>
              <a:t>table.concat</a:t>
            </a:r>
            <a:r>
              <a:rPr lang="en-IN" dirty="0"/>
              <a:t>({...}, ",")</a:t>
            </a:r>
          </a:p>
          <a:p>
            <a:r>
              <a:rPr lang="en-IN" dirty="0"/>
              <a:t>end</a:t>
            </a:r>
          </a:p>
          <a:p>
            <a:endParaRPr lang="en-IN" dirty="0"/>
          </a:p>
          <a:p>
            <a:r>
              <a:rPr lang="en-IN" dirty="0"/>
              <a:t>print(</a:t>
            </a:r>
            <a:r>
              <a:rPr lang="en-IN" dirty="0" err="1"/>
              <a:t>formatCSV</a:t>
            </a:r>
            <a:r>
              <a:rPr lang="en-IN" dirty="0"/>
              <a:t>("apple", "banana", "cherry"))  -- </a:t>
            </a:r>
            <a:r>
              <a:rPr lang="en-IN" dirty="0" err="1"/>
              <a:t>apple,banana,cherry</a:t>
            </a:r>
            <a:endParaRPr lang="en-IN" dirty="0"/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C918787-0503-6377-BAFC-61CCE669F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Variadic Function</a:t>
            </a:r>
          </a:p>
        </p:txBody>
      </p:sp>
    </p:spTree>
    <p:extLst>
      <p:ext uri="{BB962C8B-B14F-4D97-AF65-F5344CB8AC3E}">
        <p14:creationId xmlns:p14="http://schemas.microsoft.com/office/powerpoint/2010/main" val="1902576063"/>
      </p:ext>
    </p:extLst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BD3435-7DBB-9853-5FEE-5B1F16987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2F30466-D2B3-D0B0-7BF1-737C58B8C413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IN" dirty="0"/>
              <a:t>function log(...)</a:t>
            </a:r>
          </a:p>
          <a:p>
            <a:r>
              <a:rPr lang="en-IN" dirty="0"/>
              <a:t>  local </a:t>
            </a:r>
            <a:r>
              <a:rPr lang="en-IN" dirty="0" err="1"/>
              <a:t>args</a:t>
            </a:r>
            <a:r>
              <a:rPr lang="en-IN" dirty="0"/>
              <a:t> = {...}</a:t>
            </a:r>
          </a:p>
          <a:p>
            <a:r>
              <a:rPr lang="en-IN" dirty="0"/>
              <a:t>  print("[LOG]", </a:t>
            </a:r>
            <a:r>
              <a:rPr lang="en-IN" dirty="0" err="1"/>
              <a:t>table.concat</a:t>
            </a:r>
            <a:r>
              <a:rPr lang="en-IN" dirty="0"/>
              <a:t>(</a:t>
            </a:r>
            <a:r>
              <a:rPr lang="en-IN" dirty="0" err="1"/>
              <a:t>args</a:t>
            </a:r>
            <a:r>
              <a:rPr lang="en-IN" dirty="0"/>
              <a:t>, " "))</a:t>
            </a:r>
          </a:p>
          <a:p>
            <a:r>
              <a:rPr lang="en-IN" dirty="0"/>
              <a:t>end</a:t>
            </a:r>
          </a:p>
          <a:p>
            <a:endParaRPr lang="en-IN" dirty="0"/>
          </a:p>
          <a:p>
            <a:r>
              <a:rPr lang="en-IN" dirty="0"/>
              <a:t>log("User", "logged", "in", "at", </a:t>
            </a:r>
            <a:r>
              <a:rPr lang="en-IN" dirty="0" err="1"/>
              <a:t>os.date</a:t>
            </a:r>
            <a:r>
              <a:rPr lang="en-IN" dirty="0"/>
              <a:t>())</a:t>
            </a:r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85EA1A3-D5D7-01C7-9B34-AB7AABC6BB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Variadic Function</a:t>
            </a:r>
          </a:p>
        </p:txBody>
      </p:sp>
    </p:spTree>
    <p:extLst>
      <p:ext uri="{BB962C8B-B14F-4D97-AF65-F5344CB8AC3E}">
        <p14:creationId xmlns:p14="http://schemas.microsoft.com/office/powerpoint/2010/main" val="3507907487"/>
      </p:ext>
    </p:extLst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27F0419-BAD6-C3BA-4E55-5B5B208AE080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Returns all values from a table as separate arguments (like JS ...</a:t>
            </a:r>
            <a:r>
              <a:rPr lang="en-US" dirty="0" err="1"/>
              <a:t>arr</a:t>
            </a:r>
            <a:r>
              <a:rPr lang="en-US" dirty="0"/>
              <a:t> or Python *</a:t>
            </a:r>
            <a:r>
              <a:rPr lang="en-US" dirty="0" err="1"/>
              <a:t>args</a:t>
            </a:r>
            <a:r>
              <a:rPr lang="en-US" dirty="0"/>
              <a:t>).</a:t>
            </a:r>
          </a:p>
          <a:p>
            <a:endParaRPr lang="en-US" dirty="0"/>
          </a:p>
          <a:p>
            <a:r>
              <a:rPr lang="sv-SE" dirty="0"/>
              <a:t>table.unpack(t [, i [, j]])</a:t>
            </a:r>
          </a:p>
          <a:p>
            <a:endParaRPr lang="sv-SE" dirty="0"/>
          </a:p>
          <a:p>
            <a:pPr lvl="1"/>
            <a:r>
              <a:rPr lang="en-US" dirty="0"/>
              <a:t>t: The table (usually a sequence)</a:t>
            </a:r>
          </a:p>
          <a:p>
            <a:pPr lvl="1"/>
            <a:r>
              <a:rPr lang="en-US" dirty="0"/>
              <a:t>i: Starting index (default 1)</a:t>
            </a:r>
          </a:p>
          <a:p>
            <a:pPr lvl="1"/>
            <a:r>
              <a:rPr lang="en-US" dirty="0"/>
              <a:t>j: Ending index (default #t)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D1D1825-2A05-EC6B-03D1-CDB13CFC84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Table.unpack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56036555"/>
      </p:ext>
    </p:extLst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154BA1-3D1D-245F-D275-5D296481D3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FCB6672-3370-B66A-BC9F-076EABE501DE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Unpack Simple</a:t>
            </a:r>
          </a:p>
          <a:p>
            <a:pPr lvl="1"/>
            <a:r>
              <a:rPr lang="en-US" dirty="0"/>
              <a:t>local t = {"Lua", "Rocks", 2024}</a:t>
            </a:r>
          </a:p>
          <a:p>
            <a:pPr lvl="1"/>
            <a:r>
              <a:rPr lang="en-US" dirty="0"/>
              <a:t>print(</a:t>
            </a:r>
            <a:r>
              <a:rPr lang="en-US" dirty="0" err="1"/>
              <a:t>table.unpack</a:t>
            </a:r>
            <a:r>
              <a:rPr lang="en-US" dirty="0"/>
              <a:t>(t))   --&gt; Lua  Rocks  2024</a:t>
            </a:r>
          </a:p>
          <a:p>
            <a:endParaRPr lang="en-US" dirty="0"/>
          </a:p>
          <a:p>
            <a:r>
              <a:rPr lang="en-US" dirty="0"/>
              <a:t>Unpack Subset</a:t>
            </a:r>
          </a:p>
          <a:p>
            <a:pPr lvl="1"/>
            <a:r>
              <a:rPr lang="fr-FR" dirty="0"/>
              <a:t>local t = {"a", "b", "c", "d"}</a:t>
            </a:r>
          </a:p>
          <a:p>
            <a:pPr lvl="1"/>
            <a:r>
              <a:rPr lang="fr-FR" dirty="0" err="1"/>
              <a:t>print</a:t>
            </a:r>
            <a:r>
              <a:rPr lang="fr-FR" dirty="0"/>
              <a:t>(</a:t>
            </a:r>
            <a:r>
              <a:rPr lang="fr-FR" dirty="0" err="1"/>
              <a:t>table.unpack</a:t>
            </a:r>
            <a:r>
              <a:rPr lang="fr-FR" dirty="0"/>
              <a:t>(t, 2, 3))   --&gt; b  c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3A708F5-45D6-2105-5DC5-C77D4C4C7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Table.unpack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07488891"/>
      </p:ext>
    </p:extLst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6B07CE8-7438-FB5E-DE54-64619A76041F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b="1" dirty="0"/>
              <a:t>What is a Tail Call?</a:t>
            </a:r>
          </a:p>
          <a:p>
            <a:r>
              <a:rPr lang="en-US" dirty="0"/>
              <a:t>A </a:t>
            </a:r>
            <a:r>
              <a:rPr lang="en-US" b="1" dirty="0"/>
              <a:t>tail call</a:t>
            </a:r>
            <a:r>
              <a:rPr lang="en-US" dirty="0"/>
              <a:t> is when a function </a:t>
            </a:r>
            <a:r>
              <a:rPr lang="en-US" b="1" dirty="0"/>
              <a:t>returns the result of another function directly</a:t>
            </a:r>
            <a:r>
              <a:rPr lang="en-US" dirty="0"/>
              <a:t>.</a:t>
            </a:r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1A30DFE-BFB1-A4AA-1496-54A10CC2C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Proper Tail Calls (PTC)</a:t>
            </a:r>
          </a:p>
        </p:txBody>
      </p:sp>
    </p:spTree>
    <p:extLst>
      <p:ext uri="{BB962C8B-B14F-4D97-AF65-F5344CB8AC3E}">
        <p14:creationId xmlns:p14="http://schemas.microsoft.com/office/powerpoint/2010/main" val="3652734415"/>
      </p:ext>
    </p:extLst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E4B9595-A3B8-0B43-59B2-5256BE200E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 Example: Recursive Tail Call</a:t>
            </a:r>
            <a:endParaRPr lang="en-I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5AD076C5-87CE-C7AB-8163-A76BC9BF30EA}"/>
                  </a:ext>
                </a:extLst>
              </p14:cNvPr>
              <p14:cNvContentPartPr/>
              <p14:nvPr/>
            </p14:nvContentPartPr>
            <p14:xfrm>
              <a:off x="-1540156" y="1886362"/>
              <a:ext cx="36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5AD076C5-87CE-C7AB-8163-A76BC9BF30E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1546276" y="1880242"/>
                <a:ext cx="12600" cy="12600"/>
              </a:xfrm>
              <a:prstGeom prst="rect">
                <a:avLst/>
              </a:prstGeom>
            </p:spPr>
          </p:pic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1E540C78-5133-E26B-AF20-46E00121384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9372" t="19078" r="20000" b="56768"/>
          <a:stretch>
            <a:fillRect/>
          </a:stretch>
        </p:blipFill>
        <p:spPr>
          <a:xfrm>
            <a:off x="533400" y="1981200"/>
            <a:ext cx="8055197" cy="358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7587697"/>
      </p:ext>
    </p:extLst>
  </p:cSld>
  <p:clrMapOvr>
    <a:masterClrMapping/>
  </p:clrMapOvr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D00283-3D92-7AC0-3EB9-B6F62D95F6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24EEBB1-DC4C-B011-6CC0-6441525525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 Example: Recursive Tail Call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4F4659-7B5A-C336-7031-701A79448C85}"/>
              </a:ext>
            </a:extLst>
          </p:cNvPr>
          <p:cNvSpPr txBox="1"/>
          <p:nvPr/>
        </p:nvSpPr>
        <p:spPr>
          <a:xfrm>
            <a:off x="461036" y="1291420"/>
            <a:ext cx="8378164" cy="489364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dirty="0"/>
              <a:t>function route(path)</a:t>
            </a:r>
          </a:p>
          <a:p>
            <a:r>
              <a:rPr lang="en-US" sz="2400" dirty="0"/>
              <a:t>  if path == "/home" then return </a:t>
            </a:r>
            <a:r>
              <a:rPr lang="en-US" sz="2400" dirty="0" err="1"/>
              <a:t>show_home</a:t>
            </a:r>
            <a:r>
              <a:rPr lang="en-US" sz="2400" dirty="0"/>
              <a:t>()</a:t>
            </a:r>
          </a:p>
          <a:p>
            <a:r>
              <a:rPr lang="en-US" sz="2400" dirty="0"/>
              <a:t>  if path == "/login" then return </a:t>
            </a:r>
            <a:r>
              <a:rPr lang="en-US" sz="2400" dirty="0" err="1"/>
              <a:t>show_login</a:t>
            </a:r>
            <a:r>
              <a:rPr lang="en-US" sz="2400" dirty="0"/>
              <a:t>()</a:t>
            </a:r>
          </a:p>
          <a:p>
            <a:r>
              <a:rPr lang="en-US" sz="2400" dirty="0"/>
              <a:t>  return show_404()</a:t>
            </a:r>
          </a:p>
          <a:p>
            <a:r>
              <a:rPr lang="en-US" sz="2400" dirty="0"/>
              <a:t>end</a:t>
            </a:r>
          </a:p>
          <a:p>
            <a:r>
              <a:rPr lang="en-US" sz="2400" dirty="0"/>
              <a:t>function </a:t>
            </a:r>
            <a:r>
              <a:rPr lang="en-US" sz="2400" dirty="0" err="1"/>
              <a:t>show_home</a:t>
            </a:r>
            <a:r>
              <a:rPr lang="en-US" sz="2400" dirty="0"/>
              <a:t>()</a:t>
            </a:r>
          </a:p>
          <a:p>
            <a:r>
              <a:rPr lang="en-US" sz="2400" dirty="0"/>
              <a:t>  print("🏠 Home Page")</a:t>
            </a:r>
          </a:p>
          <a:p>
            <a:r>
              <a:rPr lang="en-US" sz="2400" dirty="0"/>
              <a:t>  return route("/login")  -- Tail call</a:t>
            </a:r>
          </a:p>
          <a:p>
            <a:r>
              <a:rPr lang="en-US" sz="2400" dirty="0"/>
              <a:t>end</a:t>
            </a:r>
          </a:p>
          <a:p>
            <a:r>
              <a:rPr lang="en-US" sz="2400" dirty="0"/>
              <a:t>function </a:t>
            </a:r>
            <a:r>
              <a:rPr lang="en-US" sz="2400" dirty="0" err="1"/>
              <a:t>show_login</a:t>
            </a:r>
            <a:r>
              <a:rPr lang="en-US" sz="2400" dirty="0"/>
              <a:t>()</a:t>
            </a:r>
          </a:p>
          <a:p>
            <a:r>
              <a:rPr lang="en-US" sz="2400" dirty="0"/>
              <a:t>  print("🔐 Login Page")</a:t>
            </a:r>
          </a:p>
          <a:p>
            <a:r>
              <a:rPr lang="en-US" sz="2400" dirty="0"/>
              <a:t>end</a:t>
            </a:r>
          </a:p>
          <a:p>
            <a:r>
              <a:rPr lang="en-US" sz="2400" dirty="0"/>
              <a:t>route("/home")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DC1592C3-DBD3-6B92-CB70-003903A90E8D}"/>
                  </a:ext>
                </a:extLst>
              </p14:cNvPr>
              <p14:cNvContentPartPr/>
              <p14:nvPr/>
            </p14:nvContentPartPr>
            <p14:xfrm>
              <a:off x="-1540156" y="1886362"/>
              <a:ext cx="36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DC1592C3-DBD3-6B92-CB70-003903A90E8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1546276" y="1880242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44394360"/>
      </p:ext>
    </p:extLst>
  </p:cSld>
  <p:clrMapOvr>
    <a:masterClrMapping/>
  </p:clrMapOvr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A1AC651-8A51-19EB-0753-01F26D0344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Simple I/O Model (Interactive Console)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60CDC4-0045-FC94-09EF-3810464E1500}"/>
              </a:ext>
            </a:extLst>
          </p:cNvPr>
          <p:cNvSpPr txBox="1"/>
          <p:nvPr/>
        </p:nvSpPr>
        <p:spPr>
          <a:xfrm>
            <a:off x="1295400" y="1951672"/>
            <a:ext cx="5791200" cy="193899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dirty="0"/>
              <a:t>-- Simple Input</a:t>
            </a:r>
          </a:p>
          <a:p>
            <a:r>
              <a:rPr lang="en-US" sz="2400" dirty="0" err="1"/>
              <a:t>io.write</a:t>
            </a:r>
            <a:r>
              <a:rPr lang="en-US" sz="2400" dirty="0"/>
              <a:t>("Enter your name: ")</a:t>
            </a:r>
          </a:p>
          <a:p>
            <a:r>
              <a:rPr lang="en-US" sz="2400" dirty="0"/>
              <a:t>local name = </a:t>
            </a:r>
            <a:r>
              <a:rPr lang="en-US" sz="2400" dirty="0" err="1"/>
              <a:t>io.read</a:t>
            </a:r>
            <a:r>
              <a:rPr lang="en-US" sz="2400" dirty="0"/>
              <a:t>()</a:t>
            </a:r>
          </a:p>
          <a:p>
            <a:endParaRPr lang="en-US" sz="2400" dirty="0"/>
          </a:p>
          <a:p>
            <a:r>
              <a:rPr lang="en-US" sz="2400" dirty="0"/>
              <a:t>print("Hello, " .. name .. "!")</a:t>
            </a:r>
          </a:p>
        </p:txBody>
      </p:sp>
    </p:spTree>
    <p:extLst>
      <p:ext uri="{BB962C8B-B14F-4D97-AF65-F5344CB8AC3E}">
        <p14:creationId xmlns:p14="http://schemas.microsoft.com/office/powerpoint/2010/main" val="847751171"/>
      </p:ext>
    </p:extLst>
  </p:cSld>
  <p:clrMapOvr>
    <a:masterClrMapping/>
  </p:clrMapOvr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E8891BE-4665-FF24-9A41-4B46D512C5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Simple File Read/Write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F88732-C2D2-A4AD-F952-C7C0C10F80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447799"/>
            <a:ext cx="6781800" cy="4950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096920"/>
      </p:ext>
    </p:extLst>
  </p:cSld>
  <p:clrMapOvr>
    <a:masterClrMapping/>
  </p:clrMapOvr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B41E54-DAC9-456B-BFED-92DE1598E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D40637C-758E-C38F-3867-330082468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Read Text File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74B17F6-78BD-BD2C-3F9E-2E6C7E8F43E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000" t="5334" r="13333" b="6977"/>
          <a:stretch>
            <a:fillRect/>
          </a:stretch>
        </p:blipFill>
        <p:spPr>
          <a:xfrm>
            <a:off x="713874" y="1371600"/>
            <a:ext cx="6858000" cy="5316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001510"/>
      </p:ext>
    </p:extLst>
  </p:cSld>
  <p:clrMapOvr>
    <a:masterClrMapping/>
  </p:clrMapOvr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4D435-2C9D-47A3-140C-1FCFBCCC87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D87FF0A-A1A4-D91B-D6F9-E6117CFC4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Read XML file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DCB8ABB-88B8-600C-A16E-4849EBE23B4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166" t="8208" r="12013" b="44561"/>
          <a:stretch>
            <a:fillRect/>
          </a:stretch>
        </p:blipFill>
        <p:spPr>
          <a:xfrm>
            <a:off x="527971" y="1600200"/>
            <a:ext cx="8205261" cy="464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9985426"/>
      </p:ext>
    </p:extLst>
  </p:cSld>
  <p:clrMapOvr>
    <a:masterClrMapping/>
  </p:clrMapOvr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3454947-3620-1FDA-D4F0-78CE89CFC4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035" y="170122"/>
            <a:ext cx="8205261" cy="785553"/>
          </a:xfrm>
        </p:spPr>
        <p:txBody>
          <a:bodyPr anchor="b">
            <a:normAutofit/>
          </a:bodyPr>
          <a:lstStyle/>
          <a:p>
            <a:r>
              <a:rPr lang="en-IN" dirty="0"/>
              <a:t>Summary Table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D370F8C-3182-9115-025D-CD08C8B22C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7424139"/>
              </p:ext>
            </p:extLst>
          </p:nvPr>
        </p:nvGraphicFramePr>
        <p:xfrm>
          <a:off x="601686" y="1381125"/>
          <a:ext cx="7939043" cy="4824416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224851">
                  <a:extLst>
                    <a:ext uri="{9D8B030D-6E8A-4147-A177-3AD203B41FA5}">
                      <a16:colId xmlns:a16="http://schemas.microsoft.com/office/drawing/2014/main" val="4232831462"/>
                    </a:ext>
                  </a:extLst>
                </a:gridCol>
                <a:gridCol w="2932315">
                  <a:extLst>
                    <a:ext uri="{9D8B030D-6E8A-4147-A177-3AD203B41FA5}">
                      <a16:colId xmlns:a16="http://schemas.microsoft.com/office/drawing/2014/main" val="1083999060"/>
                    </a:ext>
                  </a:extLst>
                </a:gridCol>
                <a:gridCol w="2781877">
                  <a:extLst>
                    <a:ext uri="{9D8B030D-6E8A-4147-A177-3AD203B41FA5}">
                      <a16:colId xmlns:a16="http://schemas.microsoft.com/office/drawing/2014/main" val="987878243"/>
                    </a:ext>
                  </a:extLst>
                </a:gridCol>
              </a:tblGrid>
              <a:tr h="515229">
                <a:tc>
                  <a:txBody>
                    <a:bodyPr/>
                    <a:lstStyle/>
                    <a:p>
                      <a:r>
                        <a:rPr lang="en-IN" sz="2300"/>
                        <a:t>Operation</a:t>
                      </a:r>
                    </a:p>
                  </a:txBody>
                  <a:tcPr marL="117097" marR="117097" marT="58549" marB="58549" anchor="ctr"/>
                </a:tc>
                <a:tc>
                  <a:txBody>
                    <a:bodyPr/>
                    <a:lstStyle/>
                    <a:p>
                      <a:r>
                        <a:rPr lang="en-IN" sz="2300"/>
                        <a:t>Function</a:t>
                      </a:r>
                    </a:p>
                  </a:txBody>
                  <a:tcPr marL="117097" marR="117097" marT="58549" marB="58549" anchor="ctr"/>
                </a:tc>
                <a:tc>
                  <a:txBody>
                    <a:bodyPr/>
                    <a:lstStyle/>
                    <a:p>
                      <a:r>
                        <a:rPr lang="en-IN" sz="2300"/>
                        <a:t>Notes</a:t>
                      </a:r>
                    </a:p>
                  </a:txBody>
                  <a:tcPr marL="117097" marR="117097" marT="58549" marB="58549" anchor="ctr"/>
                </a:tc>
                <a:extLst>
                  <a:ext uri="{0D108BD9-81ED-4DB2-BD59-A6C34878D82A}">
                    <a16:rowId xmlns:a16="http://schemas.microsoft.com/office/drawing/2014/main" val="3272090333"/>
                  </a:ext>
                </a:extLst>
              </a:tr>
              <a:tr h="515229">
                <a:tc>
                  <a:txBody>
                    <a:bodyPr/>
                    <a:lstStyle/>
                    <a:p>
                      <a:r>
                        <a:rPr lang="en-IN" sz="2300"/>
                        <a:t>Read input</a:t>
                      </a:r>
                    </a:p>
                  </a:txBody>
                  <a:tcPr marL="117097" marR="117097" marT="58549" marB="58549" anchor="ctr"/>
                </a:tc>
                <a:tc>
                  <a:txBody>
                    <a:bodyPr/>
                    <a:lstStyle/>
                    <a:p>
                      <a:r>
                        <a:rPr lang="en-IN" sz="2300"/>
                        <a:t>io.read()</a:t>
                      </a:r>
                    </a:p>
                  </a:txBody>
                  <a:tcPr marL="117097" marR="117097" marT="58549" marB="58549" anchor="ctr"/>
                </a:tc>
                <a:tc>
                  <a:txBody>
                    <a:bodyPr/>
                    <a:lstStyle/>
                    <a:p>
                      <a:r>
                        <a:rPr lang="en-IN" sz="2300"/>
                        <a:t>from keyboard</a:t>
                      </a:r>
                    </a:p>
                  </a:txBody>
                  <a:tcPr marL="117097" marR="117097" marT="58549" marB="58549" anchor="ctr"/>
                </a:tc>
                <a:extLst>
                  <a:ext uri="{0D108BD9-81ED-4DB2-BD59-A6C34878D82A}">
                    <a16:rowId xmlns:a16="http://schemas.microsoft.com/office/drawing/2014/main" val="3438830080"/>
                  </a:ext>
                </a:extLst>
              </a:tr>
              <a:tr h="515229">
                <a:tc>
                  <a:txBody>
                    <a:bodyPr/>
                    <a:lstStyle/>
                    <a:p>
                      <a:r>
                        <a:rPr lang="en-IN" sz="2300"/>
                        <a:t>Write output</a:t>
                      </a:r>
                    </a:p>
                  </a:txBody>
                  <a:tcPr marL="117097" marR="117097" marT="58549" marB="58549" anchor="ctr"/>
                </a:tc>
                <a:tc>
                  <a:txBody>
                    <a:bodyPr/>
                    <a:lstStyle/>
                    <a:p>
                      <a:r>
                        <a:rPr lang="en-IN" sz="2300"/>
                        <a:t>io.write()</a:t>
                      </a:r>
                    </a:p>
                  </a:txBody>
                  <a:tcPr marL="117097" marR="117097" marT="58549" marB="58549" anchor="ctr"/>
                </a:tc>
                <a:tc>
                  <a:txBody>
                    <a:bodyPr/>
                    <a:lstStyle/>
                    <a:p>
                      <a:r>
                        <a:rPr lang="en-IN" sz="2300"/>
                        <a:t>no newline</a:t>
                      </a:r>
                    </a:p>
                  </a:txBody>
                  <a:tcPr marL="117097" marR="117097" marT="58549" marB="58549" anchor="ctr"/>
                </a:tc>
                <a:extLst>
                  <a:ext uri="{0D108BD9-81ED-4DB2-BD59-A6C34878D82A}">
                    <a16:rowId xmlns:a16="http://schemas.microsoft.com/office/drawing/2014/main" val="1022943508"/>
                  </a:ext>
                </a:extLst>
              </a:tr>
              <a:tr h="515229">
                <a:tc>
                  <a:txBody>
                    <a:bodyPr/>
                    <a:lstStyle/>
                    <a:p>
                      <a:r>
                        <a:rPr lang="en-IN" sz="2300"/>
                        <a:t>Print line</a:t>
                      </a:r>
                    </a:p>
                  </a:txBody>
                  <a:tcPr marL="117097" marR="117097" marT="58549" marB="58549" anchor="ctr"/>
                </a:tc>
                <a:tc>
                  <a:txBody>
                    <a:bodyPr/>
                    <a:lstStyle/>
                    <a:p>
                      <a:r>
                        <a:rPr lang="en-IN" sz="2300"/>
                        <a:t>print()</a:t>
                      </a:r>
                    </a:p>
                  </a:txBody>
                  <a:tcPr marL="117097" marR="117097" marT="58549" marB="58549" anchor="ctr"/>
                </a:tc>
                <a:tc>
                  <a:txBody>
                    <a:bodyPr/>
                    <a:lstStyle/>
                    <a:p>
                      <a:r>
                        <a:rPr lang="en-IN" sz="2300"/>
                        <a:t>newline included</a:t>
                      </a:r>
                    </a:p>
                  </a:txBody>
                  <a:tcPr marL="117097" marR="117097" marT="58549" marB="58549" anchor="ctr"/>
                </a:tc>
                <a:extLst>
                  <a:ext uri="{0D108BD9-81ED-4DB2-BD59-A6C34878D82A}">
                    <a16:rowId xmlns:a16="http://schemas.microsoft.com/office/drawing/2014/main" val="1633859036"/>
                  </a:ext>
                </a:extLst>
              </a:tr>
              <a:tr h="866521">
                <a:tc>
                  <a:txBody>
                    <a:bodyPr/>
                    <a:lstStyle/>
                    <a:p>
                      <a:r>
                        <a:rPr lang="en-IN" sz="2300"/>
                        <a:t>Open file</a:t>
                      </a:r>
                    </a:p>
                  </a:txBody>
                  <a:tcPr marL="117097" marR="117097" marT="58549" marB="58549" anchor="ctr"/>
                </a:tc>
                <a:tc>
                  <a:txBody>
                    <a:bodyPr/>
                    <a:lstStyle/>
                    <a:p>
                      <a:r>
                        <a:rPr lang="en-IN" sz="2300"/>
                        <a:t>io.open(filename, mode)</a:t>
                      </a:r>
                    </a:p>
                  </a:txBody>
                  <a:tcPr marL="117097" marR="117097" marT="58549" marB="58549" anchor="ctr"/>
                </a:tc>
                <a:tc>
                  <a:txBody>
                    <a:bodyPr/>
                    <a:lstStyle/>
                    <a:p>
                      <a:r>
                        <a:rPr lang="en-IN" sz="2300"/>
                        <a:t>"r", "w", "a" modes</a:t>
                      </a:r>
                    </a:p>
                  </a:txBody>
                  <a:tcPr marL="117097" marR="117097" marT="58549" marB="58549" anchor="ctr"/>
                </a:tc>
                <a:extLst>
                  <a:ext uri="{0D108BD9-81ED-4DB2-BD59-A6C34878D82A}">
                    <a16:rowId xmlns:a16="http://schemas.microsoft.com/office/drawing/2014/main" val="3803011210"/>
                  </a:ext>
                </a:extLst>
              </a:tr>
              <a:tr h="515229">
                <a:tc>
                  <a:txBody>
                    <a:bodyPr/>
                    <a:lstStyle/>
                    <a:p>
                      <a:r>
                        <a:rPr lang="en-IN" sz="2300"/>
                        <a:t>Read from file</a:t>
                      </a:r>
                    </a:p>
                  </a:txBody>
                  <a:tcPr marL="117097" marR="117097" marT="58549" marB="58549" anchor="ctr"/>
                </a:tc>
                <a:tc>
                  <a:txBody>
                    <a:bodyPr/>
                    <a:lstStyle/>
                    <a:p>
                      <a:r>
                        <a:rPr lang="en-US" sz="2300"/>
                        <a:t>file:read("*l") or "*a"</a:t>
                      </a:r>
                    </a:p>
                  </a:txBody>
                  <a:tcPr marL="117097" marR="117097" marT="58549" marB="58549" anchor="ctr"/>
                </a:tc>
                <a:tc>
                  <a:txBody>
                    <a:bodyPr/>
                    <a:lstStyle/>
                    <a:p>
                      <a:r>
                        <a:rPr lang="en-IN" sz="2300"/>
                        <a:t>line or all</a:t>
                      </a:r>
                    </a:p>
                  </a:txBody>
                  <a:tcPr marL="117097" marR="117097" marT="58549" marB="58549" anchor="ctr"/>
                </a:tc>
                <a:extLst>
                  <a:ext uri="{0D108BD9-81ED-4DB2-BD59-A6C34878D82A}">
                    <a16:rowId xmlns:a16="http://schemas.microsoft.com/office/drawing/2014/main" val="4202776431"/>
                  </a:ext>
                </a:extLst>
              </a:tr>
              <a:tr h="515229">
                <a:tc>
                  <a:txBody>
                    <a:bodyPr/>
                    <a:lstStyle/>
                    <a:p>
                      <a:r>
                        <a:rPr lang="en-IN" sz="2300"/>
                        <a:t>Write to file</a:t>
                      </a:r>
                    </a:p>
                  </a:txBody>
                  <a:tcPr marL="117097" marR="117097" marT="58549" marB="58549" anchor="ctr"/>
                </a:tc>
                <a:tc>
                  <a:txBody>
                    <a:bodyPr/>
                    <a:lstStyle/>
                    <a:p>
                      <a:r>
                        <a:rPr lang="en-IN" sz="2300"/>
                        <a:t>file:write("text")</a:t>
                      </a:r>
                    </a:p>
                  </a:txBody>
                  <a:tcPr marL="117097" marR="117097" marT="58549" marB="58549" anchor="ctr"/>
                </a:tc>
                <a:tc>
                  <a:txBody>
                    <a:bodyPr/>
                    <a:lstStyle/>
                    <a:p>
                      <a:r>
                        <a:rPr lang="en-IN" sz="2300"/>
                        <a:t>writes as string</a:t>
                      </a:r>
                    </a:p>
                  </a:txBody>
                  <a:tcPr marL="117097" marR="117097" marT="58549" marB="58549" anchor="ctr"/>
                </a:tc>
                <a:extLst>
                  <a:ext uri="{0D108BD9-81ED-4DB2-BD59-A6C34878D82A}">
                    <a16:rowId xmlns:a16="http://schemas.microsoft.com/office/drawing/2014/main" val="2077647019"/>
                  </a:ext>
                </a:extLst>
              </a:tr>
              <a:tr h="866521">
                <a:tc>
                  <a:txBody>
                    <a:bodyPr/>
                    <a:lstStyle/>
                    <a:p>
                      <a:r>
                        <a:rPr lang="en-IN" sz="2300"/>
                        <a:t>Close file</a:t>
                      </a:r>
                    </a:p>
                  </a:txBody>
                  <a:tcPr marL="117097" marR="117097" marT="58549" marB="58549" anchor="ctr"/>
                </a:tc>
                <a:tc>
                  <a:txBody>
                    <a:bodyPr/>
                    <a:lstStyle/>
                    <a:p>
                      <a:r>
                        <a:rPr lang="en-IN" sz="2300"/>
                        <a:t>file:close()</a:t>
                      </a:r>
                    </a:p>
                  </a:txBody>
                  <a:tcPr marL="117097" marR="117097" marT="58549" marB="58549" anchor="ctr"/>
                </a:tc>
                <a:tc>
                  <a:txBody>
                    <a:bodyPr/>
                    <a:lstStyle/>
                    <a:p>
                      <a:r>
                        <a:rPr lang="en-IN" sz="2300" dirty="0"/>
                        <a:t>must close after write</a:t>
                      </a:r>
                    </a:p>
                  </a:txBody>
                  <a:tcPr marL="117097" marR="117097" marT="58549" marB="58549" anchor="ctr"/>
                </a:tc>
                <a:extLst>
                  <a:ext uri="{0D108BD9-81ED-4DB2-BD59-A6C34878D82A}">
                    <a16:rowId xmlns:a16="http://schemas.microsoft.com/office/drawing/2014/main" val="17706842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85449878"/>
      </p:ext>
    </p:extLst>
  </p:cSld>
  <p:clrMapOvr>
    <a:masterClrMapping/>
  </p:clrMapOvr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33EEB2-2687-8C91-55D7-DF6F7BAFB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System Calls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384F54-D464-411C-0806-CD7853091E4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500" t="8667" r="9167" b="39333"/>
          <a:stretch>
            <a:fillRect/>
          </a:stretch>
        </p:blipFill>
        <p:spPr>
          <a:xfrm>
            <a:off x="576881" y="1676400"/>
            <a:ext cx="7990237" cy="434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256839"/>
      </p:ext>
    </p:extLst>
  </p:cSld>
  <p:clrMapOvr>
    <a:masterClrMapping/>
  </p:clrMapOvr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D4C1F20-C8AA-D4B1-CF8A-471E2B36D3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en-US" dirty="0"/>
              <a:t>Custom Date Formats with </a:t>
            </a:r>
            <a:r>
              <a:rPr lang="en-US" dirty="0" err="1"/>
              <a:t>os.date</a:t>
            </a:r>
            <a:r>
              <a:rPr lang="en-US" dirty="0"/>
              <a:t>(format)</a:t>
            </a:r>
            <a:endParaRPr lang="en-IN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F98529A-23FC-5CFA-5D78-1ABAF32C23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65639"/>
              </p:ext>
            </p:extLst>
          </p:nvPr>
        </p:nvGraphicFramePr>
        <p:xfrm>
          <a:off x="565817" y="1381125"/>
          <a:ext cx="8010782" cy="4824414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2092439">
                  <a:extLst>
                    <a:ext uri="{9D8B030D-6E8A-4147-A177-3AD203B41FA5}">
                      <a16:colId xmlns:a16="http://schemas.microsoft.com/office/drawing/2014/main" val="3657383501"/>
                    </a:ext>
                  </a:extLst>
                </a:gridCol>
                <a:gridCol w="3473086">
                  <a:extLst>
                    <a:ext uri="{9D8B030D-6E8A-4147-A177-3AD203B41FA5}">
                      <a16:colId xmlns:a16="http://schemas.microsoft.com/office/drawing/2014/main" val="3317994632"/>
                    </a:ext>
                  </a:extLst>
                </a:gridCol>
                <a:gridCol w="2445257">
                  <a:extLst>
                    <a:ext uri="{9D8B030D-6E8A-4147-A177-3AD203B41FA5}">
                      <a16:colId xmlns:a16="http://schemas.microsoft.com/office/drawing/2014/main" val="2954851906"/>
                    </a:ext>
                  </a:extLst>
                </a:gridCol>
              </a:tblGrid>
              <a:tr h="344601">
                <a:tc>
                  <a:txBody>
                    <a:bodyPr/>
                    <a:lstStyle/>
                    <a:p>
                      <a:r>
                        <a:rPr lang="en-IN" sz="1500"/>
                        <a:t>Format</a:t>
                      </a:r>
                    </a:p>
                  </a:txBody>
                  <a:tcPr marL="78178" marR="78178" marT="39090" marB="39090" anchor="ctr"/>
                </a:tc>
                <a:tc>
                  <a:txBody>
                    <a:bodyPr/>
                    <a:lstStyle/>
                    <a:p>
                      <a:r>
                        <a:rPr lang="en-IN" sz="1500"/>
                        <a:t>Description</a:t>
                      </a:r>
                    </a:p>
                  </a:txBody>
                  <a:tcPr marL="78178" marR="78178" marT="39090" marB="39090" anchor="ctr"/>
                </a:tc>
                <a:tc>
                  <a:txBody>
                    <a:bodyPr/>
                    <a:lstStyle/>
                    <a:p>
                      <a:r>
                        <a:rPr lang="en-IN" sz="1500"/>
                        <a:t>Example</a:t>
                      </a:r>
                    </a:p>
                  </a:txBody>
                  <a:tcPr marL="78178" marR="78178" marT="39090" marB="39090" anchor="ctr"/>
                </a:tc>
                <a:extLst>
                  <a:ext uri="{0D108BD9-81ED-4DB2-BD59-A6C34878D82A}">
                    <a16:rowId xmlns:a16="http://schemas.microsoft.com/office/drawing/2014/main" val="2922396476"/>
                  </a:ext>
                </a:extLst>
              </a:tr>
              <a:tr h="344601">
                <a:tc>
                  <a:txBody>
                    <a:bodyPr/>
                    <a:lstStyle/>
                    <a:p>
                      <a:r>
                        <a:rPr lang="en-IN" sz="1500"/>
                        <a:t>%Y</a:t>
                      </a:r>
                    </a:p>
                  </a:txBody>
                  <a:tcPr marL="78178" marR="78178" marT="39090" marB="39090" anchor="ctr"/>
                </a:tc>
                <a:tc>
                  <a:txBody>
                    <a:bodyPr/>
                    <a:lstStyle/>
                    <a:p>
                      <a:r>
                        <a:rPr lang="en-IN" sz="1500"/>
                        <a:t>Year (4 digits)</a:t>
                      </a:r>
                    </a:p>
                  </a:txBody>
                  <a:tcPr marL="78178" marR="78178" marT="39090" marB="39090" anchor="ctr"/>
                </a:tc>
                <a:tc>
                  <a:txBody>
                    <a:bodyPr/>
                    <a:lstStyle/>
                    <a:p>
                      <a:r>
                        <a:rPr lang="en-IN" sz="1500"/>
                        <a:t>2025</a:t>
                      </a:r>
                    </a:p>
                  </a:txBody>
                  <a:tcPr marL="78178" marR="78178" marT="39090" marB="39090" anchor="ctr"/>
                </a:tc>
                <a:extLst>
                  <a:ext uri="{0D108BD9-81ED-4DB2-BD59-A6C34878D82A}">
                    <a16:rowId xmlns:a16="http://schemas.microsoft.com/office/drawing/2014/main" val="2330993914"/>
                  </a:ext>
                </a:extLst>
              </a:tr>
              <a:tr h="344601">
                <a:tc>
                  <a:txBody>
                    <a:bodyPr/>
                    <a:lstStyle/>
                    <a:p>
                      <a:r>
                        <a:rPr lang="en-IN" sz="1500"/>
                        <a:t>%y</a:t>
                      </a:r>
                    </a:p>
                  </a:txBody>
                  <a:tcPr marL="78178" marR="78178" marT="39090" marB="39090" anchor="ctr"/>
                </a:tc>
                <a:tc>
                  <a:txBody>
                    <a:bodyPr/>
                    <a:lstStyle/>
                    <a:p>
                      <a:r>
                        <a:rPr lang="en-IN" sz="1500"/>
                        <a:t>Year (2 digits)</a:t>
                      </a:r>
                    </a:p>
                  </a:txBody>
                  <a:tcPr marL="78178" marR="78178" marT="39090" marB="39090" anchor="ctr"/>
                </a:tc>
                <a:tc>
                  <a:txBody>
                    <a:bodyPr/>
                    <a:lstStyle/>
                    <a:p>
                      <a:r>
                        <a:rPr lang="en-IN" sz="1500"/>
                        <a:t>25</a:t>
                      </a:r>
                    </a:p>
                  </a:txBody>
                  <a:tcPr marL="78178" marR="78178" marT="39090" marB="39090" anchor="ctr"/>
                </a:tc>
                <a:extLst>
                  <a:ext uri="{0D108BD9-81ED-4DB2-BD59-A6C34878D82A}">
                    <a16:rowId xmlns:a16="http://schemas.microsoft.com/office/drawing/2014/main" val="3577372408"/>
                  </a:ext>
                </a:extLst>
              </a:tr>
              <a:tr h="344601">
                <a:tc>
                  <a:txBody>
                    <a:bodyPr/>
                    <a:lstStyle/>
                    <a:p>
                      <a:r>
                        <a:rPr lang="en-IN" sz="1500"/>
                        <a:t>%m</a:t>
                      </a:r>
                    </a:p>
                  </a:txBody>
                  <a:tcPr marL="78178" marR="78178" marT="39090" marB="39090" anchor="ctr"/>
                </a:tc>
                <a:tc>
                  <a:txBody>
                    <a:bodyPr/>
                    <a:lstStyle/>
                    <a:p>
                      <a:r>
                        <a:rPr lang="en-IN" sz="1500"/>
                        <a:t>Month (01–12)</a:t>
                      </a:r>
                    </a:p>
                  </a:txBody>
                  <a:tcPr marL="78178" marR="78178" marT="39090" marB="39090" anchor="ctr"/>
                </a:tc>
                <a:tc>
                  <a:txBody>
                    <a:bodyPr/>
                    <a:lstStyle/>
                    <a:p>
                      <a:r>
                        <a:rPr lang="en-IN" sz="1500"/>
                        <a:t>06</a:t>
                      </a:r>
                    </a:p>
                  </a:txBody>
                  <a:tcPr marL="78178" marR="78178" marT="39090" marB="39090" anchor="ctr"/>
                </a:tc>
                <a:extLst>
                  <a:ext uri="{0D108BD9-81ED-4DB2-BD59-A6C34878D82A}">
                    <a16:rowId xmlns:a16="http://schemas.microsoft.com/office/drawing/2014/main" val="1810683381"/>
                  </a:ext>
                </a:extLst>
              </a:tr>
              <a:tr h="344601">
                <a:tc>
                  <a:txBody>
                    <a:bodyPr/>
                    <a:lstStyle/>
                    <a:p>
                      <a:r>
                        <a:rPr lang="en-IN" sz="1500"/>
                        <a:t>%B</a:t>
                      </a:r>
                    </a:p>
                  </a:txBody>
                  <a:tcPr marL="78178" marR="78178" marT="39090" marB="39090" anchor="ctr"/>
                </a:tc>
                <a:tc>
                  <a:txBody>
                    <a:bodyPr/>
                    <a:lstStyle/>
                    <a:p>
                      <a:r>
                        <a:rPr lang="en-IN" sz="1500"/>
                        <a:t>Full month name</a:t>
                      </a:r>
                    </a:p>
                  </a:txBody>
                  <a:tcPr marL="78178" marR="78178" marT="39090" marB="39090" anchor="ctr"/>
                </a:tc>
                <a:tc>
                  <a:txBody>
                    <a:bodyPr/>
                    <a:lstStyle/>
                    <a:p>
                      <a:r>
                        <a:rPr lang="en-IN" sz="1500"/>
                        <a:t>June</a:t>
                      </a:r>
                    </a:p>
                  </a:txBody>
                  <a:tcPr marL="78178" marR="78178" marT="39090" marB="39090" anchor="ctr"/>
                </a:tc>
                <a:extLst>
                  <a:ext uri="{0D108BD9-81ED-4DB2-BD59-A6C34878D82A}">
                    <a16:rowId xmlns:a16="http://schemas.microsoft.com/office/drawing/2014/main" val="1910850746"/>
                  </a:ext>
                </a:extLst>
              </a:tr>
              <a:tr h="344601">
                <a:tc>
                  <a:txBody>
                    <a:bodyPr/>
                    <a:lstStyle/>
                    <a:p>
                      <a:r>
                        <a:rPr lang="en-IN" sz="1500"/>
                        <a:t>%b</a:t>
                      </a:r>
                    </a:p>
                  </a:txBody>
                  <a:tcPr marL="78178" marR="78178" marT="39090" marB="39090" anchor="ctr"/>
                </a:tc>
                <a:tc>
                  <a:txBody>
                    <a:bodyPr/>
                    <a:lstStyle/>
                    <a:p>
                      <a:r>
                        <a:rPr lang="en-IN" sz="1500"/>
                        <a:t>Abbreviated month name</a:t>
                      </a:r>
                    </a:p>
                  </a:txBody>
                  <a:tcPr marL="78178" marR="78178" marT="39090" marB="39090" anchor="ctr"/>
                </a:tc>
                <a:tc>
                  <a:txBody>
                    <a:bodyPr/>
                    <a:lstStyle/>
                    <a:p>
                      <a:r>
                        <a:rPr lang="en-IN" sz="1500"/>
                        <a:t>Jun</a:t>
                      </a:r>
                    </a:p>
                  </a:txBody>
                  <a:tcPr marL="78178" marR="78178" marT="39090" marB="39090" anchor="ctr"/>
                </a:tc>
                <a:extLst>
                  <a:ext uri="{0D108BD9-81ED-4DB2-BD59-A6C34878D82A}">
                    <a16:rowId xmlns:a16="http://schemas.microsoft.com/office/drawing/2014/main" val="363852986"/>
                  </a:ext>
                </a:extLst>
              </a:tr>
              <a:tr h="344601">
                <a:tc>
                  <a:txBody>
                    <a:bodyPr/>
                    <a:lstStyle/>
                    <a:p>
                      <a:r>
                        <a:rPr lang="en-IN" sz="1500"/>
                        <a:t>%d</a:t>
                      </a:r>
                    </a:p>
                  </a:txBody>
                  <a:tcPr marL="78178" marR="78178" marT="39090" marB="39090" anchor="ctr"/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Day of the month (01–31)</a:t>
                      </a:r>
                    </a:p>
                  </a:txBody>
                  <a:tcPr marL="78178" marR="78178" marT="39090" marB="39090" anchor="ctr"/>
                </a:tc>
                <a:tc>
                  <a:txBody>
                    <a:bodyPr/>
                    <a:lstStyle/>
                    <a:p>
                      <a:r>
                        <a:rPr lang="en-IN" sz="1500"/>
                        <a:t>28</a:t>
                      </a:r>
                    </a:p>
                  </a:txBody>
                  <a:tcPr marL="78178" marR="78178" marT="39090" marB="39090" anchor="ctr"/>
                </a:tc>
                <a:extLst>
                  <a:ext uri="{0D108BD9-81ED-4DB2-BD59-A6C34878D82A}">
                    <a16:rowId xmlns:a16="http://schemas.microsoft.com/office/drawing/2014/main" val="265492838"/>
                  </a:ext>
                </a:extLst>
              </a:tr>
              <a:tr h="344601">
                <a:tc>
                  <a:txBody>
                    <a:bodyPr/>
                    <a:lstStyle/>
                    <a:p>
                      <a:r>
                        <a:rPr lang="en-IN" sz="1500"/>
                        <a:t>%H</a:t>
                      </a:r>
                    </a:p>
                  </a:txBody>
                  <a:tcPr marL="78178" marR="78178" marT="39090" marB="39090" anchor="ctr"/>
                </a:tc>
                <a:tc>
                  <a:txBody>
                    <a:bodyPr/>
                    <a:lstStyle/>
                    <a:p>
                      <a:r>
                        <a:rPr lang="en-IN" sz="1500"/>
                        <a:t>Hour (00–23)</a:t>
                      </a:r>
                    </a:p>
                  </a:txBody>
                  <a:tcPr marL="78178" marR="78178" marT="39090" marB="39090" anchor="ctr"/>
                </a:tc>
                <a:tc>
                  <a:txBody>
                    <a:bodyPr/>
                    <a:lstStyle/>
                    <a:p>
                      <a:r>
                        <a:rPr lang="en-IN" sz="1500"/>
                        <a:t>15</a:t>
                      </a:r>
                    </a:p>
                  </a:txBody>
                  <a:tcPr marL="78178" marR="78178" marT="39090" marB="39090" anchor="ctr"/>
                </a:tc>
                <a:extLst>
                  <a:ext uri="{0D108BD9-81ED-4DB2-BD59-A6C34878D82A}">
                    <a16:rowId xmlns:a16="http://schemas.microsoft.com/office/drawing/2014/main" val="604385296"/>
                  </a:ext>
                </a:extLst>
              </a:tr>
              <a:tr h="344601">
                <a:tc>
                  <a:txBody>
                    <a:bodyPr/>
                    <a:lstStyle/>
                    <a:p>
                      <a:r>
                        <a:rPr lang="en-IN" sz="1500"/>
                        <a:t>%I</a:t>
                      </a:r>
                    </a:p>
                  </a:txBody>
                  <a:tcPr marL="78178" marR="78178" marT="39090" marB="39090" anchor="ctr"/>
                </a:tc>
                <a:tc>
                  <a:txBody>
                    <a:bodyPr/>
                    <a:lstStyle/>
                    <a:p>
                      <a:r>
                        <a:rPr lang="en-IN" sz="1500"/>
                        <a:t>Hour (01–12)</a:t>
                      </a:r>
                    </a:p>
                  </a:txBody>
                  <a:tcPr marL="78178" marR="78178" marT="39090" marB="39090" anchor="ctr"/>
                </a:tc>
                <a:tc>
                  <a:txBody>
                    <a:bodyPr/>
                    <a:lstStyle/>
                    <a:p>
                      <a:r>
                        <a:rPr lang="en-IN" sz="1500"/>
                        <a:t>03</a:t>
                      </a:r>
                    </a:p>
                  </a:txBody>
                  <a:tcPr marL="78178" marR="78178" marT="39090" marB="39090" anchor="ctr"/>
                </a:tc>
                <a:extLst>
                  <a:ext uri="{0D108BD9-81ED-4DB2-BD59-A6C34878D82A}">
                    <a16:rowId xmlns:a16="http://schemas.microsoft.com/office/drawing/2014/main" val="2381647140"/>
                  </a:ext>
                </a:extLst>
              </a:tr>
              <a:tr h="344601">
                <a:tc>
                  <a:txBody>
                    <a:bodyPr/>
                    <a:lstStyle/>
                    <a:p>
                      <a:r>
                        <a:rPr lang="en-IN" sz="1500"/>
                        <a:t>%p</a:t>
                      </a:r>
                    </a:p>
                  </a:txBody>
                  <a:tcPr marL="78178" marR="78178" marT="39090" marB="39090" anchor="ctr"/>
                </a:tc>
                <a:tc>
                  <a:txBody>
                    <a:bodyPr/>
                    <a:lstStyle/>
                    <a:p>
                      <a:r>
                        <a:rPr lang="en-IN" sz="1500"/>
                        <a:t>AM/PM</a:t>
                      </a:r>
                    </a:p>
                  </a:txBody>
                  <a:tcPr marL="78178" marR="78178" marT="39090" marB="39090" anchor="ctr"/>
                </a:tc>
                <a:tc>
                  <a:txBody>
                    <a:bodyPr/>
                    <a:lstStyle/>
                    <a:p>
                      <a:r>
                        <a:rPr lang="en-IN" sz="1500"/>
                        <a:t>PM</a:t>
                      </a:r>
                    </a:p>
                  </a:txBody>
                  <a:tcPr marL="78178" marR="78178" marT="39090" marB="39090" anchor="ctr"/>
                </a:tc>
                <a:extLst>
                  <a:ext uri="{0D108BD9-81ED-4DB2-BD59-A6C34878D82A}">
                    <a16:rowId xmlns:a16="http://schemas.microsoft.com/office/drawing/2014/main" val="2974751150"/>
                  </a:ext>
                </a:extLst>
              </a:tr>
              <a:tr h="344601">
                <a:tc>
                  <a:txBody>
                    <a:bodyPr/>
                    <a:lstStyle/>
                    <a:p>
                      <a:r>
                        <a:rPr lang="en-IN" sz="1500"/>
                        <a:t>%M</a:t>
                      </a:r>
                    </a:p>
                  </a:txBody>
                  <a:tcPr marL="78178" marR="78178" marT="39090" marB="39090" anchor="ctr"/>
                </a:tc>
                <a:tc>
                  <a:txBody>
                    <a:bodyPr/>
                    <a:lstStyle/>
                    <a:p>
                      <a:r>
                        <a:rPr lang="en-IN" sz="1500"/>
                        <a:t>Minute</a:t>
                      </a:r>
                    </a:p>
                  </a:txBody>
                  <a:tcPr marL="78178" marR="78178" marT="39090" marB="39090" anchor="ctr"/>
                </a:tc>
                <a:tc>
                  <a:txBody>
                    <a:bodyPr/>
                    <a:lstStyle/>
                    <a:p>
                      <a:r>
                        <a:rPr lang="en-IN" sz="1500"/>
                        <a:t>20</a:t>
                      </a:r>
                    </a:p>
                  </a:txBody>
                  <a:tcPr marL="78178" marR="78178" marT="39090" marB="39090" anchor="ctr"/>
                </a:tc>
                <a:extLst>
                  <a:ext uri="{0D108BD9-81ED-4DB2-BD59-A6C34878D82A}">
                    <a16:rowId xmlns:a16="http://schemas.microsoft.com/office/drawing/2014/main" val="4101569853"/>
                  </a:ext>
                </a:extLst>
              </a:tr>
              <a:tr h="344601">
                <a:tc>
                  <a:txBody>
                    <a:bodyPr/>
                    <a:lstStyle/>
                    <a:p>
                      <a:r>
                        <a:rPr lang="en-IN" sz="1500"/>
                        <a:t>%S</a:t>
                      </a:r>
                    </a:p>
                  </a:txBody>
                  <a:tcPr marL="78178" marR="78178" marT="39090" marB="39090" anchor="ctr"/>
                </a:tc>
                <a:tc>
                  <a:txBody>
                    <a:bodyPr/>
                    <a:lstStyle/>
                    <a:p>
                      <a:r>
                        <a:rPr lang="en-IN" sz="1500"/>
                        <a:t>Second</a:t>
                      </a:r>
                    </a:p>
                  </a:txBody>
                  <a:tcPr marL="78178" marR="78178" marT="39090" marB="39090" anchor="ctr"/>
                </a:tc>
                <a:tc>
                  <a:txBody>
                    <a:bodyPr/>
                    <a:lstStyle/>
                    <a:p>
                      <a:r>
                        <a:rPr lang="en-IN" sz="1500"/>
                        <a:t>12</a:t>
                      </a:r>
                    </a:p>
                  </a:txBody>
                  <a:tcPr marL="78178" marR="78178" marT="39090" marB="39090" anchor="ctr"/>
                </a:tc>
                <a:extLst>
                  <a:ext uri="{0D108BD9-81ED-4DB2-BD59-A6C34878D82A}">
                    <a16:rowId xmlns:a16="http://schemas.microsoft.com/office/drawing/2014/main" val="374517391"/>
                  </a:ext>
                </a:extLst>
              </a:tr>
              <a:tr h="344601">
                <a:tc>
                  <a:txBody>
                    <a:bodyPr/>
                    <a:lstStyle/>
                    <a:p>
                      <a:r>
                        <a:rPr lang="en-IN" sz="1500"/>
                        <a:t>%A</a:t>
                      </a:r>
                    </a:p>
                  </a:txBody>
                  <a:tcPr marL="78178" marR="78178" marT="39090" marB="39090" anchor="ctr"/>
                </a:tc>
                <a:tc>
                  <a:txBody>
                    <a:bodyPr/>
                    <a:lstStyle/>
                    <a:p>
                      <a:r>
                        <a:rPr lang="en-IN" sz="1500"/>
                        <a:t>Full weekday name</a:t>
                      </a:r>
                    </a:p>
                  </a:txBody>
                  <a:tcPr marL="78178" marR="78178" marT="39090" marB="39090" anchor="ctr"/>
                </a:tc>
                <a:tc>
                  <a:txBody>
                    <a:bodyPr/>
                    <a:lstStyle/>
                    <a:p>
                      <a:r>
                        <a:rPr lang="en-IN" sz="1500"/>
                        <a:t>Saturday</a:t>
                      </a:r>
                    </a:p>
                  </a:txBody>
                  <a:tcPr marL="78178" marR="78178" marT="39090" marB="39090" anchor="ctr"/>
                </a:tc>
                <a:extLst>
                  <a:ext uri="{0D108BD9-81ED-4DB2-BD59-A6C34878D82A}">
                    <a16:rowId xmlns:a16="http://schemas.microsoft.com/office/drawing/2014/main" val="3463898893"/>
                  </a:ext>
                </a:extLst>
              </a:tr>
              <a:tr h="344601">
                <a:tc>
                  <a:txBody>
                    <a:bodyPr/>
                    <a:lstStyle/>
                    <a:p>
                      <a:r>
                        <a:rPr lang="en-IN" sz="1500"/>
                        <a:t>%a</a:t>
                      </a:r>
                    </a:p>
                  </a:txBody>
                  <a:tcPr marL="78178" marR="78178" marT="39090" marB="39090" anchor="ctr"/>
                </a:tc>
                <a:tc>
                  <a:txBody>
                    <a:bodyPr/>
                    <a:lstStyle/>
                    <a:p>
                      <a:r>
                        <a:rPr lang="en-IN" sz="1500"/>
                        <a:t>Abbreviated weekday name</a:t>
                      </a:r>
                    </a:p>
                  </a:txBody>
                  <a:tcPr marL="78178" marR="78178" marT="39090" marB="39090" anchor="ctr"/>
                </a:tc>
                <a:tc>
                  <a:txBody>
                    <a:bodyPr/>
                    <a:lstStyle/>
                    <a:p>
                      <a:r>
                        <a:rPr lang="en-IN" sz="1500"/>
                        <a:t>Sat</a:t>
                      </a:r>
                    </a:p>
                  </a:txBody>
                  <a:tcPr marL="78178" marR="78178" marT="39090" marB="39090" anchor="ctr"/>
                </a:tc>
                <a:extLst>
                  <a:ext uri="{0D108BD9-81ED-4DB2-BD59-A6C34878D82A}">
                    <a16:rowId xmlns:a16="http://schemas.microsoft.com/office/drawing/2014/main" val="94889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90270250"/>
      </p:ext>
    </p:extLst>
  </p:cSld>
  <p:clrMapOvr>
    <a:masterClrMapping/>
  </p:clrMapOvr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7A7D82-4F83-7A3C-7A61-F3386EC11B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34D6408-1AFE-5427-8206-561EBDA8B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en-US" dirty="0"/>
              <a:t>Custom Date Formats with </a:t>
            </a:r>
            <a:r>
              <a:rPr lang="en-US" dirty="0" err="1"/>
              <a:t>os.date</a:t>
            </a:r>
            <a:r>
              <a:rPr lang="en-US" dirty="0"/>
              <a:t>(format)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50F2AB-3E8D-6D0C-DB80-5E15E688ECD5}"/>
              </a:ext>
            </a:extLst>
          </p:cNvPr>
          <p:cNvSpPr txBox="1"/>
          <p:nvPr/>
        </p:nvSpPr>
        <p:spPr>
          <a:xfrm>
            <a:off x="762000" y="1994168"/>
            <a:ext cx="7315200" cy="193899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2400" dirty="0"/>
              <a:t>print(</a:t>
            </a:r>
            <a:r>
              <a:rPr lang="en-IN" sz="2400" dirty="0" err="1"/>
              <a:t>os.date</a:t>
            </a:r>
            <a:r>
              <a:rPr lang="en-IN" sz="2400" dirty="0"/>
              <a:t>("%Y-%m-%d"))        --&gt; 2025-06-28</a:t>
            </a:r>
          </a:p>
          <a:p>
            <a:r>
              <a:rPr lang="en-IN" sz="2400" dirty="0"/>
              <a:t>print(</a:t>
            </a:r>
            <a:r>
              <a:rPr lang="en-IN" sz="2400" dirty="0" err="1"/>
              <a:t>os.date</a:t>
            </a:r>
            <a:r>
              <a:rPr lang="en-IN" sz="2400" dirty="0"/>
              <a:t>("%d/%m/%Y"))        --&gt; 28/06/2025</a:t>
            </a:r>
          </a:p>
          <a:p>
            <a:r>
              <a:rPr lang="en-IN" sz="2400" dirty="0"/>
              <a:t>print(</a:t>
            </a:r>
            <a:r>
              <a:rPr lang="en-IN" sz="2400" dirty="0" err="1"/>
              <a:t>os.date</a:t>
            </a:r>
            <a:r>
              <a:rPr lang="en-IN" sz="2400" dirty="0"/>
              <a:t>("%I:%M %p"))        --&gt; 03:20 PM</a:t>
            </a:r>
          </a:p>
          <a:p>
            <a:r>
              <a:rPr lang="en-IN" sz="2400" dirty="0"/>
              <a:t>print(</a:t>
            </a:r>
            <a:r>
              <a:rPr lang="en-IN" sz="2400" dirty="0" err="1"/>
              <a:t>os.date</a:t>
            </a:r>
            <a:r>
              <a:rPr lang="en-IN" sz="2400" dirty="0"/>
              <a:t>("%A, %B %d, %Y"))   --&gt; Saturday, June 28, 2025</a:t>
            </a:r>
          </a:p>
        </p:txBody>
      </p:sp>
    </p:spTree>
    <p:extLst>
      <p:ext uri="{BB962C8B-B14F-4D97-AF65-F5344CB8AC3E}">
        <p14:creationId xmlns:p14="http://schemas.microsoft.com/office/powerpoint/2010/main" val="2204541206"/>
      </p:ext>
    </p:extLst>
  </p:cSld>
  <p:clrMapOvr>
    <a:masterClrMapping/>
  </p:clrMapOvr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697B13-E848-8C77-DA28-FCD109EE67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Convert Table → String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C13439-0E63-5B34-2EA1-D62D669FF9C6}"/>
              </a:ext>
            </a:extLst>
          </p:cNvPr>
          <p:cNvSpPr txBox="1"/>
          <p:nvPr/>
        </p:nvSpPr>
        <p:spPr>
          <a:xfrm>
            <a:off x="1524000" y="1859339"/>
            <a:ext cx="4648200" cy="3139321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/>
              <a:t>local dt = {</a:t>
            </a:r>
          </a:p>
          <a:p>
            <a:r>
              <a:rPr lang="en-US" b="1" dirty="0"/>
              <a:t>  year = 2025,</a:t>
            </a:r>
          </a:p>
          <a:p>
            <a:r>
              <a:rPr lang="en-US" b="1" dirty="0"/>
              <a:t>  month = 12,</a:t>
            </a:r>
          </a:p>
          <a:p>
            <a:r>
              <a:rPr lang="en-US" b="1" dirty="0"/>
              <a:t>  day = 25,</a:t>
            </a:r>
          </a:p>
          <a:p>
            <a:r>
              <a:rPr lang="en-US" b="1" dirty="0"/>
              <a:t>  hour = 10,</a:t>
            </a:r>
          </a:p>
          <a:p>
            <a:r>
              <a:rPr lang="en-US" b="1" dirty="0"/>
              <a:t>  min = 30,</a:t>
            </a:r>
          </a:p>
          <a:p>
            <a:r>
              <a:rPr lang="en-US" b="1" dirty="0"/>
              <a:t>  sec = 0</a:t>
            </a:r>
          </a:p>
          <a:p>
            <a:r>
              <a:rPr lang="en-US" b="1" dirty="0"/>
              <a:t>}</a:t>
            </a:r>
          </a:p>
          <a:p>
            <a:r>
              <a:rPr lang="en-US" b="1" dirty="0"/>
              <a:t>print(</a:t>
            </a:r>
            <a:r>
              <a:rPr lang="en-US" b="1" dirty="0" err="1"/>
              <a:t>os.date</a:t>
            </a:r>
            <a:r>
              <a:rPr lang="en-US" b="1" dirty="0"/>
              <a:t>("%Y-%m-%d %H:%M:%S", </a:t>
            </a:r>
            <a:r>
              <a:rPr lang="en-US" b="1" dirty="0" err="1"/>
              <a:t>os.time</a:t>
            </a:r>
            <a:r>
              <a:rPr lang="en-US" b="1" dirty="0"/>
              <a:t>(dt)))</a:t>
            </a:r>
          </a:p>
          <a:p>
            <a:r>
              <a:rPr lang="en-US" b="1" dirty="0"/>
              <a:t>-- Output: 2025-12-25 10:30:00</a:t>
            </a:r>
          </a:p>
        </p:txBody>
      </p:sp>
    </p:spTree>
    <p:extLst>
      <p:ext uri="{BB962C8B-B14F-4D97-AF65-F5344CB8AC3E}">
        <p14:creationId xmlns:p14="http://schemas.microsoft.com/office/powerpoint/2010/main" val="602631298"/>
      </p:ext>
    </p:extLst>
  </p:cSld>
  <p:clrMapOvr>
    <a:masterClrMapping/>
  </p:clrMapOvr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E71AC2-CA38-F29D-96E8-71EA0D551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11B85-EEA1-92AE-06C0-1521D3EBAA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Convert String → Table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E5A546-C002-B19B-557F-4EE0EB313B61}"/>
              </a:ext>
            </a:extLst>
          </p:cNvPr>
          <p:cNvSpPr txBox="1"/>
          <p:nvPr/>
        </p:nvSpPr>
        <p:spPr>
          <a:xfrm>
            <a:off x="1371600" y="2438400"/>
            <a:ext cx="3886200" cy="120032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b="1" dirty="0"/>
              <a:t>local t = </a:t>
            </a:r>
            <a:r>
              <a:rPr lang="en-IN" b="1" dirty="0" err="1"/>
              <a:t>os.date</a:t>
            </a:r>
            <a:r>
              <a:rPr lang="en-IN" b="1" dirty="0"/>
              <a:t>("*t")</a:t>
            </a:r>
          </a:p>
          <a:p>
            <a:r>
              <a:rPr lang="en-IN" b="1" dirty="0"/>
              <a:t>for k, v in pairs(t) do</a:t>
            </a:r>
          </a:p>
          <a:p>
            <a:r>
              <a:rPr lang="en-IN" b="1" dirty="0"/>
              <a:t>  print(k, v)</a:t>
            </a:r>
          </a:p>
          <a:p>
            <a:r>
              <a:rPr lang="en-IN" b="1" dirty="0"/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3157660809"/>
      </p:ext>
    </p:extLst>
  </p:cSld>
  <p:clrMapOvr>
    <a:masterClrMapping/>
  </p:clrMapOvr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9F5CF8-0664-8D5D-2088-C5D3FC42C647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locale: string like "</a:t>
            </a:r>
            <a:r>
              <a:rPr lang="en-US" dirty="0" err="1"/>
              <a:t>en_US</a:t>
            </a:r>
            <a:r>
              <a:rPr lang="en-US" dirty="0"/>
              <a:t>", "fr_FR.UTF-8", "C", or """ (empty for default)</a:t>
            </a:r>
          </a:p>
          <a:p>
            <a:r>
              <a:rPr lang="en-US" dirty="0"/>
              <a:t>category: optional, one of:</a:t>
            </a:r>
          </a:p>
          <a:p>
            <a:pPr lvl="1"/>
            <a:r>
              <a:rPr lang="en-US" dirty="0"/>
              <a:t>"all" (default)“</a:t>
            </a:r>
          </a:p>
          <a:p>
            <a:pPr lvl="1"/>
            <a:r>
              <a:rPr lang="en-US" dirty="0"/>
              <a:t>collate" (sorting)</a:t>
            </a:r>
          </a:p>
          <a:p>
            <a:pPr lvl="1"/>
            <a:r>
              <a:rPr lang="en-US" dirty="0"/>
              <a:t>"</a:t>
            </a:r>
            <a:r>
              <a:rPr lang="en-US" dirty="0" err="1"/>
              <a:t>ctype</a:t>
            </a:r>
            <a:r>
              <a:rPr lang="en-US" dirty="0"/>
              <a:t>" (char types like upper/lower)</a:t>
            </a:r>
          </a:p>
          <a:p>
            <a:pPr lvl="1"/>
            <a:r>
              <a:rPr lang="en-US" dirty="0"/>
              <a:t>"monetary" (currency)</a:t>
            </a:r>
          </a:p>
          <a:p>
            <a:pPr lvl="1"/>
            <a:r>
              <a:rPr lang="en-US" dirty="0"/>
              <a:t>"numeric" (decimal separator, etc.)</a:t>
            </a:r>
          </a:p>
          <a:p>
            <a:pPr lvl="1"/>
            <a:r>
              <a:rPr lang="en-US" dirty="0"/>
              <a:t>"time" (date/time formatting)</a:t>
            </a:r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A0D909-876F-C20A-E4F2-DD158A72D0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os.setlocale</a:t>
            </a:r>
            <a:r>
              <a:rPr lang="en-IN" dirty="0"/>
              <a:t>(locale, category) — Overview</a:t>
            </a:r>
          </a:p>
        </p:txBody>
      </p:sp>
    </p:spTree>
    <p:extLst>
      <p:ext uri="{BB962C8B-B14F-4D97-AF65-F5344CB8AC3E}">
        <p14:creationId xmlns:p14="http://schemas.microsoft.com/office/powerpoint/2010/main" val="3181976536"/>
      </p:ext>
    </p:extLst>
  </p:cSld>
  <p:clrMapOvr>
    <a:masterClrMapping/>
  </p:clrMapOvr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A3A570-AC53-35E9-71BF-6DE3849CB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D5E12-1427-0ED9-F056-5C5B37E89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os.setlocale</a:t>
            </a:r>
            <a:r>
              <a:rPr lang="en-IN" dirty="0"/>
              <a:t>(locale, category) — Overview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0E61B72-199E-015E-A29B-22638C7794EE}"/>
              </a:ext>
            </a:extLst>
          </p:cNvPr>
          <p:cNvSpPr txBox="1"/>
          <p:nvPr/>
        </p:nvSpPr>
        <p:spPr>
          <a:xfrm>
            <a:off x="461035" y="1676400"/>
            <a:ext cx="8205261" cy="388734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dirty="0"/>
              <a:t>print("Before:", </a:t>
            </a:r>
            <a:r>
              <a:rPr lang="en-IN" dirty="0" err="1"/>
              <a:t>os.date</a:t>
            </a:r>
            <a:r>
              <a:rPr lang="en-IN" dirty="0"/>
              <a:t>("%A, %B %d, %Y"))</a:t>
            </a:r>
          </a:p>
          <a:p>
            <a:br>
              <a:rPr lang="en-IN" dirty="0"/>
            </a:br>
            <a:r>
              <a:rPr lang="en-IN" dirty="0"/>
              <a:t>local ok = </a:t>
            </a:r>
            <a:r>
              <a:rPr lang="en-IN" dirty="0" err="1"/>
              <a:t>os.setlocale</a:t>
            </a:r>
            <a:r>
              <a:rPr lang="en-IN" dirty="0"/>
              <a:t>("</a:t>
            </a:r>
            <a:r>
              <a:rPr lang="en-IN" dirty="0" err="1"/>
              <a:t>French_France</a:t>
            </a:r>
            <a:r>
              <a:rPr lang="en-IN" dirty="0"/>
              <a:t>", "time")  -- Try Windows-style first</a:t>
            </a:r>
          </a:p>
          <a:p>
            <a:br>
              <a:rPr lang="en-IN" dirty="0"/>
            </a:br>
            <a:r>
              <a:rPr lang="en-IN" dirty="0"/>
              <a:t>if not ok then</a:t>
            </a:r>
          </a:p>
          <a:p>
            <a:r>
              <a:rPr lang="en-IN" dirty="0"/>
              <a:t>  ok = </a:t>
            </a:r>
            <a:r>
              <a:rPr lang="en-IN" dirty="0" err="1"/>
              <a:t>os.setlocale</a:t>
            </a:r>
            <a:r>
              <a:rPr lang="en-IN" dirty="0"/>
              <a:t>("fr_FR.utf8", "time")         -- Try Linux/macOS style</a:t>
            </a:r>
          </a:p>
          <a:p>
            <a:r>
              <a:rPr lang="en-IN" dirty="0"/>
              <a:t>end</a:t>
            </a:r>
          </a:p>
          <a:p>
            <a:br>
              <a:rPr lang="en-IN" dirty="0"/>
            </a:br>
            <a:r>
              <a:rPr lang="en-IN" dirty="0"/>
              <a:t>if ok then</a:t>
            </a:r>
          </a:p>
          <a:p>
            <a:r>
              <a:rPr lang="en-IN" dirty="0"/>
              <a:t>  print("After (locale applied):", </a:t>
            </a:r>
            <a:r>
              <a:rPr lang="en-IN" dirty="0" err="1"/>
              <a:t>os.date</a:t>
            </a:r>
            <a:r>
              <a:rPr lang="en-IN" dirty="0"/>
              <a:t>("%A, %B %d, %Y"))</a:t>
            </a:r>
          </a:p>
          <a:p>
            <a:r>
              <a:rPr lang="en-IN" dirty="0"/>
              <a:t>else</a:t>
            </a:r>
          </a:p>
          <a:p>
            <a:r>
              <a:rPr lang="en-IN" dirty="0"/>
              <a:t>  print("Locale not supported on this system")</a:t>
            </a:r>
          </a:p>
          <a:p>
            <a:r>
              <a:rPr lang="en-IN" dirty="0"/>
              <a:t>end</a:t>
            </a:r>
          </a:p>
          <a:p>
            <a:pPr>
              <a:lnSpc>
                <a:spcPts val="1425"/>
              </a:lnSpc>
              <a:buNone/>
            </a:pPr>
            <a:endParaRPr lang="en-US" b="0" dirty="0"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0464528"/>
      </p:ext>
    </p:extLst>
  </p:cSld>
  <p:clrMapOvr>
    <a:masterClrMapping/>
  </p:clrMapOvr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36E5822-7311-B523-E858-52FC0DDC9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 GCC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18D633-F3C1-A001-0138-E54A3C4AE2C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4999" b="33333"/>
          <a:stretch>
            <a:fillRect/>
          </a:stretch>
        </p:blipFill>
        <p:spPr>
          <a:xfrm>
            <a:off x="533400" y="1219200"/>
            <a:ext cx="8132896" cy="54102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4539BB19-EBDB-8954-6482-5DFBC7F55279}"/>
                  </a:ext>
                </a:extLst>
              </p14:cNvPr>
              <p14:cNvContentPartPr/>
              <p14:nvPr/>
            </p14:nvContentPartPr>
            <p14:xfrm>
              <a:off x="2232644" y="2155642"/>
              <a:ext cx="1935360" cy="1008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4539BB19-EBDB-8954-6482-5DFBC7F5527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226524" y="2149522"/>
                <a:ext cx="1947600" cy="22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75629549"/>
      </p:ext>
    </p:extLst>
  </p:cSld>
  <p:clrMapOvr>
    <a:masterClrMapping/>
  </p:clrMapOvr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0E30C4A-10F2-93E9-E4E9-9D8F9254E06D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IN" dirty="0">
                <a:hlinkClick r:id="rId2"/>
              </a:rPr>
              <a:t>https://luabinaries.sourceforge.net/download.html</a:t>
            </a:r>
            <a:endParaRPr lang="en-IN" dirty="0"/>
          </a:p>
          <a:p>
            <a:r>
              <a:rPr lang="en-IN" dirty="0"/>
              <a:t>https://sourceforge.net/projects/luabinaries/files/5.4.2/Windows%20Libraries/Dynamic/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A2F50ED-06E5-F1DB-784D-D460C46A0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Lua Source and Binaries</a:t>
            </a:r>
          </a:p>
        </p:txBody>
      </p:sp>
    </p:spTree>
    <p:extLst>
      <p:ext uri="{BB962C8B-B14F-4D97-AF65-F5344CB8AC3E}">
        <p14:creationId xmlns:p14="http://schemas.microsoft.com/office/powerpoint/2010/main" val="1723168925"/>
      </p:ext>
    </p:extLst>
  </p:cSld>
  <p:clrMapOvr>
    <a:masterClrMapping/>
  </p:clrMapOvr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EA7366-BFF0-874D-BCCA-49193E262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775788B-C6BC-BB72-41C1-7EF51D4B9A2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57201" y="1381125"/>
            <a:ext cx="8228012" cy="1438275"/>
          </a:xfrm>
        </p:spPr>
        <p:txBody>
          <a:bodyPr/>
          <a:lstStyle/>
          <a:p>
            <a:r>
              <a:rPr lang="en-IN" dirty="0" err="1"/>
              <a:t>gcc</a:t>
            </a:r>
            <a:r>
              <a:rPr lang="en-IN" dirty="0"/>
              <a:t> -shared -o mylib.dll </a:t>
            </a:r>
            <a:r>
              <a:rPr lang="en-IN" dirty="0" err="1"/>
              <a:t>mylib.c</a:t>
            </a:r>
            <a:r>
              <a:rPr lang="en-IN" dirty="0"/>
              <a:t> -I"D:\software\lua-5.4.2_Sources\lua54\include" -L"D:\software\lua-5.4.2_Win64_dll17_lib" -llua54</a:t>
            </a:r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475885C-1FAC-F169-AD1F-02BE1848F0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Call C code from Lua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24F0277-EEA4-F469-22C1-1BE84BA1D1B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666" t="42000" r="12501" b="47333"/>
          <a:stretch>
            <a:fillRect/>
          </a:stretch>
        </p:blipFill>
        <p:spPr>
          <a:xfrm>
            <a:off x="457201" y="3416166"/>
            <a:ext cx="8343891" cy="914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438103"/>
      </p:ext>
    </p:extLst>
  </p:cSld>
  <p:clrMapOvr>
    <a:masterClrMapping/>
  </p:clrMapOvr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6D84E2-90F6-E378-9B6B-9BA208B6A8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94430C9-EB54-9858-6822-CE41A6EC3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Call C </a:t>
            </a:r>
            <a:r>
              <a:rPr lang="en-US" dirty="0" err="1"/>
              <a:t>dll</a:t>
            </a:r>
            <a:r>
              <a:rPr lang="en-US" dirty="0"/>
              <a:t> from Lua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1D54590-ABD9-0FE5-4190-3A7A3799C48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000" r="12500" b="78000"/>
          <a:stretch>
            <a:fillRect/>
          </a:stretch>
        </p:blipFill>
        <p:spPr>
          <a:xfrm>
            <a:off x="685800" y="1789497"/>
            <a:ext cx="7620000" cy="16764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AE329E8-06AD-BCA8-04BC-8BD4CCDE5F1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000" t="43333" r="40000" b="34765"/>
          <a:stretch>
            <a:fillRect/>
          </a:stretch>
        </p:blipFill>
        <p:spPr>
          <a:xfrm>
            <a:off x="1219200" y="3733800"/>
            <a:ext cx="5791200" cy="220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6266776"/>
      </p:ext>
    </p:extLst>
  </p:cSld>
  <p:clrMapOvr>
    <a:masterClrMapping/>
  </p:clrMapOvr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3DC18E1-1877-32D1-C953-8A6CF98108B8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IN" dirty="0"/>
              <a:t>Declaring Local Variables</a:t>
            </a:r>
          </a:p>
          <a:p>
            <a:pPr lvl="1"/>
            <a:r>
              <a:rPr lang="en-IN" dirty="0"/>
              <a:t>local x = 10</a:t>
            </a:r>
          </a:p>
          <a:p>
            <a:pPr lvl="1"/>
            <a:r>
              <a:rPr lang="en-IN" dirty="0"/>
              <a:t>print(x)  --&gt; 10</a:t>
            </a:r>
          </a:p>
          <a:p>
            <a:r>
              <a:rPr lang="en-US" dirty="0"/>
              <a:t>local means x is only accessible in the block or function where it's declared.</a:t>
            </a:r>
          </a:p>
          <a:p>
            <a:r>
              <a:rPr lang="en-US" dirty="0"/>
              <a:t>If you omit local, the variable becomes global (bad practice).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A4BFC05-6A9D-7A69-3929-D5E4D6CB9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Variable Scope</a:t>
            </a:r>
          </a:p>
        </p:txBody>
      </p:sp>
    </p:spTree>
    <p:extLst>
      <p:ext uri="{BB962C8B-B14F-4D97-AF65-F5344CB8AC3E}">
        <p14:creationId xmlns:p14="http://schemas.microsoft.com/office/powerpoint/2010/main" val="2481925763"/>
      </p:ext>
    </p:extLst>
  </p:cSld>
  <p:clrMapOvr>
    <a:masterClrMapping/>
  </p:clrMapOvr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1A4114-6F36-C2A8-5A35-4BF46FF756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F27B741-A363-F1BA-009D-1182FC33F570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IN" dirty="0"/>
              <a:t>Using Blocks</a:t>
            </a:r>
          </a:p>
          <a:p>
            <a:r>
              <a:rPr lang="en-US" dirty="0"/>
              <a:t>A block is a chunk of code enclosed in do ... end, or an implicit block in control structures or functions.</a:t>
            </a:r>
          </a:p>
          <a:p>
            <a:r>
              <a:rPr lang="en-US" dirty="0"/>
              <a:t>do</a:t>
            </a:r>
          </a:p>
          <a:p>
            <a:r>
              <a:rPr lang="en-US" dirty="0"/>
              <a:t>    local a = 5</a:t>
            </a:r>
          </a:p>
          <a:p>
            <a:r>
              <a:rPr lang="en-US" dirty="0"/>
              <a:t>    print(a)  --&gt; 5</a:t>
            </a:r>
          </a:p>
          <a:p>
            <a:r>
              <a:rPr lang="en-US" dirty="0"/>
              <a:t>end</a:t>
            </a:r>
          </a:p>
          <a:p>
            <a:r>
              <a:rPr lang="en-US" dirty="0"/>
              <a:t>print(a)  --&gt; nil or error (a is local to the block)</a:t>
            </a:r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F340F6F-B53E-7CAC-0E10-2DB5033D1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Variable Scope</a:t>
            </a:r>
          </a:p>
        </p:txBody>
      </p:sp>
    </p:spTree>
    <p:extLst>
      <p:ext uri="{BB962C8B-B14F-4D97-AF65-F5344CB8AC3E}">
        <p14:creationId xmlns:p14="http://schemas.microsoft.com/office/powerpoint/2010/main" val="304087404"/>
      </p:ext>
    </p:extLst>
  </p:cSld>
  <p:clrMapOvr>
    <a:masterClrMapping/>
  </p:clrMapOvr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45A93C-2F37-ECB4-B2C5-3B4E0AA5BC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1ED27E9-5254-2B8C-4224-54EEFACFDB6A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Block Examples in Control Structures</a:t>
            </a:r>
          </a:p>
          <a:p>
            <a:r>
              <a:rPr lang="en-US" dirty="0"/>
              <a:t>if true then</a:t>
            </a:r>
          </a:p>
          <a:p>
            <a:r>
              <a:rPr lang="en-US" dirty="0"/>
              <a:t>    local msg = "Inside if"</a:t>
            </a:r>
          </a:p>
          <a:p>
            <a:r>
              <a:rPr lang="en-US" dirty="0"/>
              <a:t>    print(msg)</a:t>
            </a:r>
          </a:p>
          <a:p>
            <a:r>
              <a:rPr lang="en-US" dirty="0"/>
              <a:t>end</a:t>
            </a:r>
          </a:p>
          <a:p>
            <a:endParaRPr lang="en-US" dirty="0"/>
          </a:p>
          <a:p>
            <a:r>
              <a:rPr lang="en-US" dirty="0"/>
              <a:t>-- msg is not visible here</a:t>
            </a:r>
          </a:p>
          <a:p>
            <a:r>
              <a:rPr lang="en-US" dirty="0"/>
              <a:t>-- print(msg) --&gt; error</a:t>
            </a:r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5C424DC-FEE3-6EBB-A766-453BD31E9D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Variable Scope</a:t>
            </a:r>
          </a:p>
        </p:txBody>
      </p:sp>
    </p:spTree>
    <p:extLst>
      <p:ext uri="{BB962C8B-B14F-4D97-AF65-F5344CB8AC3E}">
        <p14:creationId xmlns:p14="http://schemas.microsoft.com/office/powerpoint/2010/main" val="1272311500"/>
      </p:ext>
    </p:extLst>
  </p:cSld>
  <p:clrMapOvr>
    <a:masterClrMapping/>
  </p:clrMapOvr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13190F-BA07-76CA-6EC5-24D7727EE6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955A239-29F3-A791-412D-DC6B538DAD57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IN" dirty="0"/>
              <a:t>Nested Locals (Shadowing)</a:t>
            </a:r>
          </a:p>
          <a:p>
            <a:r>
              <a:rPr lang="en-US" dirty="0"/>
              <a:t>local x = 1</a:t>
            </a:r>
          </a:p>
          <a:p>
            <a:r>
              <a:rPr lang="en-US" dirty="0"/>
              <a:t>do</a:t>
            </a:r>
          </a:p>
          <a:p>
            <a:r>
              <a:rPr lang="en-US" dirty="0"/>
              <a:t>    local x = 2  -- shadows outer x</a:t>
            </a:r>
          </a:p>
          <a:p>
            <a:r>
              <a:rPr lang="en-US" dirty="0"/>
              <a:t>    print(x)     --&gt; 2</a:t>
            </a:r>
          </a:p>
          <a:p>
            <a:r>
              <a:rPr lang="en-US" dirty="0"/>
              <a:t>end</a:t>
            </a:r>
          </a:p>
          <a:p>
            <a:r>
              <a:rPr lang="en-US" dirty="0"/>
              <a:t>print(x)         --&gt; 1</a:t>
            </a:r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337BAE8-6153-9568-14CE-428E6822B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Variable Scope</a:t>
            </a:r>
          </a:p>
        </p:txBody>
      </p:sp>
    </p:spTree>
    <p:extLst>
      <p:ext uri="{BB962C8B-B14F-4D97-AF65-F5344CB8AC3E}">
        <p14:creationId xmlns:p14="http://schemas.microsoft.com/office/powerpoint/2010/main" val="1202287790"/>
      </p:ext>
    </p:extLst>
  </p:cSld>
  <p:clrMapOvr>
    <a:masterClrMapping/>
  </p:clrMapOvr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196F2C-413D-0EC4-B651-D51FB06E88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9C597B9-372C-D046-30DE-97D2A18A53CD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IN" dirty="0"/>
              <a:t>Function-Level Scope</a:t>
            </a:r>
          </a:p>
          <a:p>
            <a:r>
              <a:rPr lang="en-US" dirty="0"/>
              <a:t>function add(a, b)</a:t>
            </a:r>
          </a:p>
          <a:p>
            <a:r>
              <a:rPr lang="en-US" dirty="0"/>
              <a:t>    local result = a + b</a:t>
            </a:r>
          </a:p>
          <a:p>
            <a:r>
              <a:rPr lang="en-US" dirty="0"/>
              <a:t>    return result</a:t>
            </a:r>
          </a:p>
          <a:p>
            <a:r>
              <a:rPr lang="en-US" dirty="0"/>
              <a:t>end</a:t>
            </a:r>
          </a:p>
          <a:p>
            <a:endParaRPr lang="en-US" dirty="0"/>
          </a:p>
          <a:p>
            <a:r>
              <a:rPr lang="en-US" dirty="0"/>
              <a:t>-- result is not visible outside</a:t>
            </a:r>
          </a:p>
          <a:p>
            <a:r>
              <a:rPr lang="en-US" dirty="0"/>
              <a:t>-- print(result) --&gt; error</a:t>
            </a:r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53B4CB3-E1FB-7155-39F0-67557AC6B9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Variable Scope</a:t>
            </a:r>
          </a:p>
        </p:txBody>
      </p:sp>
    </p:spTree>
    <p:extLst>
      <p:ext uri="{BB962C8B-B14F-4D97-AF65-F5344CB8AC3E}">
        <p14:creationId xmlns:p14="http://schemas.microsoft.com/office/powerpoint/2010/main" val="1734789707"/>
      </p:ext>
    </p:extLst>
  </p:cSld>
  <p:clrMapOvr>
    <a:masterClrMapping/>
  </p:clrMapOvr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725023E-7190-DA23-44A2-C239A378F1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035" y="170122"/>
            <a:ext cx="8205261" cy="785553"/>
          </a:xfrm>
        </p:spPr>
        <p:txBody>
          <a:bodyPr anchor="b">
            <a:normAutofit/>
          </a:bodyPr>
          <a:lstStyle/>
          <a:p>
            <a:r>
              <a:rPr lang="en-IN" dirty="0"/>
              <a:t>Summary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38D615E-B84B-63AD-7E02-FFB1CF1184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0502573"/>
              </p:ext>
            </p:extLst>
          </p:nvPr>
        </p:nvGraphicFramePr>
        <p:xfrm>
          <a:off x="457201" y="1862881"/>
          <a:ext cx="8228013" cy="3860904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3148781">
                  <a:extLst>
                    <a:ext uri="{9D8B030D-6E8A-4147-A177-3AD203B41FA5}">
                      <a16:colId xmlns:a16="http://schemas.microsoft.com/office/drawing/2014/main" val="3510612110"/>
                    </a:ext>
                  </a:extLst>
                </a:gridCol>
                <a:gridCol w="5079232">
                  <a:extLst>
                    <a:ext uri="{9D8B030D-6E8A-4147-A177-3AD203B41FA5}">
                      <a16:colId xmlns:a16="http://schemas.microsoft.com/office/drawing/2014/main" val="854113494"/>
                    </a:ext>
                  </a:extLst>
                </a:gridCol>
              </a:tblGrid>
              <a:tr h="679519">
                <a:tc>
                  <a:txBody>
                    <a:bodyPr/>
                    <a:lstStyle/>
                    <a:p>
                      <a:r>
                        <a:rPr lang="en-IN" sz="3000"/>
                        <a:t>Feature</a:t>
                      </a:r>
                    </a:p>
                  </a:txBody>
                  <a:tcPr marL="154436" marR="154436" marT="77218" marB="77218" anchor="ctr"/>
                </a:tc>
                <a:tc>
                  <a:txBody>
                    <a:bodyPr/>
                    <a:lstStyle/>
                    <a:p>
                      <a:r>
                        <a:rPr lang="en-IN" sz="3000"/>
                        <a:t>Behavior</a:t>
                      </a:r>
                    </a:p>
                  </a:txBody>
                  <a:tcPr marL="154436" marR="154436" marT="77218" marB="77218" anchor="ctr"/>
                </a:tc>
                <a:extLst>
                  <a:ext uri="{0D108BD9-81ED-4DB2-BD59-A6C34878D82A}">
                    <a16:rowId xmlns:a16="http://schemas.microsoft.com/office/drawing/2014/main" val="1863577910"/>
                  </a:ext>
                </a:extLst>
              </a:tr>
              <a:tr h="1142828">
                <a:tc>
                  <a:txBody>
                    <a:bodyPr/>
                    <a:lstStyle/>
                    <a:p>
                      <a:r>
                        <a:rPr lang="en-IN" sz="3000"/>
                        <a:t>local</a:t>
                      </a:r>
                    </a:p>
                  </a:txBody>
                  <a:tcPr marL="154436" marR="154436" marT="77218" marB="77218" anchor="ctr"/>
                </a:tc>
                <a:tc>
                  <a:txBody>
                    <a:bodyPr/>
                    <a:lstStyle/>
                    <a:p>
                      <a:r>
                        <a:rPr lang="en-US" sz="3000"/>
                        <a:t>Restricts variable scope to current block</a:t>
                      </a:r>
                    </a:p>
                  </a:txBody>
                  <a:tcPr marL="154436" marR="154436" marT="77218" marB="77218" anchor="ctr"/>
                </a:tc>
                <a:extLst>
                  <a:ext uri="{0D108BD9-81ED-4DB2-BD59-A6C34878D82A}">
                    <a16:rowId xmlns:a16="http://schemas.microsoft.com/office/drawing/2014/main" val="1878391620"/>
                  </a:ext>
                </a:extLst>
              </a:tr>
              <a:tr h="679519">
                <a:tc>
                  <a:txBody>
                    <a:bodyPr/>
                    <a:lstStyle/>
                    <a:p>
                      <a:r>
                        <a:rPr lang="en-IN" sz="3000"/>
                        <a:t>do ... end</a:t>
                      </a:r>
                    </a:p>
                  </a:txBody>
                  <a:tcPr marL="154436" marR="154436" marT="77218" marB="77218" anchor="ctr"/>
                </a:tc>
                <a:tc>
                  <a:txBody>
                    <a:bodyPr/>
                    <a:lstStyle/>
                    <a:p>
                      <a:r>
                        <a:rPr lang="en-IN" sz="3000"/>
                        <a:t>Creates a block</a:t>
                      </a:r>
                    </a:p>
                  </a:txBody>
                  <a:tcPr marL="154436" marR="154436" marT="77218" marB="77218" anchor="ctr"/>
                </a:tc>
                <a:extLst>
                  <a:ext uri="{0D108BD9-81ED-4DB2-BD59-A6C34878D82A}">
                    <a16:rowId xmlns:a16="http://schemas.microsoft.com/office/drawing/2014/main" val="3104906578"/>
                  </a:ext>
                </a:extLst>
              </a:tr>
              <a:tr h="679519">
                <a:tc>
                  <a:txBody>
                    <a:bodyPr/>
                    <a:lstStyle/>
                    <a:p>
                      <a:r>
                        <a:rPr lang="en-IN" sz="3000"/>
                        <a:t>Function scope</a:t>
                      </a:r>
                    </a:p>
                  </a:txBody>
                  <a:tcPr marL="154436" marR="154436" marT="77218" marB="77218" anchor="ctr"/>
                </a:tc>
                <a:tc>
                  <a:txBody>
                    <a:bodyPr/>
                    <a:lstStyle/>
                    <a:p>
                      <a:r>
                        <a:rPr lang="en-US" sz="3000"/>
                        <a:t>Has its own local space</a:t>
                      </a:r>
                    </a:p>
                  </a:txBody>
                  <a:tcPr marL="154436" marR="154436" marT="77218" marB="77218" anchor="ctr"/>
                </a:tc>
                <a:extLst>
                  <a:ext uri="{0D108BD9-81ED-4DB2-BD59-A6C34878D82A}">
                    <a16:rowId xmlns:a16="http://schemas.microsoft.com/office/drawing/2014/main" val="736960781"/>
                  </a:ext>
                </a:extLst>
              </a:tr>
              <a:tr h="679519">
                <a:tc>
                  <a:txBody>
                    <a:bodyPr/>
                    <a:lstStyle/>
                    <a:p>
                      <a:r>
                        <a:rPr lang="en-IN" sz="3000"/>
                        <a:t>Shadowing</a:t>
                      </a:r>
                    </a:p>
                  </a:txBody>
                  <a:tcPr marL="154436" marR="154436" marT="77218" marB="77218" anchor="ctr"/>
                </a:tc>
                <a:tc>
                  <a:txBody>
                    <a:bodyPr/>
                    <a:lstStyle/>
                    <a:p>
                      <a:r>
                        <a:rPr lang="en-US" sz="3000"/>
                        <a:t>Inner local hides outer one</a:t>
                      </a:r>
                    </a:p>
                  </a:txBody>
                  <a:tcPr marL="154436" marR="154436" marT="77218" marB="77218" anchor="ctr"/>
                </a:tc>
                <a:extLst>
                  <a:ext uri="{0D108BD9-81ED-4DB2-BD59-A6C34878D82A}">
                    <a16:rowId xmlns:a16="http://schemas.microsoft.com/office/drawing/2014/main" val="5018728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2426444"/>
      </p:ext>
    </p:extLst>
  </p:cSld>
  <p:clrMapOvr>
    <a:masterClrMapping/>
  </p:clrMapOvr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653BF2-CF55-C95F-3B86-3BA04D03A855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break exits the loop immediately, skipping the rest of the body and the next iteration.</a:t>
            </a:r>
          </a:p>
          <a:p>
            <a:r>
              <a:rPr lang="en-US" dirty="0"/>
              <a:t>for </a:t>
            </a:r>
            <a:r>
              <a:rPr lang="en-US" dirty="0" err="1"/>
              <a:t>i</a:t>
            </a:r>
            <a:r>
              <a:rPr lang="en-US" dirty="0"/>
              <a:t> = 1, 10 do</a:t>
            </a:r>
          </a:p>
          <a:p>
            <a:r>
              <a:rPr lang="en-US" dirty="0"/>
              <a:t>    if </a:t>
            </a:r>
            <a:r>
              <a:rPr lang="en-US" dirty="0" err="1"/>
              <a:t>i</a:t>
            </a:r>
            <a:r>
              <a:rPr lang="en-US" dirty="0"/>
              <a:t> == 5 then</a:t>
            </a:r>
          </a:p>
          <a:p>
            <a:r>
              <a:rPr lang="en-US" dirty="0"/>
              <a:t>        break</a:t>
            </a:r>
          </a:p>
          <a:p>
            <a:r>
              <a:rPr lang="en-US" dirty="0"/>
              <a:t>    end</a:t>
            </a:r>
          </a:p>
          <a:p>
            <a:r>
              <a:rPr lang="en-US" dirty="0"/>
              <a:t>    print(</a:t>
            </a:r>
            <a:r>
              <a:rPr lang="en-US" dirty="0" err="1"/>
              <a:t>i</a:t>
            </a:r>
            <a:r>
              <a:rPr lang="en-US" dirty="0"/>
              <a:t>)</a:t>
            </a:r>
          </a:p>
          <a:p>
            <a:r>
              <a:rPr lang="en-US" dirty="0"/>
              <a:t>end</a:t>
            </a:r>
          </a:p>
          <a:p>
            <a:r>
              <a:rPr lang="en-US" dirty="0"/>
              <a:t>-- Output: 1 2 3 4</a:t>
            </a:r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A7ACC6F-28FA-F966-902F-E2A246B2FA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break</a:t>
            </a:r>
          </a:p>
        </p:txBody>
      </p:sp>
    </p:spTree>
    <p:extLst>
      <p:ext uri="{BB962C8B-B14F-4D97-AF65-F5344CB8AC3E}">
        <p14:creationId xmlns:p14="http://schemas.microsoft.com/office/powerpoint/2010/main" val="3954619672"/>
      </p:ext>
    </p:extLst>
  </p:cSld>
  <p:clrMapOvr>
    <a:masterClrMapping/>
  </p:clrMapOvr>
</p:sld>
</file>

<file path=ppt/slides/slide2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362DE4C-C513-F45D-10F9-A7A37288F0BF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goto can jump forward or backward to a label inside the same block.</a:t>
            </a:r>
          </a:p>
          <a:p>
            <a:r>
              <a:rPr lang="en-US" dirty="0"/>
              <a:t>It cannot jump into the scope of a local variable declared after it (Lua prevents unsafe jumps).</a:t>
            </a:r>
          </a:p>
          <a:p>
            <a:r>
              <a:rPr lang="en-IN" dirty="0"/>
              <a:t>for </a:t>
            </a:r>
            <a:r>
              <a:rPr lang="en-IN" dirty="0" err="1"/>
              <a:t>i</a:t>
            </a:r>
            <a:r>
              <a:rPr lang="en-IN" dirty="0"/>
              <a:t> = 1, 5 do</a:t>
            </a:r>
          </a:p>
          <a:p>
            <a:r>
              <a:rPr lang="en-IN" dirty="0"/>
              <a:t>    if </a:t>
            </a:r>
            <a:r>
              <a:rPr lang="en-IN" dirty="0" err="1"/>
              <a:t>i</a:t>
            </a:r>
            <a:r>
              <a:rPr lang="en-IN" dirty="0"/>
              <a:t> == 3 then</a:t>
            </a:r>
          </a:p>
          <a:p>
            <a:r>
              <a:rPr lang="en-IN" dirty="0"/>
              <a:t>        </a:t>
            </a:r>
            <a:r>
              <a:rPr lang="en-IN" dirty="0" err="1"/>
              <a:t>goto</a:t>
            </a:r>
            <a:r>
              <a:rPr lang="en-IN" dirty="0"/>
              <a:t> skip</a:t>
            </a:r>
          </a:p>
          <a:p>
            <a:r>
              <a:rPr lang="en-IN" dirty="0"/>
              <a:t>    end</a:t>
            </a:r>
          </a:p>
          <a:p>
            <a:r>
              <a:rPr lang="en-IN" dirty="0"/>
              <a:t>    print(</a:t>
            </a:r>
            <a:r>
              <a:rPr lang="en-IN" dirty="0" err="1"/>
              <a:t>i</a:t>
            </a:r>
            <a:r>
              <a:rPr lang="en-IN" dirty="0"/>
              <a:t>)</a:t>
            </a:r>
          </a:p>
          <a:p>
            <a:r>
              <a:rPr lang="en-IN" dirty="0"/>
              <a:t>end</a:t>
            </a:r>
          </a:p>
          <a:p>
            <a:endParaRPr lang="en-IN" dirty="0"/>
          </a:p>
          <a:p>
            <a:r>
              <a:rPr lang="en-IN" dirty="0"/>
              <a:t>::skip::</a:t>
            </a:r>
          </a:p>
          <a:p>
            <a:r>
              <a:rPr lang="en-IN" dirty="0"/>
              <a:t>print("Loop skipped at </a:t>
            </a:r>
            <a:r>
              <a:rPr lang="en-IN" dirty="0" err="1"/>
              <a:t>i</a:t>
            </a:r>
            <a:r>
              <a:rPr lang="en-IN" dirty="0"/>
              <a:t> == 3")</a:t>
            </a:r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3C2693C-5EAC-DF6D-DB8C-6D396B9E2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goto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72424692"/>
      </p:ext>
    </p:extLst>
  </p:cSld>
  <p:clrMapOvr>
    <a:masterClrMapping/>
  </p:clrMapOvr>
</p:sld>
</file>

<file path=ppt/slides/slide2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24EBC98-729B-A562-5B2C-C492BF9F9E77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You cannot use goto to jump forward into a place where a local variable is declared — because that would skip the variable’s initialization, which can lead to unpredictable behavior.</a:t>
            </a:r>
          </a:p>
          <a:p>
            <a:r>
              <a:rPr lang="en-US" dirty="0"/>
              <a:t>goto </a:t>
            </a:r>
            <a:r>
              <a:rPr lang="en-US" dirty="0" err="1"/>
              <a:t>jump_here</a:t>
            </a:r>
            <a:r>
              <a:rPr lang="en-US" dirty="0"/>
              <a:t>      -- ERROR</a:t>
            </a:r>
          </a:p>
          <a:p>
            <a:endParaRPr lang="en-US" dirty="0"/>
          </a:p>
          <a:p>
            <a:r>
              <a:rPr lang="en-US" dirty="0"/>
              <a:t>local x = 10        -- this line is skipped!</a:t>
            </a:r>
          </a:p>
          <a:p>
            <a:endParaRPr lang="en-US" dirty="0"/>
          </a:p>
          <a:p>
            <a:r>
              <a:rPr lang="en-US" dirty="0"/>
              <a:t>::</a:t>
            </a:r>
            <a:r>
              <a:rPr lang="en-US" dirty="0" err="1"/>
              <a:t>jump_here</a:t>
            </a:r>
            <a:r>
              <a:rPr lang="en-US" dirty="0"/>
              <a:t>::</a:t>
            </a:r>
          </a:p>
          <a:p>
            <a:r>
              <a:rPr lang="en-US" dirty="0"/>
              <a:t>print(x)            -- illegal: x was never declared in this path</a:t>
            </a:r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CE40199-1E68-F169-F129-96F951504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Invalid </a:t>
            </a:r>
            <a:r>
              <a:rPr lang="en-IN" dirty="0" err="1"/>
              <a:t>goto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25387845"/>
      </p:ext>
    </p:extLst>
  </p:cSld>
  <p:clrMapOvr>
    <a:masterClrMapping/>
  </p:clrMapOvr>
</p:sld>
</file>

<file path=ppt/slides/slide2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CCA9761-EBF6-58FD-758A-EF8FB7CA858A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A function that captures the variables from its enclosing scope, forming a persistent environment.</a:t>
            </a:r>
          </a:p>
          <a:p>
            <a:r>
              <a:rPr lang="en-US" dirty="0"/>
              <a:t>Even if the outer function finishes execution, the inner function retains access to those variables.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8EF326D-CB32-7D1D-EACC-BB8074785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Closures</a:t>
            </a:r>
          </a:p>
        </p:txBody>
      </p:sp>
    </p:spTree>
    <p:extLst>
      <p:ext uri="{BB962C8B-B14F-4D97-AF65-F5344CB8AC3E}">
        <p14:creationId xmlns:p14="http://schemas.microsoft.com/office/powerpoint/2010/main" val="832173410"/>
      </p:ext>
    </p:extLst>
  </p:cSld>
  <p:clrMapOvr>
    <a:masterClrMapping/>
  </p:clrMapOvr>
</p:sld>
</file>

<file path=ppt/slides/slide2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53FAEDA-5F94-76AD-2B4A-081D53FB0478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function outer()</a:t>
            </a:r>
          </a:p>
          <a:p>
            <a:r>
              <a:rPr lang="en-US" dirty="0"/>
              <a:t>    local a = 5</a:t>
            </a:r>
          </a:p>
          <a:p>
            <a:r>
              <a:rPr lang="en-US" dirty="0"/>
              <a:t>    return function()</a:t>
            </a:r>
          </a:p>
          <a:p>
            <a:r>
              <a:rPr lang="en-US" dirty="0"/>
              <a:t>        return a</a:t>
            </a:r>
          </a:p>
          <a:p>
            <a:r>
              <a:rPr lang="en-US" dirty="0"/>
              <a:t>    end</a:t>
            </a:r>
          </a:p>
          <a:p>
            <a:r>
              <a:rPr lang="en-US" dirty="0"/>
              <a:t>end</a:t>
            </a:r>
          </a:p>
          <a:p>
            <a:endParaRPr lang="en-US" dirty="0"/>
          </a:p>
          <a:p>
            <a:r>
              <a:rPr lang="en-US" dirty="0"/>
              <a:t>local f = outer()</a:t>
            </a:r>
          </a:p>
          <a:p>
            <a:r>
              <a:rPr lang="en-US" dirty="0"/>
              <a:t>print(f())  -- prints 5</a:t>
            </a:r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AF8ADFB-B4BF-3456-563E-D318EE472F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Anatomy of a Closure</a:t>
            </a:r>
          </a:p>
        </p:txBody>
      </p:sp>
    </p:spTree>
    <p:extLst>
      <p:ext uri="{BB962C8B-B14F-4D97-AF65-F5344CB8AC3E}">
        <p14:creationId xmlns:p14="http://schemas.microsoft.com/office/powerpoint/2010/main" val="2391338311"/>
      </p:ext>
    </p:extLst>
  </p:cSld>
  <p:clrMapOvr>
    <a:masterClrMapping/>
  </p:clrMapOvr>
</p:sld>
</file>

<file path=ppt/slides/slide2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30EC88-E31A-039C-1430-B7F51801F2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E3A02AC-004F-49C4-E31A-EB66EF7A9C22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a is a local variable to outer</a:t>
            </a:r>
          </a:p>
          <a:p>
            <a:r>
              <a:rPr lang="en-US" dirty="0"/>
              <a:t>The anonymous function captures it</a:t>
            </a:r>
          </a:p>
          <a:p>
            <a:r>
              <a:rPr lang="en-US" dirty="0"/>
              <a:t>outer() returns the function</a:t>
            </a:r>
          </a:p>
          <a:p>
            <a:r>
              <a:rPr lang="en-US" dirty="0"/>
              <a:t>The function retains access to </a:t>
            </a:r>
            <a:r>
              <a:rPr lang="en-US" dirty="0">
                <a:solidFill>
                  <a:srgbClr val="FF0000"/>
                </a:solidFill>
              </a:rPr>
              <a:t>a</a:t>
            </a:r>
            <a:r>
              <a:rPr lang="en-US" dirty="0"/>
              <a:t> even after outer() ends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04A5882-4D07-15D4-462E-A503A07F5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Anatomy of a Closure</a:t>
            </a:r>
          </a:p>
        </p:txBody>
      </p:sp>
    </p:spTree>
    <p:extLst>
      <p:ext uri="{BB962C8B-B14F-4D97-AF65-F5344CB8AC3E}">
        <p14:creationId xmlns:p14="http://schemas.microsoft.com/office/powerpoint/2010/main" val="1440944202"/>
      </p:ext>
    </p:extLst>
  </p:cSld>
  <p:clrMapOvr>
    <a:masterClrMapping/>
  </p:clrMapOvr>
</p:sld>
</file>

<file path=ppt/slides/slide2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C81E10D-201A-AB45-F7F5-E46CA4EE19A4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Lua functions form a lexical scope chain.</a:t>
            </a:r>
          </a:p>
          <a:p>
            <a:r>
              <a:rPr lang="en-US" dirty="0"/>
              <a:t>An upvalue is a reference to a local variable from an outer scope.</a:t>
            </a:r>
          </a:p>
          <a:p>
            <a:r>
              <a:rPr lang="en-US" dirty="0"/>
              <a:t>Lua does not copy the variable — it references it.</a:t>
            </a:r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E81E936-AFA4-7B20-EF74-E2B24BA6F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Scope Chain: Closures Capture Upvalues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317C8DBA-1506-978A-80E1-BE440E709B31}"/>
                  </a:ext>
                </a:extLst>
              </p14:cNvPr>
              <p14:cNvContentPartPr/>
              <p14:nvPr/>
            </p14:nvContentPartPr>
            <p14:xfrm>
              <a:off x="760244" y="2337082"/>
              <a:ext cx="6241680" cy="705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317C8DBA-1506-978A-80E1-BE440E709B3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54124" y="2330962"/>
                <a:ext cx="6253920" cy="82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73463063"/>
      </p:ext>
    </p:extLst>
  </p:cSld>
  <p:clrMapOvr>
    <a:masterClrMapping/>
  </p:clrMapOvr>
</p:sld>
</file>

<file path=ppt/slides/slide2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F2FC93-E410-6CBC-CE32-62FCD16FD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A42BE85-8197-9244-6C63-0AA089CEFC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Scope Chain: Closures Capture Upvalues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D7EFCD-02AE-0A36-65A9-AD73E7F78B0D}"/>
              </a:ext>
            </a:extLst>
          </p:cNvPr>
          <p:cNvSpPr txBox="1"/>
          <p:nvPr/>
        </p:nvSpPr>
        <p:spPr>
          <a:xfrm>
            <a:off x="762000" y="1615558"/>
            <a:ext cx="7239000" cy="415498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dirty="0"/>
              <a:t>function </a:t>
            </a:r>
            <a:r>
              <a:rPr lang="en-US" sz="2400" dirty="0" err="1"/>
              <a:t>makeWriter</a:t>
            </a:r>
            <a:r>
              <a:rPr lang="en-US" sz="2400" dirty="0"/>
              <a:t>()</a:t>
            </a:r>
          </a:p>
          <a:p>
            <a:r>
              <a:rPr lang="en-US" sz="2400" dirty="0"/>
              <a:t>    local text = ""</a:t>
            </a:r>
          </a:p>
          <a:p>
            <a:r>
              <a:rPr lang="en-US" sz="2400" dirty="0"/>
              <a:t>    return function(t)</a:t>
            </a:r>
          </a:p>
          <a:p>
            <a:r>
              <a:rPr lang="en-US" sz="2400" dirty="0"/>
              <a:t>        text = text .. t</a:t>
            </a:r>
          </a:p>
          <a:p>
            <a:r>
              <a:rPr lang="en-US" sz="2400" dirty="0"/>
              <a:t>        return text</a:t>
            </a:r>
          </a:p>
          <a:p>
            <a:r>
              <a:rPr lang="en-US" sz="2400" dirty="0"/>
              <a:t>    end</a:t>
            </a:r>
          </a:p>
          <a:p>
            <a:r>
              <a:rPr lang="en-US" sz="2400" dirty="0"/>
              <a:t>end</a:t>
            </a:r>
          </a:p>
          <a:p>
            <a:endParaRPr lang="en-US" sz="2400" dirty="0"/>
          </a:p>
          <a:p>
            <a:r>
              <a:rPr lang="en-US" sz="2400" dirty="0"/>
              <a:t>local writer = </a:t>
            </a:r>
            <a:r>
              <a:rPr lang="en-US" sz="2400" dirty="0" err="1"/>
              <a:t>makeWriter</a:t>
            </a:r>
            <a:r>
              <a:rPr lang="en-US" sz="2400" dirty="0"/>
              <a:t>()</a:t>
            </a:r>
          </a:p>
          <a:p>
            <a:r>
              <a:rPr lang="en-US" sz="2400" dirty="0"/>
              <a:t>print(writer("Hi"))    --&gt; Hi</a:t>
            </a:r>
          </a:p>
          <a:p>
            <a:r>
              <a:rPr lang="en-US" sz="2400" dirty="0"/>
              <a:t>print(writer(" there"))--&gt; Hi there</a:t>
            </a:r>
          </a:p>
        </p:txBody>
      </p:sp>
    </p:spTree>
    <p:extLst>
      <p:ext uri="{BB962C8B-B14F-4D97-AF65-F5344CB8AC3E}">
        <p14:creationId xmlns:p14="http://schemas.microsoft.com/office/powerpoint/2010/main" val="2537277498"/>
      </p:ext>
    </p:extLst>
  </p:cSld>
  <p:clrMapOvr>
    <a:masterClrMapping/>
  </p:clrMapOvr>
</p:sld>
</file>

<file path=ppt/slides/slide2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8E1DA66-E56B-51DE-0D6E-D347AE449F65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Lua converts this:</a:t>
            </a:r>
          </a:p>
          <a:p>
            <a:pPr marL="0" indent="0">
              <a:buNone/>
            </a:pPr>
            <a:r>
              <a:rPr lang="en-US" dirty="0">
                <a:highlight>
                  <a:srgbClr val="FFFF00"/>
                </a:highlight>
              </a:rPr>
              <a:t>function outer()</a:t>
            </a:r>
          </a:p>
          <a:p>
            <a:pPr marL="0" indent="0">
              <a:buNone/>
            </a:pPr>
            <a:r>
              <a:rPr lang="en-US" dirty="0">
                <a:highlight>
                  <a:srgbClr val="FFFF00"/>
                </a:highlight>
              </a:rPr>
              <a:t>  local x = 1</a:t>
            </a:r>
          </a:p>
          <a:p>
            <a:pPr marL="0" indent="0">
              <a:buNone/>
            </a:pPr>
            <a:r>
              <a:rPr lang="en-US" dirty="0">
                <a:highlight>
                  <a:srgbClr val="FFFF00"/>
                </a:highlight>
              </a:rPr>
              <a:t>  return function() return x end</a:t>
            </a:r>
          </a:p>
          <a:p>
            <a:pPr marL="0" indent="0">
              <a:buNone/>
            </a:pPr>
            <a:r>
              <a:rPr lang="en-US" dirty="0">
                <a:highlight>
                  <a:srgbClr val="FFFF00"/>
                </a:highlight>
              </a:rPr>
              <a:t>end</a:t>
            </a:r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C8ABDF2-6A50-54A0-3626-67B557102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Internal Behavior (How Lua Stores It)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04760142"/>
      </p:ext>
    </p:extLst>
  </p:cSld>
  <p:clrMapOvr>
    <a:masterClrMapping/>
  </p:clrMapOvr>
</p:sld>
</file>

<file path=ppt/slides/slide2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B7F7D4-425A-A96E-A709-07472A700A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4A03E89-9C46-C0A2-A74A-56D40E8EA65F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To this (conceptually):</a:t>
            </a:r>
          </a:p>
          <a:p>
            <a:r>
              <a:rPr lang="en-US" dirty="0"/>
              <a:t>-- pseudo-C-style environment structure</a:t>
            </a:r>
          </a:p>
          <a:p>
            <a:pPr marL="0" indent="0">
              <a:buNone/>
            </a:pPr>
            <a:r>
              <a:rPr lang="en-US" dirty="0">
                <a:highlight>
                  <a:srgbClr val="FFFF00"/>
                </a:highlight>
              </a:rPr>
              <a:t>Closure {</a:t>
            </a:r>
          </a:p>
          <a:p>
            <a:pPr marL="0" indent="0">
              <a:buNone/>
            </a:pPr>
            <a:r>
              <a:rPr lang="en-US" dirty="0">
                <a:highlight>
                  <a:srgbClr val="FFFF00"/>
                </a:highlight>
              </a:rPr>
              <a:t>  </a:t>
            </a:r>
            <a:r>
              <a:rPr lang="en-US" dirty="0" err="1">
                <a:highlight>
                  <a:srgbClr val="FFFF00"/>
                </a:highlight>
              </a:rPr>
              <a:t>function_body</a:t>
            </a:r>
            <a:r>
              <a:rPr lang="en-US" dirty="0">
                <a:highlight>
                  <a:srgbClr val="FFFF00"/>
                </a:highlight>
              </a:rPr>
              <a:t> = function(...)</a:t>
            </a:r>
          </a:p>
          <a:p>
            <a:pPr marL="0" indent="0">
              <a:buNone/>
            </a:pPr>
            <a:r>
              <a:rPr lang="en-US" dirty="0">
                <a:highlight>
                  <a:srgbClr val="FFFF00"/>
                </a:highlight>
              </a:rPr>
              <a:t>    return upvalues[1]  -- x</a:t>
            </a:r>
          </a:p>
          <a:p>
            <a:pPr marL="0" indent="0">
              <a:buNone/>
            </a:pPr>
            <a:r>
              <a:rPr lang="en-US" dirty="0">
                <a:highlight>
                  <a:srgbClr val="FFFF00"/>
                </a:highlight>
              </a:rPr>
              <a:t>  end,</a:t>
            </a:r>
          </a:p>
          <a:p>
            <a:pPr marL="0" indent="0">
              <a:buNone/>
            </a:pPr>
            <a:r>
              <a:rPr lang="en-US" dirty="0">
                <a:highlight>
                  <a:srgbClr val="FFFF00"/>
                </a:highlight>
              </a:rPr>
              <a:t>  upvalues = {</a:t>
            </a:r>
          </a:p>
          <a:p>
            <a:pPr marL="0" indent="0">
              <a:buNone/>
            </a:pPr>
            <a:r>
              <a:rPr lang="en-US" dirty="0">
                <a:highlight>
                  <a:srgbClr val="FFFF00"/>
                </a:highlight>
              </a:rPr>
              <a:t>    [1] = reference to x</a:t>
            </a:r>
          </a:p>
          <a:p>
            <a:pPr marL="0" indent="0">
              <a:buNone/>
            </a:pPr>
            <a:r>
              <a:rPr lang="en-US" dirty="0">
                <a:highlight>
                  <a:srgbClr val="FFFF00"/>
                </a:highlight>
              </a:rPr>
              <a:t>  }</a:t>
            </a:r>
          </a:p>
          <a:p>
            <a:pPr marL="0" indent="0">
              <a:buNone/>
            </a:pPr>
            <a:r>
              <a:rPr lang="en-US" dirty="0">
                <a:highlight>
                  <a:srgbClr val="FFFF00"/>
                </a:highlight>
              </a:rPr>
              <a:t>}</a:t>
            </a:r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64D39BF-8F09-958C-6CCB-3F332C547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Internal Behavior (How Lua Stores It)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071607"/>
      </p:ext>
    </p:extLst>
  </p:cSld>
  <p:clrMapOvr>
    <a:masterClrMapping/>
  </p:clrMapOvr>
</p:sld>
</file>

<file path=ppt/slides/slide2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CB7A35-07EA-A7B2-6E0E-6828894FBC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D0CF6FB-0666-3B9A-0D01-171181FBCA69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/>
              <a:t>function counters()</a:t>
            </a:r>
          </a:p>
          <a:p>
            <a:pPr marL="0" indent="0">
              <a:buNone/>
            </a:pPr>
            <a:r>
              <a:rPr lang="en-US"/>
              <a:t>  local x = 0</a:t>
            </a:r>
          </a:p>
          <a:p>
            <a:pPr marL="0" indent="0">
              <a:buNone/>
            </a:pPr>
            <a:r>
              <a:rPr lang="en-US"/>
              <a:t>  return function() x = x + 1; return x end,</a:t>
            </a:r>
          </a:p>
          <a:p>
            <a:pPr marL="0" indent="0">
              <a:buNone/>
            </a:pPr>
            <a:r>
              <a:rPr lang="en-US"/>
              <a:t>         function() x = x + 10; return x end</a:t>
            </a:r>
          </a:p>
          <a:p>
            <a:pPr marL="0" indent="0">
              <a:buNone/>
            </a:pPr>
            <a:r>
              <a:rPr lang="en-US"/>
              <a:t>end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local inc1, inc2 = counters()</a:t>
            </a:r>
          </a:p>
          <a:p>
            <a:pPr marL="0" indent="0">
              <a:buNone/>
            </a:pPr>
            <a:r>
              <a:rPr lang="en-US"/>
              <a:t>print(inc1())  --&gt; 1</a:t>
            </a:r>
          </a:p>
          <a:p>
            <a:pPr marL="0" indent="0">
              <a:buNone/>
            </a:pPr>
            <a:r>
              <a:rPr lang="en-US"/>
              <a:t>print(inc2())  --&gt; 11 (they share `x`)</a:t>
            </a:r>
          </a:p>
          <a:p>
            <a:pPr marL="0" indent="0">
              <a:buNone/>
            </a:pPr>
            <a:r>
              <a:rPr lang="en-US"/>
              <a:t>print(inc1())  --&gt; 12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D5E6A5B-EDB1-4283-6FD4-616981035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Internal Behavior (How Lua Stores It)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32496125"/>
      </p:ext>
    </p:extLst>
  </p:cSld>
  <p:clrMapOvr>
    <a:masterClrMapping/>
  </p:clrMapOvr>
</p:sld>
</file>

<file path=ppt/slides/slide2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0BEF073-A6C1-671F-67B7-4A79DCBD62C7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>
            <a:normAutofit/>
          </a:bodyPr>
          <a:lstStyle/>
          <a:p>
            <a:r>
              <a:rPr lang="en-IN" dirty="0"/>
              <a:t>Encapsulation &amp; Stateful Functions</a:t>
            </a:r>
          </a:p>
          <a:p>
            <a:pPr lvl="1"/>
            <a:r>
              <a:rPr lang="en-US" dirty="0"/>
              <a:t>Encapsulation means hiding internal data and logic, exposing only what is necessary. </a:t>
            </a:r>
          </a:p>
          <a:p>
            <a:pPr lvl="1"/>
            <a:r>
              <a:rPr lang="en-US" dirty="0"/>
              <a:t>In languages like Java or Python, you use private or protected keywords. </a:t>
            </a:r>
          </a:p>
          <a:p>
            <a:pPr lvl="1"/>
            <a:r>
              <a:rPr lang="en-US" dirty="0"/>
              <a:t>In Lua, we achieve the same behavior using closures.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EEEADAC-A56F-628E-C9E7-05C25DA0D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Use Cases for Closures</a:t>
            </a:r>
          </a:p>
        </p:txBody>
      </p:sp>
    </p:spTree>
    <p:extLst>
      <p:ext uri="{BB962C8B-B14F-4D97-AF65-F5344CB8AC3E}">
        <p14:creationId xmlns:p14="http://schemas.microsoft.com/office/powerpoint/2010/main" val="1857273805"/>
      </p:ext>
    </p:extLst>
  </p:cSld>
  <p:clrMapOvr>
    <a:masterClrMapping/>
  </p:clrMapOvr>
</p:sld>
</file>

<file path=ppt/slides/slide2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0C88CB-2336-1CE3-C210-10CAC3092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DFC6959-B607-9C44-46F8-1E6521B872DA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>
            <a:normAutofit/>
          </a:bodyPr>
          <a:lstStyle/>
          <a:p>
            <a:r>
              <a:rPr lang="en-IN" dirty="0"/>
              <a:t>How Closures Provide Encapsulation</a:t>
            </a:r>
          </a:p>
          <a:p>
            <a:pPr lvl="1"/>
            <a:r>
              <a:rPr lang="en-US" dirty="0"/>
              <a:t>A closure can "capture" local variables from its enclosing scope. </a:t>
            </a:r>
          </a:p>
          <a:p>
            <a:pPr lvl="1"/>
            <a:r>
              <a:rPr lang="en-US" dirty="0"/>
              <a:t>These variables become private: </a:t>
            </a:r>
          </a:p>
          <a:p>
            <a:pPr lvl="1"/>
            <a:r>
              <a:rPr lang="en-US" dirty="0"/>
              <a:t>they live if the closure does, but they're inaccessible from outside.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BE723EE-A140-7D94-B2C5-C75B882C78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Use Cases for Closures</a:t>
            </a:r>
          </a:p>
        </p:txBody>
      </p:sp>
    </p:spTree>
    <p:extLst>
      <p:ext uri="{BB962C8B-B14F-4D97-AF65-F5344CB8AC3E}">
        <p14:creationId xmlns:p14="http://schemas.microsoft.com/office/powerpoint/2010/main" val="2710259723"/>
      </p:ext>
    </p:extLst>
  </p:cSld>
  <p:clrMapOvr>
    <a:masterClrMapping/>
  </p:clrMapOvr>
</p:sld>
</file>

<file path=ppt/slides/slide2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F88D72-28CB-5B95-A062-3F94281E95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8E096ED-762F-374D-FB13-0A5BAE4F2E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Use Cases for Closures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D2E719-2070-9669-E223-B270844D63ED}"/>
              </a:ext>
            </a:extLst>
          </p:cNvPr>
          <p:cNvSpPr txBox="1"/>
          <p:nvPr/>
        </p:nvSpPr>
        <p:spPr>
          <a:xfrm>
            <a:off x="990600" y="1143000"/>
            <a:ext cx="7239000" cy="563231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dirty="0"/>
              <a:t>function </a:t>
            </a:r>
            <a:r>
              <a:rPr lang="en-IN" dirty="0" err="1"/>
              <a:t>makeAccount</a:t>
            </a:r>
            <a:r>
              <a:rPr lang="en-IN" dirty="0"/>
              <a:t>(</a:t>
            </a:r>
            <a:r>
              <a:rPr lang="en-IN" dirty="0" err="1"/>
              <a:t>initialBalance</a:t>
            </a:r>
            <a:r>
              <a:rPr lang="en-IN" dirty="0"/>
              <a:t>)</a:t>
            </a:r>
          </a:p>
          <a:p>
            <a:r>
              <a:rPr lang="en-IN" dirty="0"/>
              <a:t>    local balance = </a:t>
            </a:r>
            <a:r>
              <a:rPr lang="en-IN" dirty="0" err="1"/>
              <a:t>initialBalance</a:t>
            </a:r>
            <a:r>
              <a:rPr lang="en-IN" dirty="0"/>
              <a:t>  -- 👈 private variable</a:t>
            </a:r>
          </a:p>
          <a:p>
            <a:endParaRPr lang="en-IN" dirty="0"/>
          </a:p>
          <a:p>
            <a:r>
              <a:rPr lang="en-IN" dirty="0"/>
              <a:t>    return {</a:t>
            </a:r>
          </a:p>
          <a:p>
            <a:r>
              <a:rPr lang="en-IN" dirty="0"/>
              <a:t>        deposit = function(amount)</a:t>
            </a:r>
          </a:p>
          <a:p>
            <a:r>
              <a:rPr lang="en-IN" dirty="0"/>
              <a:t>            balance = balance + amount</a:t>
            </a:r>
          </a:p>
          <a:p>
            <a:r>
              <a:rPr lang="en-IN" dirty="0"/>
              <a:t>            return balance</a:t>
            </a:r>
          </a:p>
          <a:p>
            <a:r>
              <a:rPr lang="en-IN" dirty="0"/>
              <a:t>        end,</a:t>
            </a:r>
          </a:p>
          <a:p>
            <a:r>
              <a:rPr lang="en-IN" dirty="0"/>
              <a:t>        withdraw = function(amount)</a:t>
            </a:r>
          </a:p>
          <a:p>
            <a:r>
              <a:rPr lang="en-IN" dirty="0"/>
              <a:t>            if amount &gt; balance then</a:t>
            </a:r>
          </a:p>
          <a:p>
            <a:r>
              <a:rPr lang="en-IN" dirty="0"/>
              <a:t>                return "Insufficient funds"</a:t>
            </a:r>
          </a:p>
          <a:p>
            <a:r>
              <a:rPr lang="en-IN" dirty="0"/>
              <a:t>            end</a:t>
            </a:r>
          </a:p>
          <a:p>
            <a:r>
              <a:rPr lang="en-IN" dirty="0"/>
              <a:t>            balance = balance - amount</a:t>
            </a:r>
          </a:p>
          <a:p>
            <a:r>
              <a:rPr lang="en-IN" dirty="0"/>
              <a:t>            return balance</a:t>
            </a:r>
          </a:p>
          <a:p>
            <a:r>
              <a:rPr lang="en-IN" dirty="0"/>
              <a:t>        end,</a:t>
            </a:r>
          </a:p>
          <a:p>
            <a:r>
              <a:rPr lang="en-IN" dirty="0"/>
              <a:t>        </a:t>
            </a:r>
            <a:r>
              <a:rPr lang="en-IN" dirty="0" err="1"/>
              <a:t>getBalance</a:t>
            </a:r>
            <a:r>
              <a:rPr lang="en-IN" dirty="0"/>
              <a:t> = function()</a:t>
            </a:r>
          </a:p>
          <a:p>
            <a:r>
              <a:rPr lang="en-IN" dirty="0"/>
              <a:t>            return balance</a:t>
            </a:r>
          </a:p>
          <a:p>
            <a:r>
              <a:rPr lang="en-IN" dirty="0"/>
              <a:t>        end</a:t>
            </a:r>
          </a:p>
          <a:p>
            <a:r>
              <a:rPr lang="en-IN" dirty="0"/>
              <a:t>    }</a:t>
            </a:r>
          </a:p>
          <a:p>
            <a:r>
              <a:rPr lang="en-IN" dirty="0"/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971603629"/>
      </p:ext>
    </p:extLst>
  </p:cSld>
  <p:clrMapOvr>
    <a:masterClrMapping/>
  </p:clrMapOvr>
</p:sld>
</file>

<file path=ppt/slides/slide2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1313C0-1353-8F86-26A8-79A211C1E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606E435-D4F9-6394-A847-D3CFEECD7CE2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>
            <a:normAutofit lnSpcReduction="10000"/>
          </a:bodyPr>
          <a:lstStyle/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US" dirty="0"/>
          </a:p>
          <a:p>
            <a:r>
              <a:rPr lang="en-US" dirty="0"/>
              <a:t>What’s Happening:</a:t>
            </a:r>
          </a:p>
          <a:p>
            <a:pPr lvl="1"/>
            <a:r>
              <a:rPr lang="en-US" dirty="0"/>
              <a:t>balance is a local variable in the factory (</a:t>
            </a:r>
            <a:r>
              <a:rPr lang="en-US" dirty="0" err="1"/>
              <a:t>makeAccount</a:t>
            </a:r>
            <a:r>
              <a:rPr lang="en-US" dirty="0"/>
              <a:t>).</a:t>
            </a:r>
          </a:p>
          <a:p>
            <a:pPr lvl="1"/>
            <a:r>
              <a:rPr lang="en-US" dirty="0"/>
              <a:t>It is captured by the returned functions.</a:t>
            </a:r>
          </a:p>
          <a:p>
            <a:pPr lvl="1"/>
            <a:r>
              <a:rPr lang="en-US" dirty="0"/>
              <a:t>It's inaccessible from outside — even if you try, it doesn’t exist on the table.</a:t>
            </a:r>
            <a:endParaRPr lang="en-IN" dirty="0"/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F8F86BA-9C17-19B7-7F6E-0A5EF60D4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Use Cases for Closures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F87969-F8E8-16C6-50DD-E73EDAECC789}"/>
              </a:ext>
            </a:extLst>
          </p:cNvPr>
          <p:cNvSpPr txBox="1"/>
          <p:nvPr/>
        </p:nvSpPr>
        <p:spPr>
          <a:xfrm>
            <a:off x="762000" y="1951672"/>
            <a:ext cx="7239000" cy="147732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dirty="0"/>
              <a:t>local </a:t>
            </a:r>
            <a:r>
              <a:rPr lang="en-IN" dirty="0" err="1"/>
              <a:t>acc</a:t>
            </a:r>
            <a:r>
              <a:rPr lang="en-IN" dirty="0"/>
              <a:t> = </a:t>
            </a:r>
            <a:r>
              <a:rPr lang="en-IN" dirty="0" err="1"/>
              <a:t>makeAccount</a:t>
            </a:r>
            <a:r>
              <a:rPr lang="en-IN" dirty="0"/>
              <a:t>(100)</a:t>
            </a:r>
          </a:p>
          <a:p>
            <a:r>
              <a:rPr lang="en-IN" dirty="0"/>
              <a:t>print(</a:t>
            </a:r>
            <a:r>
              <a:rPr lang="en-IN" dirty="0" err="1"/>
              <a:t>acc.deposit</a:t>
            </a:r>
            <a:r>
              <a:rPr lang="en-IN" dirty="0"/>
              <a:t>(50))       --&gt; 150</a:t>
            </a:r>
          </a:p>
          <a:p>
            <a:r>
              <a:rPr lang="en-IN" dirty="0"/>
              <a:t>print(</a:t>
            </a:r>
            <a:r>
              <a:rPr lang="en-IN" dirty="0" err="1"/>
              <a:t>acc.withdraw</a:t>
            </a:r>
            <a:r>
              <a:rPr lang="en-IN" dirty="0"/>
              <a:t>(70))      --&gt; 80</a:t>
            </a:r>
          </a:p>
          <a:p>
            <a:r>
              <a:rPr lang="en-IN" dirty="0"/>
              <a:t>print(</a:t>
            </a:r>
            <a:r>
              <a:rPr lang="en-IN" dirty="0" err="1"/>
              <a:t>acc.getBalance</a:t>
            </a:r>
            <a:r>
              <a:rPr lang="en-IN" dirty="0"/>
              <a:t>())      --&gt; 80</a:t>
            </a:r>
          </a:p>
          <a:p>
            <a:r>
              <a:rPr lang="en-IN" b="1" dirty="0">
                <a:solidFill>
                  <a:srgbClr val="FF0000"/>
                </a:solidFill>
              </a:rPr>
              <a:t>-- print(</a:t>
            </a:r>
            <a:r>
              <a:rPr lang="en-IN" b="1" dirty="0" err="1">
                <a:solidFill>
                  <a:srgbClr val="FF0000"/>
                </a:solidFill>
              </a:rPr>
              <a:t>acc.balance</a:t>
            </a:r>
            <a:r>
              <a:rPr lang="en-IN" b="1" dirty="0">
                <a:solidFill>
                  <a:srgbClr val="FF0000"/>
                </a:solidFill>
              </a:rPr>
              <a:t>)        --&gt; nil (encapsulated!)</a:t>
            </a:r>
          </a:p>
        </p:txBody>
      </p:sp>
    </p:spTree>
    <p:extLst>
      <p:ext uri="{BB962C8B-B14F-4D97-AF65-F5344CB8AC3E}">
        <p14:creationId xmlns:p14="http://schemas.microsoft.com/office/powerpoint/2010/main" val="1983761191"/>
      </p:ext>
    </p:extLst>
  </p:cSld>
  <p:clrMapOvr>
    <a:masterClrMapping/>
  </p:clrMapOvr>
</p:sld>
</file>

<file path=ppt/slides/slide2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4714BF-4E63-AC5B-2AB5-82AA45CAC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Benefits of Closure Encapsulation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AA5A234-0577-13DF-6A31-99093705B7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4278585"/>
              </p:ext>
            </p:extLst>
          </p:nvPr>
        </p:nvGraphicFramePr>
        <p:xfrm>
          <a:off x="438284" y="1920240"/>
          <a:ext cx="8228012" cy="301752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685916">
                  <a:extLst>
                    <a:ext uri="{9D8B030D-6E8A-4147-A177-3AD203B41FA5}">
                      <a16:colId xmlns:a16="http://schemas.microsoft.com/office/drawing/2014/main" val="2732204919"/>
                    </a:ext>
                  </a:extLst>
                </a:gridCol>
                <a:gridCol w="5542096">
                  <a:extLst>
                    <a:ext uri="{9D8B030D-6E8A-4147-A177-3AD203B41FA5}">
                      <a16:colId xmlns:a16="http://schemas.microsoft.com/office/drawing/2014/main" val="537690299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Benefit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Explanation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9282243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n-IN" sz="1800" b="1"/>
                        <a:t>Encapsulation</a:t>
                      </a:r>
                      <a:endParaRPr lang="en-IN" sz="1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Internal state is protected from external access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226796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 b="1"/>
                        <a:t>Modularity</a:t>
                      </a:r>
                      <a:endParaRPr lang="en-IN" sz="1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Self-contained reusable units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689512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 b="1"/>
                        <a:t>No naming conflict</a:t>
                      </a:r>
                      <a:endParaRPr lang="en-IN" sz="1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Captured variables are not globals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13305885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n-IN" sz="1800" b="1"/>
                        <a:t>Security</a:t>
                      </a:r>
                      <a:endParaRPr lang="en-IN" sz="1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Prevents accidental or malicious overwrite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36649129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n-IN" sz="1800" b="1"/>
                        <a:t>Scoped GC</a:t>
                      </a:r>
                      <a:endParaRPr lang="en-IN" sz="1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Memory managed automatically when closure dies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1766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5881511"/>
      </p:ext>
    </p:extLst>
  </p:cSld>
  <p:clrMapOvr>
    <a:masterClrMapping/>
  </p:clrMapOvr>
</p:sld>
</file>

<file path=ppt/slides/slide2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CF4D467-C727-1419-7C8F-22689D0EAFFD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IN" dirty="0"/>
              <a:t>Bank accounts, user sessions, timers</a:t>
            </a:r>
          </a:p>
          <a:p>
            <a:r>
              <a:rPr lang="en-IN" dirty="0"/>
              <a:t>Encapsulating database connection state</a:t>
            </a:r>
          </a:p>
          <a:p>
            <a:r>
              <a:rPr lang="en-IN" dirty="0"/>
              <a:t>Plugins or modules with private config</a:t>
            </a:r>
          </a:p>
          <a:p>
            <a:r>
              <a:rPr lang="en-IN" dirty="0"/>
              <a:t>Reusable UI components in Lua-based game engines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B3C023B-1539-62D6-CE4C-57E2DEB4C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Real-World Use Cases</a:t>
            </a:r>
          </a:p>
        </p:txBody>
      </p:sp>
    </p:spTree>
    <p:extLst>
      <p:ext uri="{BB962C8B-B14F-4D97-AF65-F5344CB8AC3E}">
        <p14:creationId xmlns:p14="http://schemas.microsoft.com/office/powerpoint/2010/main" val="3272253730"/>
      </p:ext>
    </p:extLst>
  </p:cSld>
  <p:clrMapOvr>
    <a:masterClrMapping/>
  </p:clrMapOvr>
</p:sld>
</file>

<file path=ppt/slides/slide2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12396E3-C9A7-4A52-7F5C-150E8CF40051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A first-class value means:</a:t>
            </a:r>
          </a:p>
          <a:p>
            <a:pPr lvl="1"/>
            <a:r>
              <a:rPr lang="en-US" dirty="0"/>
              <a:t>A value that can be assigned to variables, passed as arguments, returned from other functions, and stored in tables.</a:t>
            </a:r>
          </a:p>
          <a:p>
            <a:pPr lvl="1"/>
            <a:r>
              <a:rPr lang="en-US" dirty="0"/>
              <a:t>In Lua, functions are first-class citizens.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87BC117-115E-D842-9D5F-9AFC02C27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Functions as First-Class Values in Lua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67450834"/>
      </p:ext>
    </p:extLst>
  </p:cSld>
  <p:clrMapOvr>
    <a:masterClrMapping/>
  </p:clrMapOvr>
</p:sld>
</file>

<file path=ppt/slides/slide2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1F753F4-7CAF-319A-FCBB-3DA04E8F5A19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local function </a:t>
            </a:r>
            <a:r>
              <a:rPr lang="en-US" dirty="0" err="1"/>
              <a:t>sayHello</a:t>
            </a:r>
            <a:r>
              <a:rPr lang="en-US" dirty="0"/>
              <a:t>()</a:t>
            </a:r>
          </a:p>
          <a:p>
            <a:r>
              <a:rPr lang="en-US" dirty="0"/>
              <a:t>    print("Hello!")</a:t>
            </a:r>
          </a:p>
          <a:p>
            <a:r>
              <a:rPr lang="en-US" dirty="0"/>
              <a:t>end</a:t>
            </a:r>
          </a:p>
          <a:p>
            <a:endParaRPr lang="en-US" dirty="0"/>
          </a:p>
          <a:p>
            <a:r>
              <a:rPr lang="en-US" dirty="0"/>
              <a:t>-- or anonymously:</a:t>
            </a:r>
          </a:p>
          <a:p>
            <a:r>
              <a:rPr lang="en-US" dirty="0"/>
              <a:t>local greet = function()</a:t>
            </a:r>
          </a:p>
          <a:p>
            <a:r>
              <a:rPr lang="en-US" dirty="0"/>
              <a:t>    print("Hi there!")</a:t>
            </a:r>
          </a:p>
          <a:p>
            <a:r>
              <a:rPr lang="en-US" dirty="0"/>
              <a:t>end</a:t>
            </a:r>
          </a:p>
          <a:p>
            <a:endParaRPr lang="en-US" dirty="0"/>
          </a:p>
          <a:p>
            <a:r>
              <a:rPr lang="en-US" dirty="0"/>
              <a:t>greet()  --&gt; Hi there!</a:t>
            </a:r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5FD43BA-77EE-CA1C-C0D3-59575BB26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Assigning Functions to Variables</a:t>
            </a:r>
          </a:p>
        </p:txBody>
      </p:sp>
    </p:spTree>
    <p:extLst>
      <p:ext uri="{BB962C8B-B14F-4D97-AF65-F5344CB8AC3E}">
        <p14:creationId xmlns:p14="http://schemas.microsoft.com/office/powerpoint/2010/main" val="4135000755"/>
      </p:ext>
    </p:extLst>
  </p:cSld>
  <p:clrMapOvr>
    <a:masterClrMapping/>
  </p:clrMapOvr>
</p:sld>
</file>

<file path=ppt/slides/slide2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DCDCB-E2A6-187F-BEC3-AD15E0288A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714433A-D771-7D4B-5AA6-288FC5E87034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>
            <a:normAutofit/>
          </a:bodyPr>
          <a:lstStyle/>
          <a:p>
            <a:r>
              <a:rPr lang="en-US" dirty="0"/>
              <a:t>function apply(f, x)</a:t>
            </a:r>
          </a:p>
          <a:p>
            <a:r>
              <a:rPr lang="en-US" dirty="0"/>
              <a:t>    return f(x)</a:t>
            </a:r>
          </a:p>
          <a:p>
            <a:r>
              <a:rPr lang="en-US" dirty="0"/>
              <a:t>end</a:t>
            </a:r>
          </a:p>
          <a:p>
            <a:endParaRPr lang="en-US" dirty="0"/>
          </a:p>
          <a:p>
            <a:r>
              <a:rPr lang="en-US" dirty="0"/>
              <a:t>function square(n)</a:t>
            </a:r>
          </a:p>
          <a:p>
            <a:r>
              <a:rPr lang="en-US" dirty="0"/>
              <a:t>    return n * n</a:t>
            </a:r>
          </a:p>
          <a:p>
            <a:r>
              <a:rPr lang="en-US" dirty="0"/>
              <a:t>end</a:t>
            </a:r>
          </a:p>
          <a:p>
            <a:endParaRPr lang="en-US" dirty="0"/>
          </a:p>
          <a:p>
            <a:r>
              <a:rPr lang="en-US" dirty="0"/>
              <a:t>print(apply(square, 5))  --&gt; 25</a:t>
            </a:r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0D68D54-7D78-137F-06F3-A3631A6AE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Passing Functions as Arguments</a:t>
            </a:r>
          </a:p>
        </p:txBody>
      </p:sp>
    </p:spTree>
    <p:extLst>
      <p:ext uri="{BB962C8B-B14F-4D97-AF65-F5344CB8AC3E}">
        <p14:creationId xmlns:p14="http://schemas.microsoft.com/office/powerpoint/2010/main" val="2138087488"/>
      </p:ext>
    </p:extLst>
  </p:cSld>
  <p:clrMapOvr>
    <a:masterClrMapping/>
  </p:clrMapOvr>
</p:sld>
</file>

<file path=ppt/slides/slide2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756E1B-8B2C-006C-4C55-206B7EB57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ADD71DB-CD66-2152-006E-F6ABC36DE819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>
            <a:normAutofit/>
          </a:bodyPr>
          <a:lstStyle/>
          <a:p>
            <a:r>
              <a:rPr lang="en-US" dirty="0"/>
              <a:t>function </a:t>
            </a:r>
            <a:r>
              <a:rPr lang="en-US" dirty="0" err="1"/>
              <a:t>makeMultiplier</a:t>
            </a:r>
            <a:r>
              <a:rPr lang="en-US" dirty="0"/>
              <a:t>(factor)</a:t>
            </a:r>
          </a:p>
          <a:p>
            <a:r>
              <a:rPr lang="en-US" dirty="0"/>
              <a:t>    return function(x)</a:t>
            </a:r>
          </a:p>
          <a:p>
            <a:r>
              <a:rPr lang="en-US" dirty="0"/>
              <a:t>        return x * factor</a:t>
            </a:r>
          </a:p>
          <a:p>
            <a:r>
              <a:rPr lang="en-US" dirty="0"/>
              <a:t>    end</a:t>
            </a:r>
          </a:p>
          <a:p>
            <a:r>
              <a:rPr lang="en-US" dirty="0"/>
              <a:t>end</a:t>
            </a:r>
          </a:p>
          <a:p>
            <a:endParaRPr lang="en-US" dirty="0"/>
          </a:p>
          <a:p>
            <a:r>
              <a:rPr lang="en-US" dirty="0"/>
              <a:t>local double = </a:t>
            </a:r>
            <a:r>
              <a:rPr lang="en-US" dirty="0" err="1"/>
              <a:t>makeMultiplier</a:t>
            </a:r>
            <a:r>
              <a:rPr lang="en-US" dirty="0"/>
              <a:t>(2)</a:t>
            </a:r>
          </a:p>
          <a:p>
            <a:r>
              <a:rPr lang="en-US" dirty="0"/>
              <a:t>print(double(10))  --&gt; 20</a:t>
            </a:r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97E64EA-4399-86CC-DA1F-4AA17F3E96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Returning Functions from Functions</a:t>
            </a:r>
          </a:p>
        </p:txBody>
      </p:sp>
    </p:spTree>
    <p:extLst>
      <p:ext uri="{BB962C8B-B14F-4D97-AF65-F5344CB8AC3E}">
        <p14:creationId xmlns:p14="http://schemas.microsoft.com/office/powerpoint/2010/main" val="1563028700"/>
      </p:ext>
    </p:extLst>
  </p:cSld>
  <p:clrMapOvr>
    <a:masterClrMapping/>
  </p:clrMapOvr>
</p:sld>
</file>

<file path=ppt/slides/slide2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D2BCF31-F992-F8B2-37CB-4FF444DE53DA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>
            <a:normAutofit/>
          </a:bodyPr>
          <a:lstStyle/>
          <a:p>
            <a:r>
              <a:rPr lang="en-US" dirty="0"/>
              <a:t>In Lua, if you define a function without local, it becomes global:</a:t>
            </a:r>
          </a:p>
          <a:p>
            <a:r>
              <a:rPr lang="en-US" dirty="0"/>
              <a:t>function </a:t>
            </a:r>
            <a:r>
              <a:rPr lang="en-US" dirty="0" err="1"/>
              <a:t>globalFunc</a:t>
            </a:r>
            <a:r>
              <a:rPr lang="en-US" dirty="0"/>
              <a:t>()</a:t>
            </a:r>
          </a:p>
          <a:p>
            <a:r>
              <a:rPr lang="en-US" dirty="0"/>
              <a:t>    print("I'm global!")</a:t>
            </a:r>
          </a:p>
          <a:p>
            <a:r>
              <a:rPr lang="en-US" dirty="0"/>
              <a:t>End</a:t>
            </a:r>
          </a:p>
          <a:p>
            <a:r>
              <a:rPr lang="en-US" dirty="0"/>
              <a:t>This is equivalent to:</a:t>
            </a:r>
          </a:p>
          <a:p>
            <a:r>
              <a:rPr lang="en-US" dirty="0"/>
              <a:t>_G["</a:t>
            </a:r>
            <a:r>
              <a:rPr lang="en-US" dirty="0" err="1"/>
              <a:t>globalFunc</a:t>
            </a:r>
            <a:r>
              <a:rPr lang="en-US" dirty="0"/>
              <a:t>"] = function()</a:t>
            </a:r>
          </a:p>
          <a:p>
            <a:r>
              <a:rPr lang="en-US" dirty="0"/>
              <a:t>    print("I'm global!")</a:t>
            </a:r>
          </a:p>
          <a:p>
            <a:r>
              <a:rPr lang="en-US" dirty="0"/>
              <a:t>end</a:t>
            </a:r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FBE8349-870A-D655-218E-8B978A5B39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Non-Global Functions</a:t>
            </a:r>
          </a:p>
        </p:txBody>
      </p:sp>
    </p:spTree>
    <p:extLst>
      <p:ext uri="{BB962C8B-B14F-4D97-AF65-F5344CB8AC3E}">
        <p14:creationId xmlns:p14="http://schemas.microsoft.com/office/powerpoint/2010/main" val="624161360"/>
      </p:ext>
    </p:extLst>
  </p:cSld>
  <p:clrMapOvr>
    <a:masterClrMapping/>
  </p:clrMapOvr>
</p:sld>
</file>

<file path=ppt/slides/slide2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A6B3B0-BCBF-D953-BCC7-50F665912C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F70E01B-AC39-015B-A389-E40174924BC1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>
            <a:normAutofit/>
          </a:bodyPr>
          <a:lstStyle/>
          <a:p>
            <a:r>
              <a:rPr lang="en-US" dirty="0"/>
              <a:t>local function </a:t>
            </a:r>
            <a:r>
              <a:rPr lang="en-US" dirty="0" err="1"/>
              <a:t>localFunc</a:t>
            </a:r>
            <a:r>
              <a:rPr lang="en-US" dirty="0"/>
              <a:t>()</a:t>
            </a:r>
          </a:p>
          <a:p>
            <a:r>
              <a:rPr lang="en-US" dirty="0"/>
              <a:t>    print("I'm local to this file or block!")</a:t>
            </a:r>
          </a:p>
          <a:p>
            <a:r>
              <a:rPr lang="en-US" dirty="0"/>
              <a:t>end</a:t>
            </a:r>
          </a:p>
          <a:p>
            <a:pPr lvl="1"/>
            <a:r>
              <a:rPr lang="en-US" dirty="0"/>
              <a:t>Exists only in current scope (block, file, or function)</a:t>
            </a:r>
          </a:p>
          <a:p>
            <a:pPr lvl="1"/>
            <a:r>
              <a:rPr lang="en-US" dirty="0"/>
              <a:t>Not visible globally</a:t>
            </a:r>
          </a:p>
          <a:p>
            <a:pPr lvl="1"/>
            <a:r>
              <a:rPr lang="en-US" dirty="0"/>
              <a:t>Safer and preferred for modularity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4D6DBAF-F322-D289-D264-611E77AB1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Local / Non-Global Function</a:t>
            </a:r>
          </a:p>
        </p:txBody>
      </p:sp>
    </p:spTree>
    <p:extLst>
      <p:ext uri="{BB962C8B-B14F-4D97-AF65-F5344CB8AC3E}">
        <p14:creationId xmlns:p14="http://schemas.microsoft.com/office/powerpoint/2010/main" val="2832054922"/>
      </p:ext>
    </p:extLst>
  </p:cSld>
  <p:clrMapOvr>
    <a:masterClrMapping/>
  </p:clrMapOvr>
</p:sld>
</file>

<file path=ppt/slides/slide2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1BF67FC-EFCD-6902-2C08-8F29C5F9B5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035" y="170122"/>
            <a:ext cx="8205261" cy="785553"/>
          </a:xfrm>
        </p:spPr>
        <p:txBody>
          <a:bodyPr anchor="b">
            <a:normAutofit/>
          </a:bodyPr>
          <a:lstStyle/>
          <a:p>
            <a:r>
              <a:rPr lang="en-IN" dirty="0"/>
              <a:t>Summary Table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592E035-8E4F-1326-D3EB-29EC18F3BF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4778431"/>
              </p:ext>
            </p:extLst>
          </p:nvPr>
        </p:nvGraphicFramePr>
        <p:xfrm>
          <a:off x="623694" y="1381125"/>
          <a:ext cx="7895026" cy="4824419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3419479">
                  <a:extLst>
                    <a:ext uri="{9D8B030D-6E8A-4147-A177-3AD203B41FA5}">
                      <a16:colId xmlns:a16="http://schemas.microsoft.com/office/drawing/2014/main" val="2488717421"/>
                    </a:ext>
                  </a:extLst>
                </a:gridCol>
                <a:gridCol w="4475547">
                  <a:extLst>
                    <a:ext uri="{9D8B030D-6E8A-4147-A177-3AD203B41FA5}">
                      <a16:colId xmlns:a16="http://schemas.microsoft.com/office/drawing/2014/main" val="942684747"/>
                    </a:ext>
                  </a:extLst>
                </a:gridCol>
              </a:tblGrid>
              <a:tr h="576833">
                <a:tc>
                  <a:txBody>
                    <a:bodyPr/>
                    <a:lstStyle/>
                    <a:p>
                      <a:r>
                        <a:rPr lang="en-IN" sz="2600"/>
                        <a:t>Feature</a:t>
                      </a:r>
                    </a:p>
                  </a:txBody>
                  <a:tcPr marL="131098" marR="131098" marT="65549" marB="65549" anchor="ctr"/>
                </a:tc>
                <a:tc>
                  <a:txBody>
                    <a:bodyPr/>
                    <a:lstStyle/>
                    <a:p>
                      <a:r>
                        <a:rPr lang="en-IN" sz="2600"/>
                        <a:t>Example</a:t>
                      </a:r>
                    </a:p>
                  </a:txBody>
                  <a:tcPr marL="131098" marR="131098" marT="65549" marB="65549" anchor="ctr"/>
                </a:tc>
                <a:extLst>
                  <a:ext uri="{0D108BD9-81ED-4DB2-BD59-A6C34878D82A}">
                    <a16:rowId xmlns:a16="http://schemas.microsoft.com/office/drawing/2014/main" val="426253905"/>
                  </a:ext>
                </a:extLst>
              </a:tr>
              <a:tr h="576833">
                <a:tc>
                  <a:txBody>
                    <a:bodyPr/>
                    <a:lstStyle/>
                    <a:p>
                      <a:r>
                        <a:rPr lang="en-IN" sz="2600"/>
                        <a:t>Assign to variable</a:t>
                      </a:r>
                    </a:p>
                  </a:txBody>
                  <a:tcPr marL="131098" marR="131098" marT="65549" marB="65549" anchor="ctr"/>
                </a:tc>
                <a:tc>
                  <a:txBody>
                    <a:bodyPr/>
                    <a:lstStyle/>
                    <a:p>
                      <a:r>
                        <a:rPr lang="en-IN" sz="2600"/>
                        <a:t>local f = function() end</a:t>
                      </a:r>
                    </a:p>
                  </a:txBody>
                  <a:tcPr marL="131098" marR="131098" marT="65549" marB="65549" anchor="ctr"/>
                </a:tc>
                <a:extLst>
                  <a:ext uri="{0D108BD9-81ED-4DB2-BD59-A6C34878D82A}">
                    <a16:rowId xmlns:a16="http://schemas.microsoft.com/office/drawing/2014/main" val="417771065"/>
                  </a:ext>
                </a:extLst>
              </a:tr>
              <a:tr h="576833">
                <a:tc>
                  <a:txBody>
                    <a:bodyPr/>
                    <a:lstStyle/>
                    <a:p>
                      <a:r>
                        <a:rPr lang="en-IN" sz="2600"/>
                        <a:t>Pass as argument</a:t>
                      </a:r>
                    </a:p>
                  </a:txBody>
                  <a:tcPr marL="131098" marR="131098" marT="65549" marB="65549" anchor="ctr"/>
                </a:tc>
                <a:tc>
                  <a:txBody>
                    <a:bodyPr/>
                    <a:lstStyle/>
                    <a:p>
                      <a:r>
                        <a:rPr lang="en-IN" sz="2600"/>
                        <a:t>apply(f, x)</a:t>
                      </a:r>
                    </a:p>
                  </a:txBody>
                  <a:tcPr marL="131098" marR="131098" marT="65549" marB="65549" anchor="ctr"/>
                </a:tc>
                <a:extLst>
                  <a:ext uri="{0D108BD9-81ED-4DB2-BD59-A6C34878D82A}">
                    <a16:rowId xmlns:a16="http://schemas.microsoft.com/office/drawing/2014/main" val="1297234969"/>
                  </a:ext>
                </a:extLst>
              </a:tr>
              <a:tr h="576833">
                <a:tc>
                  <a:txBody>
                    <a:bodyPr/>
                    <a:lstStyle/>
                    <a:p>
                      <a:r>
                        <a:rPr lang="en-IN" sz="2600"/>
                        <a:t>Return from function</a:t>
                      </a:r>
                    </a:p>
                  </a:txBody>
                  <a:tcPr marL="131098" marR="131098" marT="65549" marB="65549" anchor="ctr"/>
                </a:tc>
                <a:tc>
                  <a:txBody>
                    <a:bodyPr/>
                    <a:lstStyle/>
                    <a:p>
                      <a:r>
                        <a:rPr lang="en-IN" sz="2600"/>
                        <a:t>return function() end</a:t>
                      </a:r>
                    </a:p>
                  </a:txBody>
                  <a:tcPr marL="131098" marR="131098" marT="65549" marB="65549" anchor="ctr"/>
                </a:tc>
                <a:extLst>
                  <a:ext uri="{0D108BD9-81ED-4DB2-BD59-A6C34878D82A}">
                    <a16:rowId xmlns:a16="http://schemas.microsoft.com/office/drawing/2014/main" val="1180539164"/>
                  </a:ext>
                </a:extLst>
              </a:tr>
              <a:tr h="970127">
                <a:tc>
                  <a:txBody>
                    <a:bodyPr/>
                    <a:lstStyle/>
                    <a:p>
                      <a:r>
                        <a:rPr lang="en-IN" sz="2600"/>
                        <a:t>Stored in table</a:t>
                      </a:r>
                    </a:p>
                  </a:txBody>
                  <a:tcPr marL="131098" marR="131098" marT="65549" marB="65549" anchor="ctr"/>
                </a:tc>
                <a:tc>
                  <a:txBody>
                    <a:bodyPr/>
                    <a:lstStyle/>
                    <a:p>
                      <a:r>
                        <a:rPr lang="en-IN" sz="2600"/>
                        <a:t>tbl.handler = function() ... end</a:t>
                      </a:r>
                    </a:p>
                  </a:txBody>
                  <a:tcPr marL="131098" marR="131098" marT="65549" marB="65549" anchor="ctr"/>
                </a:tc>
                <a:extLst>
                  <a:ext uri="{0D108BD9-81ED-4DB2-BD59-A6C34878D82A}">
                    <a16:rowId xmlns:a16="http://schemas.microsoft.com/office/drawing/2014/main" val="2072722846"/>
                  </a:ext>
                </a:extLst>
              </a:tr>
              <a:tr h="576833">
                <a:tc>
                  <a:txBody>
                    <a:bodyPr/>
                    <a:lstStyle/>
                    <a:p>
                      <a:r>
                        <a:rPr lang="en-IN" sz="2600"/>
                        <a:t>Local function</a:t>
                      </a:r>
                    </a:p>
                  </a:txBody>
                  <a:tcPr marL="131098" marR="131098" marT="65549" marB="65549" anchor="ctr"/>
                </a:tc>
                <a:tc>
                  <a:txBody>
                    <a:bodyPr/>
                    <a:lstStyle/>
                    <a:p>
                      <a:r>
                        <a:rPr lang="en-IN" sz="2600"/>
                        <a:t>local function myFunc() end</a:t>
                      </a:r>
                    </a:p>
                  </a:txBody>
                  <a:tcPr marL="131098" marR="131098" marT="65549" marB="65549" anchor="ctr"/>
                </a:tc>
                <a:extLst>
                  <a:ext uri="{0D108BD9-81ED-4DB2-BD59-A6C34878D82A}">
                    <a16:rowId xmlns:a16="http://schemas.microsoft.com/office/drawing/2014/main" val="3902132040"/>
                  </a:ext>
                </a:extLst>
              </a:tr>
              <a:tr h="970127">
                <a:tc>
                  <a:txBody>
                    <a:bodyPr/>
                    <a:lstStyle/>
                    <a:p>
                      <a:r>
                        <a:rPr lang="en-IN" sz="2600"/>
                        <a:t>Global function (not recommended)</a:t>
                      </a:r>
                    </a:p>
                  </a:txBody>
                  <a:tcPr marL="131098" marR="131098" marT="65549" marB="65549" anchor="ctr"/>
                </a:tc>
                <a:tc>
                  <a:txBody>
                    <a:bodyPr/>
                    <a:lstStyle/>
                    <a:p>
                      <a:r>
                        <a:rPr lang="en-IN" sz="2600" dirty="0"/>
                        <a:t>function </a:t>
                      </a:r>
                      <a:r>
                        <a:rPr lang="en-IN" sz="2600" dirty="0" err="1"/>
                        <a:t>myFunc</a:t>
                      </a:r>
                      <a:r>
                        <a:rPr lang="en-IN" sz="2600" dirty="0"/>
                        <a:t>() end</a:t>
                      </a:r>
                    </a:p>
                  </a:txBody>
                  <a:tcPr marL="131098" marR="131098" marT="65549" marB="65549" anchor="ctr"/>
                </a:tc>
                <a:extLst>
                  <a:ext uri="{0D108BD9-81ED-4DB2-BD59-A6C34878D82A}">
                    <a16:rowId xmlns:a16="http://schemas.microsoft.com/office/drawing/2014/main" val="11307193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92372459"/>
      </p:ext>
    </p:extLst>
  </p:cSld>
  <p:clrMapOvr>
    <a:masterClrMapping/>
  </p:clrMapOvr>
</p:sld>
</file>

<file path=ppt/slides/slide2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CA6A40-C670-0FF5-F7DE-0F46A77D40E4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57201" y="1381125"/>
            <a:ext cx="8228012" cy="1133475"/>
          </a:xfrm>
        </p:spPr>
        <p:txBody>
          <a:bodyPr/>
          <a:lstStyle/>
          <a:p>
            <a:r>
              <a:rPr lang="en-US" dirty="0"/>
              <a:t>startIndex, </a:t>
            </a:r>
            <a:r>
              <a:rPr lang="en-US" dirty="0" err="1"/>
              <a:t>endIndex</a:t>
            </a:r>
            <a:r>
              <a:rPr lang="en-US" dirty="0"/>
              <a:t> = </a:t>
            </a:r>
            <a:r>
              <a:rPr lang="en-US" dirty="0" err="1"/>
              <a:t>string.find</a:t>
            </a:r>
            <a:r>
              <a:rPr lang="en-US" dirty="0"/>
              <a:t>(subject, pattern [, </a:t>
            </a:r>
            <a:r>
              <a:rPr lang="en-US" dirty="0" err="1"/>
              <a:t>init</a:t>
            </a:r>
            <a:r>
              <a:rPr lang="en-US" dirty="0"/>
              <a:t> [, plain]])</a:t>
            </a:r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3F1B2B1-065D-ADCB-945D-292B0F0BF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String.find</a:t>
            </a:r>
            <a:endParaRPr lang="en-IN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526CEB1-9731-11C6-3075-189C5947C8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5602926"/>
              </p:ext>
            </p:extLst>
          </p:nvPr>
        </p:nvGraphicFramePr>
        <p:xfrm>
          <a:off x="457200" y="2667000"/>
          <a:ext cx="8228012" cy="265176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133600">
                  <a:extLst>
                    <a:ext uri="{9D8B030D-6E8A-4147-A177-3AD203B41FA5}">
                      <a16:colId xmlns:a16="http://schemas.microsoft.com/office/drawing/2014/main" val="3056889188"/>
                    </a:ext>
                  </a:extLst>
                </a:gridCol>
                <a:gridCol w="6094412">
                  <a:extLst>
                    <a:ext uri="{9D8B030D-6E8A-4147-A177-3AD203B41FA5}">
                      <a16:colId xmlns:a16="http://schemas.microsoft.com/office/drawing/2014/main" val="65304219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Parameter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467182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subject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The string to search in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3776218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n-IN" sz="1800"/>
                        <a:t>pattern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The substring or Lua pattern to search for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1296819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n-IN" sz="1800"/>
                        <a:t>init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(optional) Index to start the search (default is 1)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7164266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n-IN" sz="1800"/>
                        <a:t>plain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(optional) If true, disables pattern matching (literal match)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683536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60602922"/>
      </p:ext>
    </p:extLst>
  </p:cSld>
  <p:clrMapOvr>
    <a:masterClrMapping/>
  </p:clrMapOvr>
</p:sld>
</file>

<file path=ppt/slides/slide2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BC7585-7BEB-50AD-53E2-94C67830BB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A3A06E-F65B-B83E-BA17-ADF4AA67001D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57201" y="1381125"/>
            <a:ext cx="8228012" cy="4867275"/>
          </a:xfrm>
        </p:spPr>
        <p:txBody>
          <a:bodyPr/>
          <a:lstStyle/>
          <a:p>
            <a:r>
              <a:rPr lang="en-US" dirty="0"/>
              <a:t>local s = "Hello, Lua!"</a:t>
            </a:r>
          </a:p>
          <a:p>
            <a:r>
              <a:rPr lang="en-US" dirty="0"/>
              <a:t>local </a:t>
            </a:r>
            <a:r>
              <a:rPr lang="en-US" dirty="0" err="1"/>
              <a:t>i</a:t>
            </a:r>
            <a:r>
              <a:rPr lang="en-US" dirty="0"/>
              <a:t>, j = </a:t>
            </a:r>
            <a:r>
              <a:rPr lang="en-US" dirty="0" err="1"/>
              <a:t>string.find</a:t>
            </a:r>
            <a:r>
              <a:rPr lang="en-US" dirty="0"/>
              <a:t>(s, "Lua")</a:t>
            </a:r>
          </a:p>
          <a:p>
            <a:r>
              <a:rPr lang="en-US" dirty="0"/>
              <a:t>print(</a:t>
            </a:r>
            <a:r>
              <a:rPr lang="en-US" dirty="0" err="1"/>
              <a:t>i</a:t>
            </a:r>
            <a:r>
              <a:rPr lang="en-US" dirty="0"/>
              <a:t>, j)  --&gt; 8 10</a:t>
            </a:r>
          </a:p>
          <a:p>
            <a:r>
              <a:rPr lang="en-US" dirty="0"/>
              <a:t>print(</a:t>
            </a:r>
            <a:r>
              <a:rPr lang="en-US" dirty="0" err="1"/>
              <a:t>s:sub</a:t>
            </a:r>
            <a:r>
              <a:rPr lang="en-US" dirty="0"/>
              <a:t>(</a:t>
            </a:r>
            <a:r>
              <a:rPr lang="en-US" dirty="0" err="1"/>
              <a:t>i</a:t>
            </a:r>
            <a:r>
              <a:rPr lang="en-US" dirty="0"/>
              <a:t>, j))  --&gt; Lua</a:t>
            </a:r>
          </a:p>
          <a:p>
            <a:endParaRPr lang="en-US" dirty="0"/>
          </a:p>
          <a:p>
            <a:r>
              <a:rPr lang="en-US" dirty="0" err="1"/>
              <a:t>i</a:t>
            </a:r>
            <a:r>
              <a:rPr lang="en-US" dirty="0"/>
              <a:t> and j start index and end index of result</a:t>
            </a:r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4AD1508-35CE-457D-08C2-D87FDD762E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String.find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97541916"/>
      </p:ext>
    </p:extLst>
  </p:cSld>
  <p:clrMapOvr>
    <a:masterClrMapping/>
  </p:clrMapOvr>
</p:sld>
</file>

<file path=ppt/slides/slide2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A0C6F2-4055-A10A-D32D-72C9994CC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8C5E29-D0C6-A971-FE85-A4BE463E6F78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57201" y="1381125"/>
            <a:ext cx="8228012" cy="4867275"/>
          </a:xfrm>
        </p:spPr>
        <p:txBody>
          <a:bodyPr/>
          <a:lstStyle/>
          <a:p>
            <a:r>
              <a:rPr lang="en-US" dirty="0"/>
              <a:t>local s = "Lua is Lua"</a:t>
            </a:r>
          </a:p>
          <a:p>
            <a:r>
              <a:rPr lang="en-US" dirty="0"/>
              <a:t>print(</a:t>
            </a:r>
            <a:r>
              <a:rPr lang="en-US" dirty="0" err="1"/>
              <a:t>string.find</a:t>
            </a:r>
            <a:r>
              <a:rPr lang="en-US" dirty="0"/>
              <a:t>(s, "Lua", 5)) --&gt; 8 10 (starts searching from index 5)</a:t>
            </a:r>
          </a:p>
          <a:p>
            <a:r>
              <a:rPr lang="en-IN" dirty="0"/>
              <a:t>Starts search from 5</a:t>
            </a:r>
            <a:r>
              <a:rPr lang="en-IN" baseline="30000" dirty="0"/>
              <a:t>th</a:t>
            </a:r>
            <a:r>
              <a:rPr lang="en-IN" dirty="0"/>
              <a:t> position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7D5DFBB-F416-1472-7B31-78FED0C858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String.find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26847517"/>
      </p:ext>
    </p:extLst>
  </p:cSld>
  <p:clrMapOvr>
    <a:masterClrMapping/>
  </p:clrMapOvr>
</p:sld>
</file>

<file path=ppt/slides/slide2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3F6833-48E4-E82A-42C3-DC31203C1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5DA9BE-A7CC-5ED8-BFCA-A2FC26C905A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57201" y="1381125"/>
            <a:ext cx="8228012" cy="4867275"/>
          </a:xfrm>
        </p:spPr>
        <p:txBody>
          <a:bodyPr/>
          <a:lstStyle/>
          <a:p>
            <a:r>
              <a:rPr lang="en-US" dirty="0"/>
              <a:t>if </a:t>
            </a:r>
            <a:r>
              <a:rPr lang="en-US" dirty="0" err="1"/>
              <a:t>string.find</a:t>
            </a:r>
            <a:r>
              <a:rPr lang="en-US" dirty="0"/>
              <a:t>("hello world", "world") then</a:t>
            </a:r>
          </a:p>
          <a:p>
            <a:r>
              <a:rPr lang="en-US" dirty="0"/>
              <a:t>    print("Found")</a:t>
            </a:r>
          </a:p>
          <a:p>
            <a:r>
              <a:rPr lang="en-US" dirty="0"/>
              <a:t>else</a:t>
            </a:r>
          </a:p>
          <a:p>
            <a:r>
              <a:rPr lang="en-US" dirty="0"/>
              <a:t>    print("Not found")</a:t>
            </a:r>
          </a:p>
          <a:p>
            <a:r>
              <a:rPr lang="en-US" dirty="0"/>
              <a:t>End</a:t>
            </a:r>
          </a:p>
          <a:p>
            <a:r>
              <a:rPr lang="en-US" dirty="0"/>
              <a:t>print(</a:t>
            </a:r>
            <a:r>
              <a:rPr lang="en-US" dirty="0" err="1"/>
              <a:t>string.find</a:t>
            </a:r>
            <a:r>
              <a:rPr lang="en-US" dirty="0"/>
              <a:t>("</a:t>
            </a:r>
            <a:r>
              <a:rPr lang="en-US" dirty="0" err="1"/>
              <a:t>abc</a:t>
            </a:r>
            <a:r>
              <a:rPr lang="en-US" dirty="0"/>
              <a:t>", "</a:t>
            </a:r>
            <a:r>
              <a:rPr lang="en-US" dirty="0" err="1"/>
              <a:t>xyz</a:t>
            </a:r>
            <a:r>
              <a:rPr lang="en-US" dirty="0"/>
              <a:t>")) --&gt; nil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89535CA-88D1-891C-BBF0-1E0407E28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String.find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49078275"/>
      </p:ext>
    </p:extLst>
  </p:cSld>
  <p:clrMapOvr>
    <a:masterClrMapping/>
  </p:clrMapOvr>
</p:sld>
</file>

<file path=ppt/slides/slide2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C1B3356-8E37-B2D4-19C9-FE4499C4F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035" y="170122"/>
            <a:ext cx="8205261" cy="785553"/>
          </a:xfrm>
        </p:spPr>
        <p:txBody>
          <a:bodyPr anchor="b">
            <a:normAutofit/>
          </a:bodyPr>
          <a:lstStyle/>
          <a:p>
            <a:r>
              <a:rPr lang="en-IN" dirty="0"/>
              <a:t>Lua Pattern Character Classes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5E26C73-DC53-164C-B448-F052BD0001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7157763"/>
              </p:ext>
            </p:extLst>
          </p:nvPr>
        </p:nvGraphicFramePr>
        <p:xfrm>
          <a:off x="743996" y="1381125"/>
          <a:ext cx="7654423" cy="4824416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1631788">
                  <a:extLst>
                    <a:ext uri="{9D8B030D-6E8A-4147-A177-3AD203B41FA5}">
                      <a16:colId xmlns:a16="http://schemas.microsoft.com/office/drawing/2014/main" val="1795350455"/>
                    </a:ext>
                  </a:extLst>
                </a:gridCol>
                <a:gridCol w="3090148">
                  <a:extLst>
                    <a:ext uri="{9D8B030D-6E8A-4147-A177-3AD203B41FA5}">
                      <a16:colId xmlns:a16="http://schemas.microsoft.com/office/drawing/2014/main" val="2012252359"/>
                    </a:ext>
                  </a:extLst>
                </a:gridCol>
                <a:gridCol w="2932487">
                  <a:extLst>
                    <a:ext uri="{9D8B030D-6E8A-4147-A177-3AD203B41FA5}">
                      <a16:colId xmlns:a16="http://schemas.microsoft.com/office/drawing/2014/main" val="496825937"/>
                    </a:ext>
                  </a:extLst>
                </a:gridCol>
              </a:tblGrid>
              <a:tr h="624336">
                <a:tc>
                  <a:txBody>
                    <a:bodyPr/>
                    <a:lstStyle/>
                    <a:p>
                      <a:r>
                        <a:rPr lang="en-IN" sz="2800"/>
                        <a:t>Pattern</a:t>
                      </a:r>
                    </a:p>
                  </a:txBody>
                  <a:tcPr marL="141895" marR="141895" marT="70947" marB="70947" anchor="ctr"/>
                </a:tc>
                <a:tc>
                  <a:txBody>
                    <a:bodyPr/>
                    <a:lstStyle/>
                    <a:p>
                      <a:r>
                        <a:rPr lang="en-IN" sz="2800"/>
                        <a:t>Meaning</a:t>
                      </a:r>
                    </a:p>
                  </a:txBody>
                  <a:tcPr marL="141895" marR="141895" marT="70947" marB="70947" anchor="ctr"/>
                </a:tc>
                <a:tc>
                  <a:txBody>
                    <a:bodyPr/>
                    <a:lstStyle/>
                    <a:p>
                      <a:r>
                        <a:rPr lang="en-IN" sz="2800"/>
                        <a:t>Example Match</a:t>
                      </a:r>
                    </a:p>
                  </a:txBody>
                  <a:tcPr marL="141895" marR="141895" marT="70947" marB="70947" anchor="ctr"/>
                </a:tc>
                <a:extLst>
                  <a:ext uri="{0D108BD9-81ED-4DB2-BD59-A6C34878D82A}">
                    <a16:rowId xmlns:a16="http://schemas.microsoft.com/office/drawing/2014/main" val="1930743947"/>
                  </a:ext>
                </a:extLst>
              </a:tr>
              <a:tr h="1050020">
                <a:tc>
                  <a:txBody>
                    <a:bodyPr/>
                    <a:lstStyle/>
                    <a:p>
                      <a:r>
                        <a:rPr lang="en-IN" sz="2800"/>
                        <a:t>%u</a:t>
                      </a:r>
                    </a:p>
                  </a:txBody>
                  <a:tcPr marL="141895" marR="141895" marT="70947" marB="70947" anchor="ctr"/>
                </a:tc>
                <a:tc>
                  <a:txBody>
                    <a:bodyPr/>
                    <a:lstStyle/>
                    <a:p>
                      <a:r>
                        <a:rPr lang="en-IN" sz="2800"/>
                        <a:t>Uppercase letter (A–Z)</a:t>
                      </a:r>
                    </a:p>
                  </a:txBody>
                  <a:tcPr marL="141895" marR="141895" marT="70947" marB="70947" anchor="ctr"/>
                </a:tc>
                <a:tc>
                  <a:txBody>
                    <a:bodyPr/>
                    <a:lstStyle/>
                    <a:p>
                      <a:r>
                        <a:rPr lang="en-IN" sz="2800"/>
                        <a:t>"A", "Z"</a:t>
                      </a:r>
                    </a:p>
                  </a:txBody>
                  <a:tcPr marL="141895" marR="141895" marT="70947" marB="70947" anchor="ctr"/>
                </a:tc>
                <a:extLst>
                  <a:ext uri="{0D108BD9-81ED-4DB2-BD59-A6C34878D82A}">
                    <a16:rowId xmlns:a16="http://schemas.microsoft.com/office/drawing/2014/main" val="3129883373"/>
                  </a:ext>
                </a:extLst>
              </a:tr>
              <a:tr h="1050020">
                <a:tc>
                  <a:txBody>
                    <a:bodyPr/>
                    <a:lstStyle/>
                    <a:p>
                      <a:r>
                        <a:rPr lang="en-IN" sz="2800"/>
                        <a:t>%l</a:t>
                      </a:r>
                    </a:p>
                  </a:txBody>
                  <a:tcPr marL="141895" marR="141895" marT="70947" marB="70947" anchor="ctr"/>
                </a:tc>
                <a:tc>
                  <a:txBody>
                    <a:bodyPr/>
                    <a:lstStyle/>
                    <a:p>
                      <a:r>
                        <a:rPr lang="en-IN" sz="2800"/>
                        <a:t>Lowercase letter (a–z)</a:t>
                      </a:r>
                    </a:p>
                  </a:txBody>
                  <a:tcPr marL="141895" marR="141895" marT="70947" marB="70947" anchor="ctr"/>
                </a:tc>
                <a:tc>
                  <a:txBody>
                    <a:bodyPr/>
                    <a:lstStyle/>
                    <a:p>
                      <a:r>
                        <a:rPr lang="en-IN" sz="2800"/>
                        <a:t>"a", "z"</a:t>
                      </a:r>
                    </a:p>
                  </a:txBody>
                  <a:tcPr marL="141895" marR="141895" marT="70947" marB="70947" anchor="ctr"/>
                </a:tc>
                <a:extLst>
                  <a:ext uri="{0D108BD9-81ED-4DB2-BD59-A6C34878D82A}">
                    <a16:rowId xmlns:a16="http://schemas.microsoft.com/office/drawing/2014/main" val="1877347537"/>
                  </a:ext>
                </a:extLst>
              </a:tr>
              <a:tr h="1050020">
                <a:tc>
                  <a:txBody>
                    <a:bodyPr/>
                    <a:lstStyle/>
                    <a:p>
                      <a:r>
                        <a:rPr lang="en-IN" sz="2800"/>
                        <a:t>%p</a:t>
                      </a:r>
                    </a:p>
                  </a:txBody>
                  <a:tcPr marL="141895" marR="141895" marT="70947" marB="70947" anchor="ctr"/>
                </a:tc>
                <a:tc>
                  <a:txBody>
                    <a:bodyPr/>
                    <a:lstStyle/>
                    <a:p>
                      <a:r>
                        <a:rPr lang="en-IN" sz="2800"/>
                        <a:t>Punctuation character</a:t>
                      </a:r>
                    </a:p>
                  </a:txBody>
                  <a:tcPr marL="141895" marR="141895" marT="70947" marB="70947" anchor="ctr"/>
                </a:tc>
                <a:tc>
                  <a:txBody>
                    <a:bodyPr/>
                    <a:lstStyle/>
                    <a:p>
                      <a:r>
                        <a:rPr lang="en-IN" sz="2800"/>
                        <a:t>".", ",", "!", "?", etc.</a:t>
                      </a:r>
                    </a:p>
                  </a:txBody>
                  <a:tcPr marL="141895" marR="141895" marT="70947" marB="70947" anchor="ctr"/>
                </a:tc>
                <a:extLst>
                  <a:ext uri="{0D108BD9-81ED-4DB2-BD59-A6C34878D82A}">
                    <a16:rowId xmlns:a16="http://schemas.microsoft.com/office/drawing/2014/main" val="1230868786"/>
                  </a:ext>
                </a:extLst>
              </a:tr>
              <a:tr h="1050020">
                <a:tc>
                  <a:txBody>
                    <a:bodyPr/>
                    <a:lstStyle/>
                    <a:p>
                      <a:r>
                        <a:rPr lang="en-IN" sz="2800"/>
                        <a:t>%s</a:t>
                      </a:r>
                    </a:p>
                  </a:txBody>
                  <a:tcPr marL="141895" marR="141895" marT="70947" marB="70947" anchor="ctr"/>
                </a:tc>
                <a:tc>
                  <a:txBody>
                    <a:bodyPr/>
                    <a:lstStyle/>
                    <a:p>
                      <a:r>
                        <a:rPr lang="en-IN" sz="2800"/>
                        <a:t>Whitespace character</a:t>
                      </a:r>
                    </a:p>
                  </a:txBody>
                  <a:tcPr marL="141895" marR="141895" marT="70947" marB="70947" anchor="ctr"/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" ", "\t", "\n", "\r"</a:t>
                      </a:r>
                    </a:p>
                  </a:txBody>
                  <a:tcPr marL="141895" marR="141895" marT="70947" marB="70947" anchor="ctr"/>
                </a:tc>
                <a:extLst>
                  <a:ext uri="{0D108BD9-81ED-4DB2-BD59-A6C34878D82A}">
                    <a16:rowId xmlns:a16="http://schemas.microsoft.com/office/drawing/2014/main" val="35275438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93648319"/>
      </p:ext>
    </p:extLst>
  </p:cSld>
  <p:clrMapOvr>
    <a:masterClrMapping/>
  </p:clrMapOvr>
</p:sld>
</file>

<file path=ppt/slides/slide2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0D42A5-674D-1435-7787-D9634E79D1EB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N" dirty="0"/>
              <a:t>local password = "Hello@123"</a:t>
            </a:r>
          </a:p>
          <a:p>
            <a:endParaRPr lang="en-IN" dirty="0"/>
          </a:p>
          <a:p>
            <a:r>
              <a:rPr lang="en-IN" dirty="0"/>
              <a:t>if </a:t>
            </a:r>
            <a:r>
              <a:rPr lang="en-IN" dirty="0" err="1"/>
              <a:t>string.match</a:t>
            </a:r>
            <a:r>
              <a:rPr lang="en-IN" dirty="0"/>
              <a:t>(password, "%u") and     -- has uppercase</a:t>
            </a:r>
          </a:p>
          <a:p>
            <a:r>
              <a:rPr lang="en-IN" dirty="0"/>
              <a:t>   </a:t>
            </a:r>
            <a:r>
              <a:rPr lang="en-IN" dirty="0" err="1"/>
              <a:t>string.match</a:t>
            </a:r>
            <a:r>
              <a:rPr lang="en-IN" dirty="0"/>
              <a:t>(password, "%l") and     -- has lowercase</a:t>
            </a:r>
          </a:p>
          <a:p>
            <a:r>
              <a:rPr lang="en-IN" dirty="0"/>
              <a:t>   </a:t>
            </a:r>
            <a:r>
              <a:rPr lang="en-IN" dirty="0" err="1"/>
              <a:t>string.match</a:t>
            </a:r>
            <a:r>
              <a:rPr lang="en-IN" dirty="0"/>
              <a:t>(password, "%d") and     -- has digit</a:t>
            </a:r>
          </a:p>
          <a:p>
            <a:r>
              <a:rPr lang="en-IN" dirty="0"/>
              <a:t>   </a:t>
            </a:r>
            <a:r>
              <a:rPr lang="en-IN" dirty="0" err="1"/>
              <a:t>string.match</a:t>
            </a:r>
            <a:r>
              <a:rPr lang="en-IN" dirty="0"/>
              <a:t>(password, "%p") and     -- has punctuation</a:t>
            </a:r>
          </a:p>
          <a:p>
            <a:r>
              <a:rPr lang="en-IN" dirty="0"/>
              <a:t>   </a:t>
            </a:r>
            <a:r>
              <a:rPr lang="en-IN" dirty="0" err="1"/>
              <a:t>string.len</a:t>
            </a:r>
            <a:r>
              <a:rPr lang="en-IN" dirty="0"/>
              <a:t>(password) &gt;= 8 then       -- length check</a:t>
            </a:r>
          </a:p>
          <a:p>
            <a:endParaRPr lang="en-IN" dirty="0"/>
          </a:p>
          <a:p>
            <a:r>
              <a:rPr lang="en-IN" dirty="0"/>
              <a:t>    print("Valid password")</a:t>
            </a:r>
          </a:p>
          <a:p>
            <a:r>
              <a:rPr lang="en-IN" dirty="0"/>
              <a:t>else</a:t>
            </a:r>
          </a:p>
          <a:p>
            <a:r>
              <a:rPr lang="en-IN" dirty="0"/>
              <a:t>    print("Invalid password")</a:t>
            </a:r>
          </a:p>
          <a:p>
            <a:r>
              <a:rPr lang="en-IN" dirty="0"/>
              <a:t>end</a:t>
            </a:r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BFACE68-CBC6-2D0B-3BA1-0D07535A9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String.match</a:t>
            </a:r>
          </a:p>
        </p:txBody>
      </p:sp>
    </p:spTree>
    <p:extLst>
      <p:ext uri="{BB962C8B-B14F-4D97-AF65-F5344CB8AC3E}">
        <p14:creationId xmlns:p14="http://schemas.microsoft.com/office/powerpoint/2010/main" val="2929450809"/>
      </p:ext>
    </p:extLst>
  </p:cSld>
  <p:clrMapOvr>
    <a:masterClrMapping/>
  </p:clrMapOvr>
</p:sld>
</file>

<file path=ppt/slides/slide2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46E9DF9-E5A1-DE1A-1372-CF8382A7F1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035" y="170122"/>
            <a:ext cx="8205261" cy="785553"/>
          </a:xfrm>
        </p:spPr>
        <p:txBody>
          <a:bodyPr anchor="b">
            <a:normAutofit/>
          </a:bodyPr>
          <a:lstStyle/>
          <a:p>
            <a:r>
              <a:rPr lang="en-IN" dirty="0"/>
              <a:t> Inverted Match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8976F4C-E25C-C6B6-95CA-9DEE4575BE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5277932"/>
              </p:ext>
            </p:extLst>
          </p:nvPr>
        </p:nvGraphicFramePr>
        <p:xfrm>
          <a:off x="927656" y="2318100"/>
          <a:ext cx="7287103" cy="2950464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1927860">
                  <a:extLst>
                    <a:ext uri="{9D8B030D-6E8A-4147-A177-3AD203B41FA5}">
                      <a16:colId xmlns:a16="http://schemas.microsoft.com/office/drawing/2014/main" val="4133948429"/>
                    </a:ext>
                  </a:extLst>
                </a:gridCol>
                <a:gridCol w="5359243">
                  <a:extLst>
                    <a:ext uri="{9D8B030D-6E8A-4147-A177-3AD203B41FA5}">
                      <a16:colId xmlns:a16="http://schemas.microsoft.com/office/drawing/2014/main" val="3842295928"/>
                    </a:ext>
                  </a:extLst>
                </a:gridCol>
              </a:tblGrid>
              <a:tr h="737616">
                <a:tc>
                  <a:txBody>
                    <a:bodyPr/>
                    <a:lstStyle/>
                    <a:p>
                      <a:r>
                        <a:rPr lang="en-IN" sz="3300"/>
                        <a:t>Pattern</a:t>
                      </a:r>
                    </a:p>
                  </a:txBody>
                  <a:tcPr marL="167640" marR="167640" marT="83820" marB="83820" anchor="ctr"/>
                </a:tc>
                <a:tc>
                  <a:txBody>
                    <a:bodyPr/>
                    <a:lstStyle/>
                    <a:p>
                      <a:r>
                        <a:rPr lang="en-IN" sz="3300"/>
                        <a:t>Matches</a:t>
                      </a:r>
                    </a:p>
                  </a:txBody>
                  <a:tcPr marL="167640" marR="167640" marT="83820" marB="83820" anchor="ctr"/>
                </a:tc>
                <a:extLst>
                  <a:ext uri="{0D108BD9-81ED-4DB2-BD59-A6C34878D82A}">
                    <a16:rowId xmlns:a16="http://schemas.microsoft.com/office/drawing/2014/main" val="1137587298"/>
                  </a:ext>
                </a:extLst>
              </a:tr>
              <a:tr h="737616">
                <a:tc>
                  <a:txBody>
                    <a:bodyPr/>
                    <a:lstStyle/>
                    <a:p>
                      <a:r>
                        <a:rPr lang="en-IN" sz="3300"/>
                        <a:t>%S</a:t>
                      </a:r>
                    </a:p>
                  </a:txBody>
                  <a:tcPr marL="167640" marR="167640" marT="83820" marB="83820" anchor="ctr"/>
                </a:tc>
                <a:tc>
                  <a:txBody>
                    <a:bodyPr/>
                    <a:lstStyle/>
                    <a:p>
                      <a:r>
                        <a:rPr lang="en-IN" sz="3300"/>
                        <a:t>Non-space character</a:t>
                      </a:r>
                    </a:p>
                  </a:txBody>
                  <a:tcPr marL="167640" marR="167640" marT="83820" marB="83820" anchor="ctr"/>
                </a:tc>
                <a:extLst>
                  <a:ext uri="{0D108BD9-81ED-4DB2-BD59-A6C34878D82A}">
                    <a16:rowId xmlns:a16="http://schemas.microsoft.com/office/drawing/2014/main" val="3225093210"/>
                  </a:ext>
                </a:extLst>
              </a:tr>
              <a:tr h="737616">
                <a:tc>
                  <a:txBody>
                    <a:bodyPr/>
                    <a:lstStyle/>
                    <a:p>
                      <a:r>
                        <a:rPr lang="en-IN" sz="3300"/>
                        <a:t>%P</a:t>
                      </a:r>
                    </a:p>
                  </a:txBody>
                  <a:tcPr marL="167640" marR="167640" marT="83820" marB="83820" anchor="ctr"/>
                </a:tc>
                <a:tc>
                  <a:txBody>
                    <a:bodyPr/>
                    <a:lstStyle/>
                    <a:p>
                      <a:r>
                        <a:rPr lang="en-IN" sz="3300"/>
                        <a:t>Non-punctuation</a:t>
                      </a:r>
                    </a:p>
                  </a:txBody>
                  <a:tcPr marL="167640" marR="167640" marT="83820" marB="83820" anchor="ctr"/>
                </a:tc>
                <a:extLst>
                  <a:ext uri="{0D108BD9-81ED-4DB2-BD59-A6C34878D82A}">
                    <a16:rowId xmlns:a16="http://schemas.microsoft.com/office/drawing/2014/main" val="2738611938"/>
                  </a:ext>
                </a:extLst>
              </a:tr>
              <a:tr h="737616">
                <a:tc>
                  <a:txBody>
                    <a:bodyPr/>
                    <a:lstStyle/>
                    <a:p>
                      <a:r>
                        <a:rPr lang="en-IN" sz="3300"/>
                        <a:t>%U</a:t>
                      </a:r>
                    </a:p>
                  </a:txBody>
                  <a:tcPr marL="167640" marR="167640" marT="83820" marB="83820" anchor="ctr"/>
                </a:tc>
                <a:tc>
                  <a:txBody>
                    <a:bodyPr/>
                    <a:lstStyle/>
                    <a:p>
                      <a:r>
                        <a:rPr lang="en-IN" sz="3300" dirty="0"/>
                        <a:t>Invalid (Lua doesn't have)</a:t>
                      </a:r>
                    </a:p>
                  </a:txBody>
                  <a:tcPr marL="167640" marR="167640" marT="83820" marB="83820" anchor="ctr"/>
                </a:tc>
                <a:extLst>
                  <a:ext uri="{0D108BD9-81ED-4DB2-BD59-A6C34878D82A}">
                    <a16:rowId xmlns:a16="http://schemas.microsoft.com/office/drawing/2014/main" val="592142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57889957"/>
      </p:ext>
    </p:extLst>
  </p:cSld>
  <p:clrMapOvr>
    <a:masterClrMapping/>
  </p:clrMapOvr>
</p:sld>
</file>

<file path=ppt/slides/slide2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45E723-1D50-12C9-B853-0323BC6434B9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 err="1"/>
              <a:t>string.gsub</a:t>
            </a:r>
            <a:r>
              <a:rPr lang="en-US" dirty="0"/>
              <a:t> (global substitution) is used to replace parts of a string using a pattern.</a:t>
            </a:r>
          </a:p>
          <a:p>
            <a:r>
              <a:rPr lang="en-US" dirty="0"/>
              <a:t>result, count = </a:t>
            </a:r>
            <a:r>
              <a:rPr lang="en-US" dirty="0" err="1"/>
              <a:t>string.gsub</a:t>
            </a:r>
            <a:r>
              <a:rPr lang="en-US" dirty="0"/>
              <a:t>(subject, pattern, replacement [, n])</a:t>
            </a:r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1064B11-F710-42B2-BA89-044343814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string.gsub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98786418"/>
      </p:ext>
    </p:extLst>
  </p:cSld>
  <p:clrMapOvr>
    <a:masterClrMapping/>
  </p:clrMapOvr>
</p:sld>
</file>

<file path=ppt/slides/slide2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E7B662-03B8-DBF6-1C6B-FEF41239F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983B88-5510-69A5-A431-C9D8CC328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035" y="170122"/>
            <a:ext cx="8205261" cy="785553"/>
          </a:xfrm>
        </p:spPr>
        <p:txBody>
          <a:bodyPr anchor="b">
            <a:normAutofit/>
          </a:bodyPr>
          <a:lstStyle/>
          <a:p>
            <a:r>
              <a:rPr lang="en-IN" dirty="0" err="1"/>
              <a:t>string.gsub</a:t>
            </a:r>
            <a:endParaRPr lang="en-IN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E4006BA-3C46-8A9F-B898-6F81253F4D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3108194"/>
              </p:ext>
            </p:extLst>
          </p:nvPr>
        </p:nvGraphicFramePr>
        <p:xfrm>
          <a:off x="491389" y="1381125"/>
          <a:ext cx="8159636" cy="4824419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454235">
                  <a:extLst>
                    <a:ext uri="{9D8B030D-6E8A-4147-A177-3AD203B41FA5}">
                      <a16:colId xmlns:a16="http://schemas.microsoft.com/office/drawing/2014/main" val="3218709619"/>
                    </a:ext>
                  </a:extLst>
                </a:gridCol>
                <a:gridCol w="5705401">
                  <a:extLst>
                    <a:ext uri="{9D8B030D-6E8A-4147-A177-3AD203B41FA5}">
                      <a16:colId xmlns:a16="http://schemas.microsoft.com/office/drawing/2014/main" val="814546320"/>
                    </a:ext>
                  </a:extLst>
                </a:gridCol>
              </a:tblGrid>
              <a:tr h="628031">
                <a:tc>
                  <a:txBody>
                    <a:bodyPr/>
                    <a:lstStyle/>
                    <a:p>
                      <a:r>
                        <a:rPr lang="en-IN" sz="2800"/>
                        <a:t>Parameter</a:t>
                      </a:r>
                    </a:p>
                  </a:txBody>
                  <a:tcPr marL="142734" marR="142734" marT="71367" marB="71367" anchor="ctr"/>
                </a:tc>
                <a:tc>
                  <a:txBody>
                    <a:bodyPr/>
                    <a:lstStyle/>
                    <a:p>
                      <a:r>
                        <a:rPr lang="en-IN" sz="2800"/>
                        <a:t>Description</a:t>
                      </a:r>
                    </a:p>
                  </a:txBody>
                  <a:tcPr marL="142734" marR="142734" marT="71367" marB="71367" anchor="ctr"/>
                </a:tc>
                <a:extLst>
                  <a:ext uri="{0D108BD9-81ED-4DB2-BD59-A6C34878D82A}">
                    <a16:rowId xmlns:a16="http://schemas.microsoft.com/office/drawing/2014/main" val="667340324"/>
                  </a:ext>
                </a:extLst>
              </a:tr>
              <a:tr h="628031">
                <a:tc>
                  <a:txBody>
                    <a:bodyPr/>
                    <a:lstStyle/>
                    <a:p>
                      <a:r>
                        <a:rPr lang="en-IN" sz="2800"/>
                        <a:t>subject</a:t>
                      </a:r>
                    </a:p>
                  </a:txBody>
                  <a:tcPr marL="142734" marR="142734" marT="71367" marB="71367" anchor="ctr"/>
                </a:tc>
                <a:tc>
                  <a:txBody>
                    <a:bodyPr/>
                    <a:lstStyle/>
                    <a:p>
                      <a:r>
                        <a:rPr lang="en-IN" sz="2800"/>
                        <a:t>The original string</a:t>
                      </a:r>
                    </a:p>
                  </a:txBody>
                  <a:tcPr marL="142734" marR="142734" marT="71367" marB="71367" anchor="ctr"/>
                </a:tc>
                <a:extLst>
                  <a:ext uri="{0D108BD9-81ED-4DB2-BD59-A6C34878D82A}">
                    <a16:rowId xmlns:a16="http://schemas.microsoft.com/office/drawing/2014/main" val="2100847042"/>
                  </a:ext>
                </a:extLst>
              </a:tr>
              <a:tr h="628031">
                <a:tc>
                  <a:txBody>
                    <a:bodyPr/>
                    <a:lstStyle/>
                    <a:p>
                      <a:r>
                        <a:rPr lang="en-IN" sz="2800"/>
                        <a:t>pattern</a:t>
                      </a:r>
                    </a:p>
                  </a:txBody>
                  <a:tcPr marL="142734" marR="142734" marT="71367" marB="71367" anchor="ctr"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Lua pattern (what to search for)</a:t>
                      </a:r>
                    </a:p>
                  </a:txBody>
                  <a:tcPr marL="142734" marR="142734" marT="71367" marB="71367" anchor="ctr"/>
                </a:tc>
                <a:extLst>
                  <a:ext uri="{0D108BD9-81ED-4DB2-BD59-A6C34878D82A}">
                    <a16:rowId xmlns:a16="http://schemas.microsoft.com/office/drawing/2014/main" val="2338216111"/>
                  </a:ext>
                </a:extLst>
              </a:tr>
              <a:tr h="1056233">
                <a:tc>
                  <a:txBody>
                    <a:bodyPr/>
                    <a:lstStyle/>
                    <a:p>
                      <a:r>
                        <a:rPr lang="en-IN" sz="2800"/>
                        <a:t>replacement</a:t>
                      </a:r>
                    </a:p>
                  </a:txBody>
                  <a:tcPr marL="142734" marR="142734" marT="71367" marB="71367" anchor="ctr"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Replacement value (string, table, or function)</a:t>
                      </a:r>
                    </a:p>
                  </a:txBody>
                  <a:tcPr marL="142734" marR="142734" marT="71367" marB="71367" anchor="ctr"/>
                </a:tc>
                <a:extLst>
                  <a:ext uri="{0D108BD9-81ED-4DB2-BD59-A6C34878D82A}">
                    <a16:rowId xmlns:a16="http://schemas.microsoft.com/office/drawing/2014/main" val="1119087771"/>
                  </a:ext>
                </a:extLst>
              </a:tr>
              <a:tr h="628031">
                <a:tc>
                  <a:txBody>
                    <a:bodyPr/>
                    <a:lstStyle/>
                    <a:p>
                      <a:r>
                        <a:rPr lang="en-IN" sz="2800"/>
                        <a:t>n (optional)</a:t>
                      </a:r>
                    </a:p>
                  </a:txBody>
                  <a:tcPr marL="142734" marR="142734" marT="71367" marB="71367" anchor="ctr"/>
                </a:tc>
                <a:tc>
                  <a:txBody>
                    <a:bodyPr/>
                    <a:lstStyle/>
                    <a:p>
                      <a:r>
                        <a:rPr lang="en-IN" sz="2800"/>
                        <a:t>Max number of substitutions</a:t>
                      </a:r>
                    </a:p>
                  </a:txBody>
                  <a:tcPr marL="142734" marR="142734" marT="71367" marB="71367" anchor="ctr"/>
                </a:tc>
                <a:extLst>
                  <a:ext uri="{0D108BD9-81ED-4DB2-BD59-A6C34878D82A}">
                    <a16:rowId xmlns:a16="http://schemas.microsoft.com/office/drawing/2014/main" val="1093366432"/>
                  </a:ext>
                </a:extLst>
              </a:tr>
              <a:tr h="628031">
                <a:tc>
                  <a:txBody>
                    <a:bodyPr/>
                    <a:lstStyle/>
                    <a:p>
                      <a:r>
                        <a:rPr lang="en-IN" sz="2800"/>
                        <a:t>result</a:t>
                      </a:r>
                    </a:p>
                  </a:txBody>
                  <a:tcPr marL="142734" marR="142734" marT="71367" marB="71367" anchor="ctr"/>
                </a:tc>
                <a:tc>
                  <a:txBody>
                    <a:bodyPr/>
                    <a:lstStyle/>
                    <a:p>
                      <a:r>
                        <a:rPr lang="en-IN" sz="2800"/>
                        <a:t>Final string with replacements</a:t>
                      </a:r>
                    </a:p>
                  </a:txBody>
                  <a:tcPr marL="142734" marR="142734" marT="71367" marB="71367" anchor="ctr"/>
                </a:tc>
                <a:extLst>
                  <a:ext uri="{0D108BD9-81ED-4DB2-BD59-A6C34878D82A}">
                    <a16:rowId xmlns:a16="http://schemas.microsoft.com/office/drawing/2014/main" val="1815547081"/>
                  </a:ext>
                </a:extLst>
              </a:tr>
              <a:tr h="628031">
                <a:tc>
                  <a:txBody>
                    <a:bodyPr/>
                    <a:lstStyle/>
                    <a:p>
                      <a:r>
                        <a:rPr lang="en-IN" sz="2800"/>
                        <a:t>count</a:t>
                      </a:r>
                    </a:p>
                  </a:txBody>
                  <a:tcPr marL="142734" marR="142734" marT="71367" marB="71367" anchor="ctr"/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Number of substitutions made</a:t>
                      </a:r>
                    </a:p>
                  </a:txBody>
                  <a:tcPr marL="142734" marR="142734" marT="71367" marB="71367" anchor="ctr"/>
                </a:tc>
                <a:extLst>
                  <a:ext uri="{0D108BD9-81ED-4DB2-BD59-A6C34878D82A}">
                    <a16:rowId xmlns:a16="http://schemas.microsoft.com/office/drawing/2014/main" val="30328386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53481156"/>
      </p:ext>
    </p:extLst>
  </p:cSld>
  <p:clrMapOvr>
    <a:masterClrMapping/>
  </p:clrMapOvr>
</p:sld>
</file>

<file path=ppt/slides/slide2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16C17B7-9D36-5B5D-AA25-A8A969181989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local s = "Lua is great"</a:t>
            </a:r>
          </a:p>
          <a:p>
            <a:r>
              <a:rPr lang="en-US" dirty="0"/>
              <a:t>local new = </a:t>
            </a:r>
            <a:r>
              <a:rPr lang="en-US" dirty="0" err="1"/>
              <a:t>string.gsub</a:t>
            </a:r>
            <a:r>
              <a:rPr lang="en-US" dirty="0"/>
              <a:t>(s, "great", "awesome")</a:t>
            </a:r>
          </a:p>
          <a:p>
            <a:r>
              <a:rPr lang="en-US" dirty="0"/>
              <a:t>print(new)  --&gt; Lua is awesome</a:t>
            </a:r>
          </a:p>
          <a:p>
            <a:endParaRPr lang="en-US" dirty="0"/>
          </a:p>
          <a:p>
            <a:r>
              <a:rPr lang="en-US" dirty="0"/>
              <a:t>local s = "</a:t>
            </a:r>
            <a:r>
              <a:rPr lang="en-US" dirty="0" err="1"/>
              <a:t>a+b</a:t>
            </a:r>
            <a:r>
              <a:rPr lang="en-US" dirty="0"/>
              <a:t>=c"</a:t>
            </a:r>
          </a:p>
          <a:p>
            <a:r>
              <a:rPr lang="en-US" dirty="0"/>
              <a:t>print(</a:t>
            </a:r>
            <a:r>
              <a:rPr lang="en-US" dirty="0" err="1"/>
              <a:t>string.gsub</a:t>
            </a:r>
            <a:r>
              <a:rPr lang="en-US" dirty="0"/>
              <a:t>(s, "+", "-", 1))     --&gt; a-b=c   (1st only)</a:t>
            </a:r>
          </a:p>
          <a:p>
            <a:r>
              <a:rPr lang="en-US" dirty="0"/>
              <a:t>print(</a:t>
            </a:r>
            <a:r>
              <a:rPr lang="en-US" dirty="0" err="1"/>
              <a:t>string.gsub</a:t>
            </a:r>
            <a:r>
              <a:rPr lang="en-US" dirty="0"/>
              <a:t>(s, "+", "-"))        --&gt; a-b=c   (all)</a:t>
            </a:r>
          </a:p>
          <a:p>
            <a:endParaRPr lang="en-US" dirty="0"/>
          </a:p>
          <a:p>
            <a:endParaRPr lang="en-IN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8CF8A84-0DC4-CA53-48F8-C4C05A67C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String.gsub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71232900"/>
      </p:ext>
    </p:extLst>
  </p:cSld>
  <p:clrMapOvr>
    <a:masterClrMapping/>
  </p:clrMapOvr>
</p:sld>
</file>

<file path=ppt/slides/slide2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0B101A-0476-4C14-B006-3BAB9F2111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955DF7B-E975-B8AF-698A-3AF5191DE0C9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local s = "ID:123, Code:456"</a:t>
            </a:r>
          </a:p>
          <a:p>
            <a:r>
              <a:rPr lang="en-US" dirty="0"/>
              <a:t>local result = </a:t>
            </a:r>
            <a:r>
              <a:rPr lang="en-US" dirty="0" err="1"/>
              <a:t>string.gsub</a:t>
            </a:r>
            <a:r>
              <a:rPr lang="en-US" dirty="0"/>
              <a:t>(s, "%d+", "###")</a:t>
            </a:r>
          </a:p>
          <a:p>
            <a:r>
              <a:rPr lang="en-US" dirty="0"/>
              <a:t>print(result)  --&gt; ID:###, Code:###</a:t>
            </a:r>
          </a:p>
          <a:p>
            <a:endParaRPr lang="en-US" dirty="0"/>
          </a:p>
          <a:p>
            <a:endParaRPr lang="en-IN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F556DE4-0047-1150-B7E5-AE8128036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String.gsub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40112320"/>
      </p:ext>
    </p:extLst>
  </p:cSld>
  <p:clrMapOvr>
    <a:masterClrMapping/>
  </p:clrMapOvr>
</p:sld>
</file>

<file path=ppt/slides/slide2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69EA5D-6011-3E90-64D9-A2F9D8A77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7DAEE18-8438-DD10-9D41-3F6BBAECC5D8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local s = "first LAST"</a:t>
            </a:r>
          </a:p>
          <a:p>
            <a:r>
              <a:rPr lang="en-US" dirty="0"/>
              <a:t>local result = </a:t>
            </a:r>
            <a:r>
              <a:rPr lang="en-US" dirty="0" err="1"/>
              <a:t>string.gsub</a:t>
            </a:r>
            <a:r>
              <a:rPr lang="en-US" dirty="0"/>
              <a:t>(s, "(%a+)%s+(%a+)", "%2, %1")</a:t>
            </a:r>
          </a:p>
          <a:p>
            <a:r>
              <a:rPr lang="en-US" dirty="0"/>
              <a:t>print(result)  --&gt; LAST, first</a:t>
            </a:r>
          </a:p>
          <a:p>
            <a:endParaRPr lang="en-IN" dirty="0"/>
          </a:p>
          <a:p>
            <a:r>
              <a:rPr lang="en-US" dirty="0"/>
              <a:t>(%a+) captures a word</a:t>
            </a:r>
          </a:p>
          <a:p>
            <a:r>
              <a:rPr lang="en-US" b="1" dirty="0">
                <a:solidFill>
                  <a:srgbClr val="FF0000"/>
                </a:solidFill>
              </a:rPr>
              <a:t>%2, %1 swaps the captured parts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01AB6CB-EB67-E091-3CE1-6AB1939A0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String.gsub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48631145"/>
      </p:ext>
    </p:extLst>
  </p:cSld>
  <p:clrMapOvr>
    <a:masterClrMapping/>
  </p:clrMapOvr>
</p:sld>
</file>

<file path=ppt/slides/slide2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A5C9CC-029F-66AB-386E-2B21A40E17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86783D-652C-8CDC-13B5-33BE86439445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local s = "1,2,3"</a:t>
            </a:r>
          </a:p>
          <a:p>
            <a:r>
              <a:rPr lang="en-US" dirty="0"/>
              <a:t>local result = </a:t>
            </a:r>
            <a:r>
              <a:rPr lang="en-US" dirty="0" err="1"/>
              <a:t>string.gsub</a:t>
            </a:r>
            <a:r>
              <a:rPr lang="en-US" dirty="0"/>
              <a:t>(s, "%d+", function(n)</a:t>
            </a:r>
          </a:p>
          <a:p>
            <a:r>
              <a:rPr lang="en-US" dirty="0"/>
              <a:t>    return </a:t>
            </a:r>
            <a:r>
              <a:rPr lang="en-US" dirty="0" err="1"/>
              <a:t>tonumber</a:t>
            </a:r>
            <a:r>
              <a:rPr lang="en-US" dirty="0"/>
              <a:t>(n) * 2</a:t>
            </a:r>
          </a:p>
          <a:p>
            <a:r>
              <a:rPr lang="en-US" dirty="0"/>
              <a:t>end)</a:t>
            </a:r>
          </a:p>
          <a:p>
            <a:r>
              <a:rPr lang="en-US" dirty="0"/>
              <a:t>print(result)  --&gt; 2,4,6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C84CF8E-4FD1-34CB-B173-75144D6CB5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String.gsub</a:t>
            </a:r>
            <a:endParaRPr lang="en-I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96EB4A5-3C90-5504-B043-E4E3D1173EFC}"/>
                  </a:ext>
                </a:extLst>
              </p14:cNvPr>
              <p14:cNvContentPartPr/>
              <p14:nvPr/>
            </p14:nvContentPartPr>
            <p14:xfrm>
              <a:off x="5794484" y="2473522"/>
              <a:ext cx="1499760" cy="208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96EB4A5-3C90-5504-B043-E4E3D1173EF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788364" y="2467402"/>
                <a:ext cx="1512000" cy="3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70F19096-F74B-5E33-297A-D2931DFB0BE6}"/>
                  </a:ext>
                </a:extLst>
              </p14:cNvPr>
              <p14:cNvContentPartPr/>
              <p14:nvPr/>
            </p14:nvContentPartPr>
            <p14:xfrm>
              <a:off x="1308884" y="2867722"/>
              <a:ext cx="2955960" cy="590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70F19096-F74B-5E33-297A-D2931DFB0BE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02764" y="2861602"/>
                <a:ext cx="2968200" cy="7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BF0C011A-DD13-1889-8C26-47DDC0467D31}"/>
                  </a:ext>
                </a:extLst>
              </p14:cNvPr>
              <p14:cNvContentPartPr/>
              <p14:nvPr/>
            </p14:nvContentPartPr>
            <p14:xfrm>
              <a:off x="5572724" y="3859522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BF0C011A-DD13-1889-8C26-47DDC0467D3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566604" y="3853402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97418224"/>
      </p:ext>
    </p:extLst>
  </p:cSld>
  <p:clrMapOvr>
    <a:masterClrMapping/>
  </p:clrMapOvr>
</p:sld>
</file>

<file path=ppt/slides/slide2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A8E1A38-B371-53C6-E08B-6B0D5D299527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URL encoding (a.k.a. percent-encoding) is used to encode characters in a string so they can be safely included in a URL. For example:</a:t>
            </a:r>
          </a:p>
          <a:p>
            <a:r>
              <a:rPr lang="en-US" dirty="0">
                <a:highlight>
                  <a:srgbClr val="FFFF00"/>
                </a:highlight>
              </a:rPr>
              <a:t>"Hello World!" → "Hello%20World%21"</a:t>
            </a:r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DCF7551-7DAD-C741-D698-9EE42753F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URL Encoding in Lua</a:t>
            </a:r>
          </a:p>
        </p:txBody>
      </p:sp>
    </p:spTree>
    <p:extLst>
      <p:ext uri="{BB962C8B-B14F-4D97-AF65-F5344CB8AC3E}">
        <p14:creationId xmlns:p14="http://schemas.microsoft.com/office/powerpoint/2010/main" val="626342823"/>
      </p:ext>
    </p:extLst>
  </p:cSld>
  <p:clrMapOvr>
    <a:masterClrMapping/>
  </p:clrMapOvr>
</p:sld>
</file>

<file path=ppt/slides/slide2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650E96-8150-82CA-5750-5334616878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1518BA5-584B-B792-2B08-CA81465995F9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function </a:t>
            </a:r>
            <a:r>
              <a:rPr lang="en-US" dirty="0" err="1"/>
              <a:t>url_encode</a:t>
            </a:r>
            <a:r>
              <a:rPr lang="en-US" dirty="0"/>
              <a:t>(str)</a:t>
            </a:r>
          </a:p>
          <a:p>
            <a:r>
              <a:rPr lang="en-US" dirty="0"/>
              <a:t>    str = </a:t>
            </a:r>
            <a:r>
              <a:rPr lang="en-US" dirty="0" err="1"/>
              <a:t>str:gsub</a:t>
            </a:r>
            <a:r>
              <a:rPr lang="en-US" dirty="0"/>
              <a:t>("\n", "\r\n")</a:t>
            </a:r>
          </a:p>
          <a:p>
            <a:r>
              <a:rPr lang="en-US" dirty="0"/>
              <a:t>    str = </a:t>
            </a:r>
            <a:r>
              <a:rPr lang="en-US" dirty="0" err="1"/>
              <a:t>str:gsub</a:t>
            </a:r>
            <a:r>
              <a:rPr lang="en-US" dirty="0"/>
              <a:t>("([^%w%-_%.~])", function(c)</a:t>
            </a:r>
          </a:p>
          <a:p>
            <a:r>
              <a:rPr lang="en-US" dirty="0"/>
              <a:t>        return </a:t>
            </a:r>
            <a:r>
              <a:rPr lang="en-US" dirty="0" err="1"/>
              <a:t>string.format</a:t>
            </a:r>
            <a:r>
              <a:rPr lang="en-US" dirty="0"/>
              <a:t>("%%%02X", </a:t>
            </a:r>
            <a:r>
              <a:rPr lang="en-US" dirty="0" err="1"/>
              <a:t>string.byte</a:t>
            </a:r>
            <a:r>
              <a:rPr lang="en-US" dirty="0"/>
              <a:t>(c))</a:t>
            </a:r>
          </a:p>
          <a:p>
            <a:r>
              <a:rPr lang="en-US" dirty="0"/>
              <a:t>    end)</a:t>
            </a:r>
          </a:p>
          <a:p>
            <a:r>
              <a:rPr lang="en-US" dirty="0"/>
              <a:t>    return str</a:t>
            </a:r>
          </a:p>
          <a:p>
            <a:r>
              <a:rPr lang="en-US" dirty="0"/>
              <a:t>end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571E74C-6D34-76B6-4B03-39AABADE0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URL Encoding in Lua</a:t>
            </a:r>
          </a:p>
        </p:txBody>
      </p:sp>
    </p:spTree>
    <p:extLst>
      <p:ext uri="{BB962C8B-B14F-4D97-AF65-F5344CB8AC3E}">
        <p14:creationId xmlns:p14="http://schemas.microsoft.com/office/powerpoint/2010/main" val="106619151"/>
      </p:ext>
    </p:extLst>
  </p:cSld>
  <p:clrMapOvr>
    <a:masterClrMapping/>
  </p:clrMapOvr>
</p:sld>
</file>

<file path=ppt/slides/slide2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3F380E-1F72-796F-73B4-6F33A2EE3E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BC8C81E-2F28-2118-8DF6-771665B9BABA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[^%w%-_%.~]: matches all characters not safe for URLs</a:t>
            </a:r>
          </a:p>
          <a:p>
            <a:r>
              <a:rPr lang="en-US" dirty="0" err="1"/>
              <a:t>string.byte</a:t>
            </a:r>
            <a:r>
              <a:rPr lang="en-US" dirty="0"/>
              <a:t>(c): gets ASCII code</a:t>
            </a:r>
          </a:p>
          <a:p>
            <a:r>
              <a:rPr lang="en-US" dirty="0" err="1"/>
              <a:t>string.format</a:t>
            </a:r>
            <a:r>
              <a:rPr lang="en-US" dirty="0"/>
              <a:t>("%%%02X", ...): turns it into %XX form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410F65D-6A68-51F6-F8BD-07A4716F9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URL Encoding in Lua</a:t>
            </a:r>
          </a:p>
        </p:txBody>
      </p:sp>
    </p:spTree>
    <p:extLst>
      <p:ext uri="{BB962C8B-B14F-4D97-AF65-F5344CB8AC3E}">
        <p14:creationId xmlns:p14="http://schemas.microsoft.com/office/powerpoint/2010/main" val="2858280500"/>
      </p:ext>
    </p:extLst>
  </p:cSld>
  <p:clrMapOvr>
    <a:masterClrMapping/>
  </p:clrMapOvr>
</p:sld>
</file>

<file path=ppt/slides/slide2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2A0BB07-7585-7D42-AC35-BEFFB05D579E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IN" dirty="0"/>
              <a:t>function </a:t>
            </a:r>
            <a:r>
              <a:rPr lang="en-IN" dirty="0" err="1"/>
              <a:t>url_decode</a:t>
            </a:r>
            <a:r>
              <a:rPr lang="en-IN" dirty="0"/>
              <a:t>(str)</a:t>
            </a:r>
          </a:p>
          <a:p>
            <a:r>
              <a:rPr lang="en-IN" dirty="0"/>
              <a:t>    str = </a:t>
            </a:r>
            <a:r>
              <a:rPr lang="en-IN" dirty="0" err="1"/>
              <a:t>str:gsub</a:t>
            </a:r>
            <a:r>
              <a:rPr lang="en-IN" dirty="0"/>
              <a:t>("%%(%</a:t>
            </a:r>
            <a:r>
              <a:rPr lang="en-IN" dirty="0" err="1"/>
              <a:t>x%x</a:t>
            </a:r>
            <a:r>
              <a:rPr lang="en-IN" dirty="0"/>
              <a:t>)", function(hex)</a:t>
            </a:r>
          </a:p>
          <a:p>
            <a:r>
              <a:rPr lang="en-IN" dirty="0"/>
              <a:t>        return </a:t>
            </a:r>
            <a:r>
              <a:rPr lang="en-IN" dirty="0" err="1"/>
              <a:t>string.char</a:t>
            </a:r>
            <a:r>
              <a:rPr lang="en-IN" dirty="0"/>
              <a:t>(</a:t>
            </a:r>
            <a:r>
              <a:rPr lang="en-IN" dirty="0" err="1"/>
              <a:t>tonumber</a:t>
            </a:r>
            <a:r>
              <a:rPr lang="en-IN" dirty="0"/>
              <a:t>(hex, 16))</a:t>
            </a:r>
          </a:p>
          <a:p>
            <a:r>
              <a:rPr lang="en-IN" dirty="0"/>
              <a:t>    end)</a:t>
            </a:r>
          </a:p>
          <a:p>
            <a:r>
              <a:rPr lang="en-IN" dirty="0"/>
              <a:t>    return str</a:t>
            </a:r>
          </a:p>
          <a:p>
            <a:r>
              <a:rPr lang="en-IN" dirty="0"/>
              <a:t>end</a:t>
            </a:r>
          </a:p>
          <a:p>
            <a:endParaRPr lang="en-IN" dirty="0"/>
          </a:p>
          <a:p>
            <a:r>
              <a:rPr lang="en-IN" dirty="0"/>
              <a:t>print(</a:t>
            </a:r>
            <a:r>
              <a:rPr lang="en-IN" dirty="0" err="1"/>
              <a:t>url_decode</a:t>
            </a:r>
            <a:r>
              <a:rPr lang="en-IN" dirty="0"/>
              <a:t>("Hello%20World%21"))  --&gt; Hello World!</a:t>
            </a:r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A9A3F45-1AF0-DA17-05AA-FA0E95081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URL Decoding </a:t>
            </a:r>
          </a:p>
        </p:txBody>
      </p:sp>
    </p:spTree>
    <p:extLst>
      <p:ext uri="{BB962C8B-B14F-4D97-AF65-F5344CB8AC3E}">
        <p14:creationId xmlns:p14="http://schemas.microsoft.com/office/powerpoint/2010/main" val="3478872337"/>
      </p:ext>
    </p:extLst>
  </p:cSld>
  <p:clrMapOvr>
    <a:masterClrMapping/>
  </p:clrMapOvr>
</p:sld>
</file>

<file path=ppt/slides/slide2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A819B44-9735-D96A-935C-C364D3DD3090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Tab expansion means replacing tabs (\t) with spaces, typically 4 or 8 spaces per tab.</a:t>
            </a:r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87094F5-1C59-33B6-DBF8-97E26E98A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Tab Expansion</a:t>
            </a:r>
          </a:p>
        </p:txBody>
      </p:sp>
    </p:spTree>
    <p:extLst>
      <p:ext uri="{BB962C8B-B14F-4D97-AF65-F5344CB8AC3E}">
        <p14:creationId xmlns:p14="http://schemas.microsoft.com/office/powerpoint/2010/main" val="674496317"/>
      </p:ext>
    </p:extLst>
  </p:cSld>
  <p:clrMapOvr>
    <a:masterClrMapping/>
  </p:clrMapOvr>
</p:sld>
</file>

<file path=ppt/slides/slide2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B8185CA-65FE-84AD-8F3F-7751AC45BF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035" y="170122"/>
            <a:ext cx="8205261" cy="785553"/>
          </a:xfrm>
        </p:spPr>
        <p:txBody>
          <a:bodyPr anchor="b">
            <a:normAutofit/>
          </a:bodyPr>
          <a:lstStyle/>
          <a:p>
            <a:r>
              <a:rPr lang="en-IN" dirty="0"/>
              <a:t>Common Code Formats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092056B-AF22-D325-6318-EB9B34CA14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966895"/>
              </p:ext>
            </p:extLst>
          </p:nvPr>
        </p:nvGraphicFramePr>
        <p:xfrm>
          <a:off x="490953" y="1381125"/>
          <a:ext cx="8160509" cy="48244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6202">
                  <a:extLst>
                    <a:ext uri="{9D8B030D-6E8A-4147-A177-3AD203B41FA5}">
                      <a16:colId xmlns:a16="http://schemas.microsoft.com/office/drawing/2014/main" val="3364293420"/>
                    </a:ext>
                  </a:extLst>
                </a:gridCol>
                <a:gridCol w="3654155">
                  <a:extLst>
                    <a:ext uri="{9D8B030D-6E8A-4147-A177-3AD203B41FA5}">
                      <a16:colId xmlns:a16="http://schemas.microsoft.com/office/drawing/2014/main" val="2371749845"/>
                    </a:ext>
                  </a:extLst>
                </a:gridCol>
                <a:gridCol w="2650152">
                  <a:extLst>
                    <a:ext uri="{9D8B030D-6E8A-4147-A177-3AD203B41FA5}">
                      <a16:colId xmlns:a16="http://schemas.microsoft.com/office/drawing/2014/main" val="2972293150"/>
                    </a:ext>
                  </a:extLst>
                </a:gridCol>
              </a:tblGrid>
              <a:tr h="536046">
                <a:tc>
                  <a:txBody>
                    <a:bodyPr/>
                    <a:lstStyle/>
                    <a:p>
                      <a:r>
                        <a:rPr lang="en-IN" sz="2400"/>
                        <a:t>Code</a:t>
                      </a:r>
                    </a:p>
                  </a:txBody>
                  <a:tcPr marL="121829" marR="121829" marT="60914" marB="60914" anchor="ctr"/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Meaning</a:t>
                      </a:r>
                    </a:p>
                  </a:txBody>
                  <a:tcPr marL="121829" marR="121829" marT="60914" marB="60914" anchor="ctr"/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Example</a:t>
                      </a:r>
                    </a:p>
                  </a:txBody>
                  <a:tcPr marL="121829" marR="121829" marT="60914" marB="60914" anchor="ctr"/>
                </a:tc>
                <a:extLst>
                  <a:ext uri="{0D108BD9-81ED-4DB2-BD59-A6C34878D82A}">
                    <a16:rowId xmlns:a16="http://schemas.microsoft.com/office/drawing/2014/main" val="2928411259"/>
                  </a:ext>
                </a:extLst>
              </a:tr>
              <a:tr h="536046">
                <a:tc>
                  <a:txBody>
                    <a:bodyPr/>
                    <a:lstStyle/>
                    <a:p>
                      <a:r>
                        <a:rPr lang="en-IN" sz="2400"/>
                        <a:t>%Y</a:t>
                      </a:r>
                    </a:p>
                  </a:txBody>
                  <a:tcPr marL="121829" marR="121829" marT="60914" marB="60914" anchor="ctr"/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Year (4 digits)</a:t>
                      </a:r>
                    </a:p>
                  </a:txBody>
                  <a:tcPr marL="121829" marR="121829" marT="60914" marB="60914" anchor="ctr"/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2025</a:t>
                      </a:r>
                    </a:p>
                  </a:txBody>
                  <a:tcPr marL="121829" marR="121829" marT="60914" marB="60914" anchor="ctr"/>
                </a:tc>
                <a:extLst>
                  <a:ext uri="{0D108BD9-81ED-4DB2-BD59-A6C34878D82A}">
                    <a16:rowId xmlns:a16="http://schemas.microsoft.com/office/drawing/2014/main" val="3997203917"/>
                  </a:ext>
                </a:extLst>
              </a:tr>
              <a:tr h="536046">
                <a:tc>
                  <a:txBody>
                    <a:bodyPr/>
                    <a:lstStyle/>
                    <a:p>
                      <a:r>
                        <a:rPr lang="en-IN" sz="2400"/>
                        <a:t>%m</a:t>
                      </a:r>
                    </a:p>
                  </a:txBody>
                  <a:tcPr marL="121829" marR="121829" marT="60914" marB="60914" anchor="ctr"/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Month (01–12)</a:t>
                      </a:r>
                    </a:p>
                  </a:txBody>
                  <a:tcPr marL="121829" marR="121829" marT="60914" marB="60914" anchor="ctr"/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06</a:t>
                      </a:r>
                    </a:p>
                  </a:txBody>
                  <a:tcPr marL="121829" marR="121829" marT="60914" marB="60914" anchor="ctr"/>
                </a:tc>
                <a:extLst>
                  <a:ext uri="{0D108BD9-81ED-4DB2-BD59-A6C34878D82A}">
                    <a16:rowId xmlns:a16="http://schemas.microsoft.com/office/drawing/2014/main" val="2721678891"/>
                  </a:ext>
                </a:extLst>
              </a:tr>
              <a:tr h="536046">
                <a:tc>
                  <a:txBody>
                    <a:bodyPr/>
                    <a:lstStyle/>
                    <a:p>
                      <a:r>
                        <a:rPr lang="en-IN" sz="2400"/>
                        <a:t>%d</a:t>
                      </a:r>
                    </a:p>
                  </a:txBody>
                  <a:tcPr marL="121829" marR="121829" marT="60914" marB="60914" anchor="ctr"/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Day of month (01–31)</a:t>
                      </a:r>
                    </a:p>
                  </a:txBody>
                  <a:tcPr marL="121829" marR="121829" marT="60914" marB="60914" anchor="ctr"/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29</a:t>
                      </a:r>
                    </a:p>
                  </a:txBody>
                  <a:tcPr marL="121829" marR="121829" marT="60914" marB="60914" anchor="ctr"/>
                </a:tc>
                <a:extLst>
                  <a:ext uri="{0D108BD9-81ED-4DB2-BD59-A6C34878D82A}">
                    <a16:rowId xmlns:a16="http://schemas.microsoft.com/office/drawing/2014/main" val="2589408375"/>
                  </a:ext>
                </a:extLst>
              </a:tr>
              <a:tr h="536046">
                <a:tc>
                  <a:txBody>
                    <a:bodyPr/>
                    <a:lstStyle/>
                    <a:p>
                      <a:r>
                        <a:rPr lang="en-IN" sz="2400"/>
                        <a:t>%H</a:t>
                      </a:r>
                    </a:p>
                  </a:txBody>
                  <a:tcPr marL="121829" marR="121829" marT="60914" marB="60914" anchor="ctr"/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Hour (00–23)</a:t>
                      </a:r>
                    </a:p>
                  </a:txBody>
                  <a:tcPr marL="121829" marR="121829" marT="60914" marB="60914" anchor="ctr"/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10</a:t>
                      </a:r>
                    </a:p>
                  </a:txBody>
                  <a:tcPr marL="121829" marR="121829" marT="60914" marB="60914" anchor="ctr"/>
                </a:tc>
                <a:extLst>
                  <a:ext uri="{0D108BD9-81ED-4DB2-BD59-A6C34878D82A}">
                    <a16:rowId xmlns:a16="http://schemas.microsoft.com/office/drawing/2014/main" val="2902394637"/>
                  </a:ext>
                </a:extLst>
              </a:tr>
              <a:tr h="536046">
                <a:tc>
                  <a:txBody>
                    <a:bodyPr/>
                    <a:lstStyle/>
                    <a:p>
                      <a:r>
                        <a:rPr lang="en-IN" sz="2400"/>
                        <a:t>%M</a:t>
                      </a:r>
                    </a:p>
                  </a:txBody>
                  <a:tcPr marL="121829" marR="121829" marT="60914" marB="60914" anchor="ctr"/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Minute (00–59)</a:t>
                      </a:r>
                    </a:p>
                  </a:txBody>
                  <a:tcPr marL="121829" marR="121829" marT="60914" marB="60914" anchor="ctr"/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15</a:t>
                      </a:r>
                    </a:p>
                  </a:txBody>
                  <a:tcPr marL="121829" marR="121829" marT="60914" marB="60914" anchor="ctr"/>
                </a:tc>
                <a:extLst>
                  <a:ext uri="{0D108BD9-81ED-4DB2-BD59-A6C34878D82A}">
                    <a16:rowId xmlns:a16="http://schemas.microsoft.com/office/drawing/2014/main" val="103810126"/>
                  </a:ext>
                </a:extLst>
              </a:tr>
              <a:tr h="536046">
                <a:tc>
                  <a:txBody>
                    <a:bodyPr/>
                    <a:lstStyle/>
                    <a:p>
                      <a:r>
                        <a:rPr lang="en-IN" sz="2400"/>
                        <a:t>%S</a:t>
                      </a:r>
                    </a:p>
                  </a:txBody>
                  <a:tcPr marL="121829" marR="121829" marT="60914" marB="60914" anchor="ctr"/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Second (00–59)</a:t>
                      </a:r>
                    </a:p>
                  </a:txBody>
                  <a:tcPr marL="121829" marR="121829" marT="60914" marB="60914" anchor="ctr"/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32</a:t>
                      </a:r>
                    </a:p>
                  </a:txBody>
                  <a:tcPr marL="121829" marR="121829" marT="60914" marB="60914" anchor="ctr"/>
                </a:tc>
                <a:extLst>
                  <a:ext uri="{0D108BD9-81ED-4DB2-BD59-A6C34878D82A}">
                    <a16:rowId xmlns:a16="http://schemas.microsoft.com/office/drawing/2014/main" val="3136443690"/>
                  </a:ext>
                </a:extLst>
              </a:tr>
              <a:tr h="536046">
                <a:tc>
                  <a:txBody>
                    <a:bodyPr/>
                    <a:lstStyle/>
                    <a:p>
                      <a:r>
                        <a:rPr lang="en-IN" sz="2400"/>
                        <a:t>%A</a:t>
                      </a:r>
                    </a:p>
                  </a:txBody>
                  <a:tcPr marL="121829" marR="121829" marT="60914" marB="60914" anchor="ctr"/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Weekday name</a:t>
                      </a:r>
                    </a:p>
                  </a:txBody>
                  <a:tcPr marL="121829" marR="121829" marT="60914" marB="60914" anchor="ctr"/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Saturday</a:t>
                      </a:r>
                    </a:p>
                  </a:txBody>
                  <a:tcPr marL="121829" marR="121829" marT="60914" marB="60914" anchor="ctr"/>
                </a:tc>
                <a:extLst>
                  <a:ext uri="{0D108BD9-81ED-4DB2-BD59-A6C34878D82A}">
                    <a16:rowId xmlns:a16="http://schemas.microsoft.com/office/drawing/2014/main" val="1780796927"/>
                  </a:ext>
                </a:extLst>
              </a:tr>
              <a:tr h="536046">
                <a:tc>
                  <a:txBody>
                    <a:bodyPr/>
                    <a:lstStyle/>
                    <a:p>
                      <a:r>
                        <a:rPr lang="en-IN" sz="2400"/>
                        <a:t>%B</a:t>
                      </a:r>
                    </a:p>
                  </a:txBody>
                  <a:tcPr marL="121829" marR="121829" marT="60914" marB="60914" anchor="ctr"/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Month name</a:t>
                      </a:r>
                    </a:p>
                  </a:txBody>
                  <a:tcPr marL="121829" marR="121829" marT="60914" marB="60914" anchor="ctr"/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June</a:t>
                      </a:r>
                    </a:p>
                  </a:txBody>
                  <a:tcPr marL="121829" marR="121829" marT="60914" marB="60914" anchor="ctr"/>
                </a:tc>
                <a:extLst>
                  <a:ext uri="{0D108BD9-81ED-4DB2-BD59-A6C34878D82A}">
                    <a16:rowId xmlns:a16="http://schemas.microsoft.com/office/drawing/2014/main" val="26917376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35566499"/>
      </p:ext>
    </p:extLst>
  </p:cSld>
  <p:clrMapOvr>
    <a:masterClrMapping/>
  </p:clrMapOvr>
</p:sld>
</file>

<file path=ppt/slides/slide2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B3EEB78-9CCC-393D-7ACB-8A1AF432CEBE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N" dirty="0">
                <a:highlight>
                  <a:srgbClr val="00FFFF"/>
                </a:highlight>
              </a:rPr>
              <a:t>print(</a:t>
            </a:r>
            <a:r>
              <a:rPr lang="en-IN" dirty="0" err="1">
                <a:highlight>
                  <a:srgbClr val="00FFFF"/>
                </a:highlight>
              </a:rPr>
              <a:t>os.date</a:t>
            </a:r>
            <a:r>
              <a:rPr lang="en-IN" dirty="0">
                <a:highlight>
                  <a:srgbClr val="00FFFF"/>
                </a:highlight>
              </a:rPr>
              <a:t>("%Y-%m-%d %H:%M:%S"))</a:t>
            </a:r>
          </a:p>
          <a:p>
            <a:r>
              <a:rPr lang="en-IN" dirty="0">
                <a:highlight>
                  <a:srgbClr val="00FFFF"/>
                </a:highlight>
              </a:rPr>
              <a:t>-- Output: "2025-06-29 10:15:32“</a:t>
            </a:r>
          </a:p>
          <a:p>
            <a:r>
              <a:rPr lang="en-US" dirty="0">
                <a:highlight>
                  <a:srgbClr val="FFFF00"/>
                </a:highlight>
              </a:rPr>
              <a:t>local t = {</a:t>
            </a:r>
          </a:p>
          <a:p>
            <a:r>
              <a:rPr lang="en-US" dirty="0">
                <a:highlight>
                  <a:srgbClr val="FFFF00"/>
                </a:highlight>
              </a:rPr>
              <a:t>    year = 2025,</a:t>
            </a:r>
          </a:p>
          <a:p>
            <a:r>
              <a:rPr lang="en-US" dirty="0">
                <a:highlight>
                  <a:srgbClr val="FFFF00"/>
                </a:highlight>
              </a:rPr>
              <a:t>    month = 12,</a:t>
            </a:r>
          </a:p>
          <a:p>
            <a:r>
              <a:rPr lang="en-US" dirty="0">
                <a:highlight>
                  <a:srgbClr val="FFFF00"/>
                </a:highlight>
              </a:rPr>
              <a:t>    day = 31,</a:t>
            </a:r>
          </a:p>
          <a:p>
            <a:r>
              <a:rPr lang="en-US" dirty="0">
                <a:highlight>
                  <a:srgbClr val="FFFF00"/>
                </a:highlight>
              </a:rPr>
              <a:t>    hour = 23,</a:t>
            </a:r>
          </a:p>
          <a:p>
            <a:r>
              <a:rPr lang="en-US" dirty="0">
                <a:highlight>
                  <a:srgbClr val="FFFF00"/>
                </a:highlight>
              </a:rPr>
              <a:t>    min = 59,</a:t>
            </a:r>
          </a:p>
          <a:p>
            <a:r>
              <a:rPr lang="en-US" dirty="0">
                <a:highlight>
                  <a:srgbClr val="FFFF00"/>
                </a:highlight>
              </a:rPr>
              <a:t>    sec = 59</a:t>
            </a:r>
          </a:p>
          <a:p>
            <a:r>
              <a:rPr lang="en-US" dirty="0">
                <a:highlight>
                  <a:srgbClr val="FFFF00"/>
                </a:highlight>
              </a:rPr>
              <a:t>}</a:t>
            </a:r>
          </a:p>
          <a:p>
            <a:r>
              <a:rPr lang="en-US" dirty="0">
                <a:highlight>
                  <a:srgbClr val="FFFF00"/>
                </a:highlight>
              </a:rPr>
              <a:t>local </a:t>
            </a:r>
            <a:r>
              <a:rPr lang="en-US" dirty="0" err="1">
                <a:highlight>
                  <a:srgbClr val="FFFF00"/>
                </a:highlight>
              </a:rPr>
              <a:t>ts</a:t>
            </a:r>
            <a:r>
              <a:rPr lang="en-US" dirty="0">
                <a:highlight>
                  <a:srgbClr val="FFFF00"/>
                </a:highlight>
              </a:rPr>
              <a:t> = </a:t>
            </a:r>
            <a:r>
              <a:rPr lang="en-US" dirty="0" err="1">
                <a:highlight>
                  <a:srgbClr val="FFFF00"/>
                </a:highlight>
              </a:rPr>
              <a:t>os.time</a:t>
            </a:r>
            <a:r>
              <a:rPr lang="en-US" dirty="0">
                <a:highlight>
                  <a:srgbClr val="FFFF00"/>
                </a:highlight>
              </a:rPr>
              <a:t>(t)</a:t>
            </a:r>
          </a:p>
          <a:p>
            <a:r>
              <a:rPr lang="en-US" dirty="0">
                <a:highlight>
                  <a:srgbClr val="FFFF00"/>
                </a:highlight>
              </a:rPr>
              <a:t>print(</a:t>
            </a:r>
            <a:r>
              <a:rPr lang="en-US" dirty="0" err="1">
                <a:highlight>
                  <a:srgbClr val="FFFF00"/>
                </a:highlight>
              </a:rPr>
              <a:t>ts</a:t>
            </a:r>
            <a:r>
              <a:rPr lang="en-US" dirty="0">
                <a:highlight>
                  <a:srgbClr val="FFFF00"/>
                </a:highlight>
              </a:rPr>
              <a:t>)  --&gt; Unix timestamp for 2025-12-31 23:59:59</a:t>
            </a:r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74DDF47-9793-E7C2-CB5D-748231185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Date Time Manipulation</a:t>
            </a:r>
          </a:p>
        </p:txBody>
      </p:sp>
    </p:spTree>
    <p:extLst>
      <p:ext uri="{BB962C8B-B14F-4D97-AF65-F5344CB8AC3E}">
        <p14:creationId xmlns:p14="http://schemas.microsoft.com/office/powerpoint/2010/main" val="1191232334"/>
      </p:ext>
    </p:extLst>
  </p:cSld>
  <p:clrMapOvr>
    <a:masterClrMapping/>
  </p:clrMapOvr>
</p:sld>
</file>

<file path=ppt/slides/slide2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C49152-0264-E8DB-1AF7-4466EB3D7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EFD0D1E-45BA-8291-9284-9E563FDE9377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>
            <a:normAutofit/>
          </a:bodyPr>
          <a:lstStyle/>
          <a:p>
            <a:r>
              <a:rPr lang="en-US" dirty="0">
                <a:highlight>
                  <a:srgbClr val="00FFFF"/>
                </a:highlight>
              </a:rPr>
              <a:t>local </a:t>
            </a:r>
            <a:r>
              <a:rPr lang="en-US" dirty="0" err="1">
                <a:highlight>
                  <a:srgbClr val="00FFFF"/>
                </a:highlight>
              </a:rPr>
              <a:t>ts</a:t>
            </a:r>
            <a:r>
              <a:rPr lang="en-US" dirty="0">
                <a:highlight>
                  <a:srgbClr val="00FFFF"/>
                </a:highlight>
              </a:rPr>
              <a:t> = 1751182532</a:t>
            </a:r>
          </a:p>
          <a:p>
            <a:r>
              <a:rPr lang="en-US" dirty="0">
                <a:highlight>
                  <a:srgbClr val="00FFFF"/>
                </a:highlight>
              </a:rPr>
              <a:t>print(</a:t>
            </a:r>
            <a:r>
              <a:rPr lang="en-US" dirty="0" err="1">
                <a:highlight>
                  <a:srgbClr val="00FFFF"/>
                </a:highlight>
              </a:rPr>
              <a:t>os.date</a:t>
            </a:r>
            <a:r>
              <a:rPr lang="en-US" dirty="0">
                <a:highlight>
                  <a:srgbClr val="00FFFF"/>
                </a:highlight>
              </a:rPr>
              <a:t>("%Y-%m-%d %H:%M:%S", </a:t>
            </a:r>
            <a:r>
              <a:rPr lang="en-US" dirty="0" err="1">
                <a:highlight>
                  <a:srgbClr val="00FFFF"/>
                </a:highlight>
              </a:rPr>
              <a:t>ts</a:t>
            </a:r>
            <a:r>
              <a:rPr lang="en-US" dirty="0">
                <a:highlight>
                  <a:srgbClr val="00FFFF"/>
                </a:highlight>
              </a:rPr>
              <a:t>))</a:t>
            </a:r>
          </a:p>
          <a:p>
            <a:endParaRPr lang="en-US" dirty="0">
              <a:highlight>
                <a:srgbClr val="00FFFF"/>
              </a:highlight>
            </a:endParaRPr>
          </a:p>
          <a:p>
            <a:endParaRPr lang="en-US" dirty="0">
              <a:highlight>
                <a:srgbClr val="00FFFF"/>
              </a:highlight>
            </a:endParaRPr>
          </a:p>
          <a:p>
            <a:r>
              <a:rPr lang="en-US" dirty="0"/>
              <a:t>local t1 = </a:t>
            </a:r>
            <a:r>
              <a:rPr lang="en-US" dirty="0" err="1"/>
              <a:t>os.time</a:t>
            </a:r>
            <a:r>
              <a:rPr lang="en-US" dirty="0"/>
              <a:t>({year=2025, month=6, day=29})</a:t>
            </a:r>
          </a:p>
          <a:p>
            <a:r>
              <a:rPr lang="en-US" dirty="0"/>
              <a:t>local t2 = </a:t>
            </a:r>
            <a:r>
              <a:rPr lang="en-US" dirty="0" err="1"/>
              <a:t>os.time</a:t>
            </a:r>
            <a:r>
              <a:rPr lang="en-US" dirty="0"/>
              <a:t>({year=2025, month=7, day=1})</a:t>
            </a:r>
          </a:p>
          <a:p>
            <a:r>
              <a:rPr lang="en-US" dirty="0"/>
              <a:t>print(</a:t>
            </a:r>
            <a:r>
              <a:rPr lang="en-US" dirty="0" err="1"/>
              <a:t>os.difftime</a:t>
            </a:r>
            <a:r>
              <a:rPr lang="en-US" dirty="0"/>
              <a:t>(t2, t1))  --&gt; 172800  (2 days in seconds)</a:t>
            </a:r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F441904-FE5B-A52F-04E6-701C948BF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Date Time Manipulation</a:t>
            </a:r>
          </a:p>
        </p:txBody>
      </p:sp>
    </p:spTree>
    <p:extLst>
      <p:ext uri="{BB962C8B-B14F-4D97-AF65-F5344CB8AC3E}">
        <p14:creationId xmlns:p14="http://schemas.microsoft.com/office/powerpoint/2010/main" val="3772705866"/>
      </p:ext>
    </p:extLst>
  </p:cSld>
  <p:clrMapOvr>
    <a:masterClrMapping/>
  </p:clrMapOvr>
</p:sld>
</file>

<file path=ppt/slides/slide2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2628FE-F9E5-C3B1-8567-B6E85892C1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51330C9-B867-20CD-0355-359416B5FB2A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>
            <a:normAutofit/>
          </a:bodyPr>
          <a:lstStyle/>
          <a:p>
            <a:r>
              <a:rPr lang="en-US" dirty="0"/>
              <a:t>local now = </a:t>
            </a:r>
            <a:r>
              <a:rPr lang="en-US" dirty="0" err="1"/>
              <a:t>os.time</a:t>
            </a:r>
            <a:r>
              <a:rPr lang="en-US" dirty="0"/>
              <a:t>()</a:t>
            </a:r>
          </a:p>
          <a:p>
            <a:r>
              <a:rPr lang="en-US" dirty="0"/>
              <a:t>local </a:t>
            </a:r>
            <a:r>
              <a:rPr lang="en-US" dirty="0" err="1"/>
              <a:t>one_day</a:t>
            </a:r>
            <a:r>
              <a:rPr lang="en-US" dirty="0"/>
              <a:t> = 60 * 60 * 24</a:t>
            </a:r>
          </a:p>
          <a:p>
            <a:r>
              <a:rPr lang="en-US" dirty="0"/>
              <a:t>local tomorrow = now + </a:t>
            </a:r>
            <a:r>
              <a:rPr lang="en-US" dirty="0" err="1"/>
              <a:t>one_day</a:t>
            </a:r>
            <a:endParaRPr lang="en-US" dirty="0"/>
          </a:p>
          <a:p>
            <a:endParaRPr lang="en-US" dirty="0"/>
          </a:p>
          <a:p>
            <a:r>
              <a:rPr lang="en-US" dirty="0"/>
              <a:t>print(</a:t>
            </a:r>
            <a:r>
              <a:rPr lang="en-US" dirty="0" err="1"/>
              <a:t>os.date</a:t>
            </a:r>
            <a:r>
              <a:rPr lang="en-US" dirty="0"/>
              <a:t>("%Y-%m-%d", tomorrow))  --&gt; Tomorrow's date</a:t>
            </a:r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24B422D-E98F-EC14-BDB9-735579888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Date Time Manipulation</a:t>
            </a:r>
          </a:p>
        </p:txBody>
      </p:sp>
    </p:spTree>
    <p:extLst>
      <p:ext uri="{BB962C8B-B14F-4D97-AF65-F5344CB8AC3E}">
        <p14:creationId xmlns:p14="http://schemas.microsoft.com/office/powerpoint/2010/main" val="604144209"/>
      </p:ext>
    </p:extLst>
  </p:cSld>
  <p:clrMapOvr>
    <a:masterClrMapping/>
  </p:clrMapOvr>
</p:sld>
</file>

<file path=ppt/slides/slide2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1FE7E2-D40C-7518-0F3F-55FE484CE6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A6FA13B-172D-6804-CE95-C2F4EFA1AABB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>
            <a:normAutofit/>
          </a:bodyPr>
          <a:lstStyle/>
          <a:p>
            <a:r>
              <a:rPr lang="en-US" dirty="0"/>
              <a:t>local dt = </a:t>
            </a:r>
            <a:r>
              <a:rPr lang="en-US" dirty="0" err="1"/>
              <a:t>os.date</a:t>
            </a:r>
            <a:r>
              <a:rPr lang="en-US" dirty="0"/>
              <a:t>("*t")  -- returns a table</a:t>
            </a:r>
          </a:p>
          <a:p>
            <a:endParaRPr lang="en-US" dirty="0"/>
          </a:p>
          <a:p>
            <a:r>
              <a:rPr lang="en-US" dirty="0"/>
              <a:t>print(</a:t>
            </a:r>
            <a:r>
              <a:rPr lang="en-US" dirty="0" err="1"/>
              <a:t>dt.year</a:t>
            </a:r>
            <a:r>
              <a:rPr lang="en-US" dirty="0"/>
              <a:t>, </a:t>
            </a:r>
            <a:r>
              <a:rPr lang="en-US" dirty="0" err="1"/>
              <a:t>dt.month</a:t>
            </a:r>
            <a:r>
              <a:rPr lang="en-US" dirty="0"/>
              <a:t>, </a:t>
            </a:r>
            <a:r>
              <a:rPr lang="en-US" dirty="0" err="1"/>
              <a:t>dt.day</a:t>
            </a:r>
            <a:r>
              <a:rPr lang="en-US" dirty="0"/>
              <a:t>)</a:t>
            </a:r>
          </a:p>
          <a:p>
            <a:r>
              <a:rPr lang="en-US" dirty="0"/>
              <a:t>-- Output: 2025  6  29</a:t>
            </a:r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5592D19-9CCF-B701-62FA-E1B49912D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Date Time Manipulation</a:t>
            </a:r>
          </a:p>
        </p:txBody>
      </p:sp>
    </p:spTree>
    <p:extLst>
      <p:ext uri="{BB962C8B-B14F-4D97-AF65-F5344CB8AC3E}">
        <p14:creationId xmlns:p14="http://schemas.microsoft.com/office/powerpoint/2010/main" val="240829821"/>
      </p:ext>
    </p:extLst>
  </p:cSld>
  <p:clrMapOvr>
    <a:masterClrMapping/>
  </p:clrMapOvr>
</p:sld>
</file>

<file path=ppt/slides/slide2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56E085-A41D-731E-F39B-0851AD14E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27617F0-0AD8-F3CA-AF73-B372F98F30E5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os.execute</a:t>
            </a:r>
            <a:r>
              <a:rPr lang="en-US" dirty="0"/>
              <a:t>("sleep 1")  -- sleep for 1 second (Unix)</a:t>
            </a:r>
          </a:p>
          <a:p>
            <a:r>
              <a:rPr lang="en-US" dirty="0" err="1"/>
              <a:t>os.execute</a:t>
            </a:r>
            <a:r>
              <a:rPr lang="en-US" dirty="0"/>
              <a:t>("ping -n 2 127.0.0.1 &gt; </a:t>
            </a:r>
            <a:r>
              <a:rPr lang="en-US" dirty="0" err="1"/>
              <a:t>nul</a:t>
            </a:r>
            <a:r>
              <a:rPr lang="en-US" dirty="0"/>
              <a:t>")  -- Windows workaround for 1 second</a:t>
            </a:r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2A081D2-7554-F22B-FB26-7A49C2CF9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Date Time Manipulation</a:t>
            </a:r>
          </a:p>
        </p:txBody>
      </p:sp>
    </p:spTree>
    <p:extLst>
      <p:ext uri="{BB962C8B-B14F-4D97-AF65-F5344CB8AC3E}">
        <p14:creationId xmlns:p14="http://schemas.microsoft.com/office/powerpoint/2010/main" val="2761577376"/>
      </p:ext>
    </p:extLst>
  </p:cSld>
  <p:clrMapOvr>
    <a:masterClrMapping/>
  </p:clrMapOvr>
</p:sld>
</file>

<file path=ppt/slides/slide2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22ECDFA-86C9-D891-4B2C-A96A48E84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Scheduled Job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18D354-4859-AF56-8489-F8AC589C3AF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833" t="4000" r="18333" b="29333"/>
          <a:stretch>
            <a:fillRect/>
          </a:stretch>
        </p:blipFill>
        <p:spPr>
          <a:xfrm>
            <a:off x="838200" y="1524000"/>
            <a:ext cx="7162800" cy="4906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2832436"/>
      </p:ext>
    </p:extLst>
  </p:cSld>
  <p:clrMapOvr>
    <a:masterClrMapping/>
  </p:clrMapOvr>
</p:sld>
</file>

<file path=ppt/slides/slide2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D9C4180-EDAD-2161-2114-69DB942D5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035" y="170122"/>
            <a:ext cx="8205261" cy="785553"/>
          </a:xfrm>
        </p:spPr>
        <p:txBody>
          <a:bodyPr anchor="b">
            <a:normAutofit/>
          </a:bodyPr>
          <a:lstStyle/>
          <a:p>
            <a:r>
              <a:rPr lang="en-IN" dirty="0"/>
              <a:t>Summary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6899C13-AE66-FEC0-5E7A-D0D2B3731E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7138948"/>
              </p:ext>
            </p:extLst>
          </p:nvPr>
        </p:nvGraphicFramePr>
        <p:xfrm>
          <a:off x="457201" y="1825424"/>
          <a:ext cx="8228013" cy="393582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3954274">
                  <a:extLst>
                    <a:ext uri="{9D8B030D-6E8A-4147-A177-3AD203B41FA5}">
                      <a16:colId xmlns:a16="http://schemas.microsoft.com/office/drawing/2014/main" val="2392000953"/>
                    </a:ext>
                  </a:extLst>
                </a:gridCol>
                <a:gridCol w="4273739">
                  <a:extLst>
                    <a:ext uri="{9D8B030D-6E8A-4147-A177-3AD203B41FA5}">
                      <a16:colId xmlns:a16="http://schemas.microsoft.com/office/drawing/2014/main" val="3843380566"/>
                    </a:ext>
                  </a:extLst>
                </a:gridCol>
              </a:tblGrid>
              <a:tr h="562260">
                <a:tc>
                  <a:txBody>
                    <a:bodyPr/>
                    <a:lstStyle/>
                    <a:p>
                      <a:r>
                        <a:rPr lang="en-IN" sz="2500"/>
                        <a:t>Task</a:t>
                      </a:r>
                    </a:p>
                  </a:txBody>
                  <a:tcPr marL="127786" marR="127786" marT="63893" marB="63893" anchor="ctr"/>
                </a:tc>
                <a:tc>
                  <a:txBody>
                    <a:bodyPr/>
                    <a:lstStyle/>
                    <a:p>
                      <a:r>
                        <a:rPr lang="en-IN" sz="2500"/>
                        <a:t>Function</a:t>
                      </a:r>
                    </a:p>
                  </a:txBody>
                  <a:tcPr marL="127786" marR="127786" marT="63893" marB="63893" anchor="ctr"/>
                </a:tc>
                <a:extLst>
                  <a:ext uri="{0D108BD9-81ED-4DB2-BD59-A6C34878D82A}">
                    <a16:rowId xmlns:a16="http://schemas.microsoft.com/office/drawing/2014/main" val="89196900"/>
                  </a:ext>
                </a:extLst>
              </a:tr>
              <a:tr h="562260">
                <a:tc>
                  <a:txBody>
                    <a:bodyPr/>
                    <a:lstStyle/>
                    <a:p>
                      <a:r>
                        <a:rPr lang="en-IN" sz="2500"/>
                        <a:t>Get current time</a:t>
                      </a:r>
                    </a:p>
                  </a:txBody>
                  <a:tcPr marL="127786" marR="127786" marT="63893" marB="63893" anchor="ctr"/>
                </a:tc>
                <a:tc>
                  <a:txBody>
                    <a:bodyPr/>
                    <a:lstStyle/>
                    <a:p>
                      <a:r>
                        <a:rPr lang="en-IN" sz="2500"/>
                        <a:t>os.date() / os.time()</a:t>
                      </a:r>
                    </a:p>
                  </a:txBody>
                  <a:tcPr marL="127786" marR="127786" marT="63893" marB="63893" anchor="ctr"/>
                </a:tc>
                <a:extLst>
                  <a:ext uri="{0D108BD9-81ED-4DB2-BD59-A6C34878D82A}">
                    <a16:rowId xmlns:a16="http://schemas.microsoft.com/office/drawing/2014/main" val="4142145854"/>
                  </a:ext>
                </a:extLst>
              </a:tr>
              <a:tr h="562260">
                <a:tc>
                  <a:txBody>
                    <a:bodyPr/>
                    <a:lstStyle/>
                    <a:p>
                      <a:r>
                        <a:rPr lang="en-IN" sz="2500"/>
                        <a:t>Format date string</a:t>
                      </a:r>
                    </a:p>
                  </a:txBody>
                  <a:tcPr marL="127786" marR="127786" marT="63893" marB="63893" anchor="ctr"/>
                </a:tc>
                <a:tc>
                  <a:txBody>
                    <a:bodyPr/>
                    <a:lstStyle/>
                    <a:p>
                      <a:r>
                        <a:rPr lang="es-ES" sz="2500"/>
                        <a:t>os.date("%Y-%m-%d")</a:t>
                      </a:r>
                    </a:p>
                  </a:txBody>
                  <a:tcPr marL="127786" marR="127786" marT="63893" marB="63893" anchor="ctr"/>
                </a:tc>
                <a:extLst>
                  <a:ext uri="{0D108BD9-81ED-4DB2-BD59-A6C34878D82A}">
                    <a16:rowId xmlns:a16="http://schemas.microsoft.com/office/drawing/2014/main" val="4051155517"/>
                  </a:ext>
                </a:extLst>
              </a:tr>
              <a:tr h="562260">
                <a:tc>
                  <a:txBody>
                    <a:bodyPr/>
                    <a:lstStyle/>
                    <a:p>
                      <a:r>
                        <a:rPr lang="en-IN" sz="2500"/>
                        <a:t>Parse date → timestamp</a:t>
                      </a:r>
                    </a:p>
                  </a:txBody>
                  <a:tcPr marL="127786" marR="127786" marT="63893" marB="63893" anchor="ctr"/>
                </a:tc>
                <a:tc>
                  <a:txBody>
                    <a:bodyPr/>
                    <a:lstStyle/>
                    <a:p>
                      <a:r>
                        <a:rPr lang="en-IN" sz="2500"/>
                        <a:t>os.time{year=..., month=...}</a:t>
                      </a:r>
                    </a:p>
                  </a:txBody>
                  <a:tcPr marL="127786" marR="127786" marT="63893" marB="63893" anchor="ctr"/>
                </a:tc>
                <a:extLst>
                  <a:ext uri="{0D108BD9-81ED-4DB2-BD59-A6C34878D82A}">
                    <a16:rowId xmlns:a16="http://schemas.microsoft.com/office/drawing/2014/main" val="325247670"/>
                  </a:ext>
                </a:extLst>
              </a:tr>
              <a:tr h="562260">
                <a:tc>
                  <a:txBody>
                    <a:bodyPr/>
                    <a:lstStyle/>
                    <a:p>
                      <a:r>
                        <a:rPr lang="en-IN" sz="2500"/>
                        <a:t>Timestamp → date</a:t>
                      </a:r>
                    </a:p>
                  </a:txBody>
                  <a:tcPr marL="127786" marR="127786" marT="63893" marB="63893" anchor="ctr"/>
                </a:tc>
                <a:tc>
                  <a:txBody>
                    <a:bodyPr/>
                    <a:lstStyle/>
                    <a:p>
                      <a:r>
                        <a:rPr lang="en-IN" sz="2500"/>
                        <a:t>os.date(nil, ts)</a:t>
                      </a:r>
                    </a:p>
                  </a:txBody>
                  <a:tcPr marL="127786" marR="127786" marT="63893" marB="63893" anchor="ctr"/>
                </a:tc>
                <a:extLst>
                  <a:ext uri="{0D108BD9-81ED-4DB2-BD59-A6C34878D82A}">
                    <a16:rowId xmlns:a16="http://schemas.microsoft.com/office/drawing/2014/main" val="3181395367"/>
                  </a:ext>
                </a:extLst>
              </a:tr>
              <a:tr h="562260">
                <a:tc>
                  <a:txBody>
                    <a:bodyPr/>
                    <a:lstStyle/>
                    <a:p>
                      <a:r>
                        <a:rPr lang="en-IN" sz="2500"/>
                        <a:t>Difference in seconds</a:t>
                      </a:r>
                    </a:p>
                  </a:txBody>
                  <a:tcPr marL="127786" marR="127786" marT="63893" marB="63893" anchor="ctr"/>
                </a:tc>
                <a:tc>
                  <a:txBody>
                    <a:bodyPr/>
                    <a:lstStyle/>
                    <a:p>
                      <a:r>
                        <a:rPr lang="en-IN" sz="2500"/>
                        <a:t>os.difftime(t1, t2)</a:t>
                      </a:r>
                    </a:p>
                  </a:txBody>
                  <a:tcPr marL="127786" marR="127786" marT="63893" marB="63893" anchor="ctr"/>
                </a:tc>
                <a:extLst>
                  <a:ext uri="{0D108BD9-81ED-4DB2-BD59-A6C34878D82A}">
                    <a16:rowId xmlns:a16="http://schemas.microsoft.com/office/drawing/2014/main" val="256963412"/>
                  </a:ext>
                </a:extLst>
              </a:tr>
              <a:tr h="562260">
                <a:tc>
                  <a:txBody>
                    <a:bodyPr/>
                    <a:lstStyle/>
                    <a:p>
                      <a:r>
                        <a:rPr lang="en-IN" sz="2500"/>
                        <a:t>Add/subtract time</a:t>
                      </a:r>
                    </a:p>
                  </a:txBody>
                  <a:tcPr marL="127786" marR="127786" marT="63893" marB="63893" anchor="ctr"/>
                </a:tc>
                <a:tc>
                  <a:txBody>
                    <a:bodyPr/>
                    <a:lstStyle/>
                    <a:p>
                      <a:r>
                        <a:rPr lang="en-IN" sz="2500" dirty="0" err="1"/>
                        <a:t>os.time</a:t>
                      </a:r>
                      <a:r>
                        <a:rPr lang="en-IN" sz="2500" dirty="0"/>
                        <a:t>() ± seconds</a:t>
                      </a:r>
                    </a:p>
                  </a:txBody>
                  <a:tcPr marL="127786" marR="127786" marT="63893" marB="63893" anchor="ctr"/>
                </a:tc>
                <a:extLst>
                  <a:ext uri="{0D108BD9-81ED-4DB2-BD59-A6C34878D82A}">
                    <a16:rowId xmlns:a16="http://schemas.microsoft.com/office/drawing/2014/main" val="40557282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1432730"/>
      </p:ext>
    </p:extLst>
  </p:cSld>
  <p:clrMapOvr>
    <a:masterClrMapping/>
  </p:clrMapOvr>
</p:sld>
</file>

<file path=ppt/slides/slide2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672D4C-3296-B0E4-C540-F4C07FA4854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57201" y="1381125"/>
            <a:ext cx="8228012" cy="2428875"/>
          </a:xfrm>
        </p:spPr>
        <p:txBody>
          <a:bodyPr>
            <a:normAutofit lnSpcReduction="10000"/>
          </a:bodyPr>
          <a:lstStyle/>
          <a:p>
            <a:r>
              <a:rPr lang="en-IN" dirty="0"/>
              <a:t>Download </a:t>
            </a:r>
            <a:r>
              <a:rPr lang="en-IN" dirty="0" err="1"/>
              <a:t>Luasocket</a:t>
            </a:r>
            <a:r>
              <a:rPr lang="en-IN" dirty="0"/>
              <a:t> from </a:t>
            </a:r>
            <a:r>
              <a:rPr lang="en-IN" dirty="0" err="1"/>
              <a:t>Luarocks</a:t>
            </a:r>
            <a:endParaRPr lang="en-IN" dirty="0"/>
          </a:p>
          <a:p>
            <a:r>
              <a:rPr lang="en-IN" dirty="0">
                <a:hlinkClick r:id="rId2"/>
              </a:rPr>
              <a:t>https://github.com/alain-riedinger/luasocket/releases</a:t>
            </a:r>
            <a:endParaRPr lang="en-IN" dirty="0"/>
          </a:p>
          <a:p>
            <a:r>
              <a:rPr lang="en-IN" dirty="0"/>
              <a:t>Create socket folder and keep </a:t>
            </a:r>
            <a:r>
              <a:rPr lang="en-IN" dirty="0" err="1"/>
              <a:t>socet</a:t>
            </a:r>
            <a:r>
              <a:rPr lang="en-IN" dirty="0"/>
              <a:t> c, header and </a:t>
            </a:r>
            <a:r>
              <a:rPr lang="en-IN" dirty="0" err="1"/>
              <a:t>lua</a:t>
            </a:r>
            <a:endParaRPr lang="en-IN" dirty="0"/>
          </a:p>
          <a:p>
            <a:r>
              <a:rPr lang="en-IN" dirty="0"/>
              <a:t>Create mime folder to keep lib</a:t>
            </a:r>
          </a:p>
          <a:p>
            <a:r>
              <a:rPr lang="en-IN" dirty="0"/>
              <a:t>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F3588BB-0BD4-FD0A-3DE6-66BE6B917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Lua Socket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DD66179-179D-A671-9414-A0BB99D6949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77500" b="66000"/>
          <a:stretch>
            <a:fillRect/>
          </a:stretch>
        </p:blipFill>
        <p:spPr>
          <a:xfrm>
            <a:off x="2590800" y="3429000"/>
            <a:ext cx="3386000" cy="3197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1228274"/>
      </p:ext>
    </p:extLst>
  </p:cSld>
  <p:clrMapOvr>
    <a:masterClrMapping/>
  </p:clrMapOvr>
</p:sld>
</file>

<file path=ppt/slides/slide2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39275B-9F71-1876-8FAC-2DA2FC5341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52D4812-DA7D-D7BD-660F-22D3F8209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Lua Socket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1D96427-4ACD-E1CE-BCFC-AF000333741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833" t="3333" r="25000" b="38000"/>
          <a:stretch>
            <a:fillRect/>
          </a:stretch>
        </p:blipFill>
        <p:spPr>
          <a:xfrm>
            <a:off x="838200" y="1600200"/>
            <a:ext cx="7239000" cy="4900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4300845"/>
      </p:ext>
    </p:extLst>
  </p:cSld>
  <p:clrMapOvr>
    <a:masterClrMapping/>
  </p:clrMapOvr>
</p:sld>
</file>

<file path=ppt/slides/slide2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A5742A-B65F-0116-A31E-2C2391F9F7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B36E711-5104-E392-2427-3C8DDAADF3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Lua Socket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26ACFA3-C96F-62E9-59C5-1E86FF883E4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666" t="58001" r="6797" b="5999"/>
          <a:stretch>
            <a:fillRect/>
          </a:stretch>
        </p:blipFill>
        <p:spPr>
          <a:xfrm>
            <a:off x="469056" y="1905000"/>
            <a:ext cx="8237248" cy="259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2642579"/>
      </p:ext>
    </p:extLst>
  </p:cSld>
  <p:clrMapOvr>
    <a:masterClrMapping/>
  </p:clrMapOvr>
</p:sld>
</file>

<file path=ppt/slides/slide2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F3ED7F4-F1F6-01FB-4861-F8219448C538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IN" dirty="0"/>
              <a:t>sudo apt update</a:t>
            </a:r>
          </a:p>
          <a:p>
            <a:r>
              <a:rPr lang="en-IN" dirty="0"/>
              <a:t>sudo apt install </a:t>
            </a:r>
            <a:r>
              <a:rPr lang="en-IN" dirty="0" err="1"/>
              <a:t>openssl</a:t>
            </a:r>
            <a:r>
              <a:rPr lang="en-IN" dirty="0"/>
              <a:t> </a:t>
            </a:r>
            <a:r>
              <a:rPr lang="en-IN" dirty="0" err="1"/>
              <a:t>libssl</a:t>
            </a:r>
            <a:r>
              <a:rPr lang="en-IN" dirty="0"/>
              <a:t>-dev</a:t>
            </a:r>
          </a:p>
          <a:p>
            <a:r>
              <a:rPr lang="en-IN" dirty="0"/>
              <a:t>sudo apt install </a:t>
            </a:r>
            <a:r>
              <a:rPr lang="en-IN" dirty="0" err="1"/>
              <a:t>libssl</a:t>
            </a:r>
            <a:r>
              <a:rPr lang="en-IN" dirty="0"/>
              <a:t>-dev</a:t>
            </a:r>
          </a:p>
          <a:p>
            <a:r>
              <a:rPr lang="en-IN" dirty="0" err="1"/>
              <a:t>openssl</a:t>
            </a:r>
            <a:r>
              <a:rPr lang="en-IN" dirty="0"/>
              <a:t> version</a:t>
            </a:r>
          </a:p>
          <a:p>
            <a:r>
              <a:rPr lang="en-US" dirty="0" err="1"/>
              <a:t>dpkg</a:t>
            </a:r>
            <a:r>
              <a:rPr lang="en-US" dirty="0"/>
              <a:t> -L </a:t>
            </a:r>
            <a:r>
              <a:rPr lang="en-US" dirty="0" err="1"/>
              <a:t>libssl</a:t>
            </a:r>
            <a:r>
              <a:rPr lang="en-US" dirty="0"/>
              <a:t>-dev | grep include</a:t>
            </a:r>
          </a:p>
          <a:p>
            <a:r>
              <a:rPr lang="en-IN" dirty="0"/>
              <a:t>sudo apt update</a:t>
            </a:r>
          </a:p>
          <a:p>
            <a:r>
              <a:rPr lang="en-IN" dirty="0"/>
              <a:t>sudo apt install </a:t>
            </a:r>
            <a:r>
              <a:rPr lang="en-IN" dirty="0" err="1"/>
              <a:t>libssl</a:t>
            </a:r>
            <a:r>
              <a:rPr lang="en-IN" dirty="0"/>
              <a:t>-dev</a:t>
            </a:r>
          </a:p>
          <a:p>
            <a:r>
              <a:rPr lang="en-IN" dirty="0"/>
              <a:t>ls /</a:t>
            </a:r>
            <a:r>
              <a:rPr lang="en-IN" dirty="0" err="1"/>
              <a:t>usr</a:t>
            </a:r>
            <a:r>
              <a:rPr lang="en-IN" dirty="0"/>
              <a:t>/include/</a:t>
            </a:r>
            <a:r>
              <a:rPr lang="en-IN" dirty="0" err="1"/>
              <a:t>openssl</a:t>
            </a:r>
            <a:r>
              <a:rPr lang="en-IN" dirty="0"/>
              <a:t>/</a:t>
            </a:r>
            <a:r>
              <a:rPr lang="en-IN" dirty="0" err="1"/>
              <a:t>ssl.h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CC20A1C-01CF-477C-1A8E-B9819718F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Luasec</a:t>
            </a:r>
            <a:r>
              <a:rPr lang="en-IN" dirty="0"/>
              <a:t> for </a:t>
            </a:r>
            <a:r>
              <a:rPr lang="en-IN" dirty="0" err="1"/>
              <a:t>ssl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20336010"/>
      </p:ext>
    </p:extLst>
  </p:cSld>
  <p:clrMapOvr>
    <a:masterClrMapping/>
  </p:clrMapOvr>
</p:sld>
</file>

<file path=ppt/slides/slide2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C73FA3-4A10-8E98-DACB-7A0C09CEC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F190E43-6196-086B-A6B0-EC4CD7360788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IN" dirty="0"/>
              <a:t>sudo </a:t>
            </a:r>
            <a:r>
              <a:rPr lang="en-IN" dirty="0" err="1"/>
              <a:t>luarocks</a:t>
            </a:r>
            <a:r>
              <a:rPr lang="en-IN" dirty="0"/>
              <a:t> install </a:t>
            </a:r>
            <a:r>
              <a:rPr lang="en-IN" dirty="0" err="1"/>
              <a:t>luasec</a:t>
            </a:r>
            <a:r>
              <a:rPr lang="en-IN" dirty="0"/>
              <a:t> OPENSSL_INCDIR=/</a:t>
            </a:r>
            <a:r>
              <a:rPr lang="en-IN" dirty="0" err="1"/>
              <a:t>usr</a:t>
            </a:r>
            <a:r>
              <a:rPr lang="en-IN" dirty="0"/>
              <a:t>/include OPENSSL_LIBDIR=/</a:t>
            </a:r>
            <a:r>
              <a:rPr lang="en-IN" dirty="0" err="1"/>
              <a:t>usr</a:t>
            </a:r>
            <a:r>
              <a:rPr lang="en-IN" dirty="0"/>
              <a:t>/lib/x86_64-linux-gnu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0C80AAA-098A-19D5-A3A7-7FDAA5E03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Luasec</a:t>
            </a:r>
            <a:r>
              <a:rPr lang="en-IN" dirty="0"/>
              <a:t> for </a:t>
            </a:r>
            <a:r>
              <a:rPr lang="en-IN" dirty="0" err="1"/>
              <a:t>ssl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95833017"/>
      </p:ext>
    </p:extLst>
  </p:cSld>
  <p:clrMapOvr>
    <a:masterClrMapping/>
  </p:clrMapOvr>
</p:sld>
</file>

<file path=ppt/slides/slide2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1C22ED-96CA-44F2-9682-8D360D2EBC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3418627-1DC7-0371-F243-9CD109FA7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Luasec</a:t>
            </a:r>
            <a:r>
              <a:rPr lang="en-IN" dirty="0"/>
              <a:t> for </a:t>
            </a:r>
            <a:r>
              <a:rPr lang="en-IN" dirty="0" err="1"/>
              <a:t>ssl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6D11097-48D5-D7A6-D032-A133BB819E5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1333"/>
          <a:stretch>
            <a:fillRect/>
          </a:stretch>
        </p:blipFill>
        <p:spPr>
          <a:xfrm>
            <a:off x="444993" y="1600200"/>
            <a:ext cx="8454366" cy="449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997938"/>
      </p:ext>
    </p:extLst>
  </p:cSld>
  <p:clrMapOvr>
    <a:masterClrMapping/>
  </p:clrMapOvr>
</p:sld>
</file>

<file path=ppt/slides/slide2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A1622F0-5845-D058-5255-7BEF752B1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Common Lua Database Connections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AED5810-2906-EDF9-D312-A240B82D04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6532950"/>
              </p:ext>
            </p:extLst>
          </p:nvPr>
        </p:nvGraphicFramePr>
        <p:xfrm>
          <a:off x="457200" y="1735931"/>
          <a:ext cx="8228012" cy="411480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057003">
                  <a:extLst>
                    <a:ext uri="{9D8B030D-6E8A-4147-A177-3AD203B41FA5}">
                      <a16:colId xmlns:a16="http://schemas.microsoft.com/office/drawing/2014/main" val="2619283436"/>
                    </a:ext>
                  </a:extLst>
                </a:gridCol>
                <a:gridCol w="2057003">
                  <a:extLst>
                    <a:ext uri="{9D8B030D-6E8A-4147-A177-3AD203B41FA5}">
                      <a16:colId xmlns:a16="http://schemas.microsoft.com/office/drawing/2014/main" val="3035171151"/>
                    </a:ext>
                  </a:extLst>
                </a:gridCol>
                <a:gridCol w="2057003">
                  <a:extLst>
                    <a:ext uri="{9D8B030D-6E8A-4147-A177-3AD203B41FA5}">
                      <a16:colId xmlns:a16="http://schemas.microsoft.com/office/drawing/2014/main" val="3998460082"/>
                    </a:ext>
                  </a:extLst>
                </a:gridCol>
                <a:gridCol w="2057003">
                  <a:extLst>
                    <a:ext uri="{9D8B030D-6E8A-4147-A177-3AD203B41FA5}">
                      <a16:colId xmlns:a16="http://schemas.microsoft.com/office/drawing/2014/main" val="206449671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/>
                        <a:t>Database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Lua Library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LuaRocks Package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Notes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421778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SQLite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lsqlite3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luarocks</a:t>
                      </a:r>
                      <a:r>
                        <a:rPr lang="en-IN" dirty="0"/>
                        <a:t> install lsqlite3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Easiest, no server needed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730355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MySQL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luasql.mysql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luarocks install luasql-mysql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Needs MySQL client installed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394705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PostgreSQL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luasql.postgres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luarocks install luasql-postgres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Needs PostgreSQL client installed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520898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MongoDB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luamongo (C++) or REST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Manual build or REST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Complex to build, or use via HTTP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924578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Via Python/REST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Any DB via bridge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Use os.execute or io.popen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Practical and lightweight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405230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293465"/>
      </p:ext>
    </p:extLst>
  </p:cSld>
  <p:clrMapOvr>
    <a:masterClrMapping/>
  </p:clrMapOvr>
</p:sld>
</file>

<file path=ppt/slides/slide2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34C314C-6A31-87FD-5767-A67C2EDDF7D7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>
            <a:normAutofit/>
          </a:bodyPr>
          <a:lstStyle/>
          <a:p>
            <a:r>
              <a:rPr lang="en-IN" dirty="0"/>
              <a:t>Now, to install MySQL 8, simply type:</a:t>
            </a:r>
          </a:p>
          <a:p>
            <a:r>
              <a:rPr lang="en-IN" dirty="0"/>
              <a:t>sudo apt install </a:t>
            </a:r>
            <a:r>
              <a:rPr lang="en-IN" dirty="0" err="1"/>
              <a:t>mysql</a:t>
            </a:r>
            <a:r>
              <a:rPr lang="en-IN" dirty="0"/>
              <a:t>-server</a:t>
            </a:r>
          </a:p>
          <a:p>
            <a:r>
              <a:rPr lang="en-IN" dirty="0"/>
              <a:t>sudo nano /etc/</a:t>
            </a:r>
            <a:r>
              <a:rPr lang="en-IN" dirty="0" err="1"/>
              <a:t>mysql</a:t>
            </a:r>
            <a:r>
              <a:rPr lang="en-IN" dirty="0"/>
              <a:t>/</a:t>
            </a:r>
            <a:r>
              <a:rPr lang="en-IN" dirty="0" err="1"/>
              <a:t>mysql.conf.d</a:t>
            </a:r>
            <a:r>
              <a:rPr lang="en-IN" dirty="0"/>
              <a:t>/</a:t>
            </a:r>
            <a:r>
              <a:rPr lang="en-IN" dirty="0" err="1"/>
              <a:t>mysqld.cnf</a:t>
            </a:r>
            <a:r>
              <a:rPr lang="en-IN" dirty="0"/>
              <a:t>(change port)</a:t>
            </a:r>
          </a:p>
          <a:p>
            <a:r>
              <a:rPr lang="en-IN" dirty="0"/>
              <a:t>sudo service </a:t>
            </a:r>
            <a:r>
              <a:rPr lang="en-IN" dirty="0" err="1"/>
              <a:t>mysql</a:t>
            </a:r>
            <a:r>
              <a:rPr lang="en-IN" dirty="0"/>
              <a:t> start</a:t>
            </a:r>
          </a:p>
          <a:p>
            <a:r>
              <a:rPr lang="en-IN" dirty="0"/>
              <a:t>sudo </a:t>
            </a:r>
            <a:r>
              <a:rPr lang="en-IN" dirty="0" err="1"/>
              <a:t>mysql_secure_installation</a:t>
            </a:r>
            <a:endParaRPr lang="en-IN" dirty="0"/>
          </a:p>
          <a:p>
            <a:r>
              <a:rPr lang="en-IN" dirty="0"/>
              <a:t>#login as admin</a:t>
            </a:r>
          </a:p>
          <a:p>
            <a:r>
              <a:rPr lang="en-IN" dirty="0"/>
              <a:t>sudo </a:t>
            </a:r>
            <a:r>
              <a:rPr lang="en-IN" dirty="0" err="1"/>
              <a:t>mysql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A02ECF2-171C-E5DA-0AF4-CEE08F835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Mysql</a:t>
            </a:r>
            <a:r>
              <a:rPr lang="en-IN" dirty="0"/>
              <a:t> Connection</a:t>
            </a:r>
          </a:p>
        </p:txBody>
      </p:sp>
    </p:spTree>
    <p:extLst>
      <p:ext uri="{BB962C8B-B14F-4D97-AF65-F5344CB8AC3E}">
        <p14:creationId xmlns:p14="http://schemas.microsoft.com/office/powerpoint/2010/main" val="969051657"/>
      </p:ext>
    </p:extLst>
  </p:cSld>
  <p:clrMapOvr>
    <a:masterClrMapping/>
  </p:clrMapOvr>
</p:sld>
</file>

<file path=ppt/slides/slide2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EADEC3-D916-C41A-537D-72ADB62AF1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D614285-D71A-CF8D-9DF9-B5F8B607CC83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>
            <a:normAutofit/>
          </a:bodyPr>
          <a:lstStyle/>
          <a:p>
            <a:r>
              <a:rPr lang="en-IN" dirty="0"/>
              <a:t>#after that set password</a:t>
            </a:r>
          </a:p>
          <a:p>
            <a:r>
              <a:rPr lang="en-IN" dirty="0"/>
              <a:t>ALTER USER '</a:t>
            </a:r>
            <a:r>
              <a:rPr lang="en-IN" dirty="0" err="1"/>
              <a:t>root'@'localhost</a:t>
            </a:r>
            <a:r>
              <a:rPr lang="en-IN" dirty="0"/>
              <a:t>' IDENTIFIED WITH </a:t>
            </a:r>
            <a:r>
              <a:rPr lang="en-IN" dirty="0" err="1"/>
              <a:t>mysql_native_password</a:t>
            </a:r>
            <a:r>
              <a:rPr lang="en-IN" dirty="0"/>
              <a:t> BY '</a:t>
            </a:r>
            <a:r>
              <a:rPr lang="en-IN" dirty="0" err="1"/>
              <a:t>newpassword</a:t>
            </a:r>
            <a:r>
              <a:rPr lang="en-IN" dirty="0"/>
              <a:t>';</a:t>
            </a:r>
          </a:p>
          <a:p>
            <a:r>
              <a:rPr lang="en-IN" dirty="0" err="1"/>
              <a:t>mysql</a:t>
            </a:r>
            <a:r>
              <a:rPr lang="en-IN" dirty="0"/>
              <a:t> -u root  -p</a:t>
            </a:r>
          </a:p>
          <a:p>
            <a:r>
              <a:rPr lang="en-IN" dirty="0"/>
              <a:t>create database </a:t>
            </a:r>
            <a:r>
              <a:rPr lang="en-IN" dirty="0" err="1"/>
              <a:t>ecommercedb</a:t>
            </a:r>
            <a:r>
              <a:rPr lang="en-IN" dirty="0"/>
              <a:t>;</a:t>
            </a:r>
          </a:p>
          <a:p>
            <a:r>
              <a:rPr lang="en-IN" dirty="0"/>
              <a:t>use </a:t>
            </a:r>
            <a:r>
              <a:rPr lang="en-IN" dirty="0" err="1"/>
              <a:t>ecommercedb</a:t>
            </a:r>
            <a:r>
              <a:rPr lang="en-IN" dirty="0"/>
              <a:t>;</a:t>
            </a:r>
          </a:p>
          <a:p>
            <a:r>
              <a:rPr lang="en-IN" dirty="0"/>
              <a:t>create table Product(</a:t>
            </a:r>
            <a:r>
              <a:rPr lang="en-IN" dirty="0" err="1"/>
              <a:t>ProductId</a:t>
            </a:r>
            <a:r>
              <a:rPr lang="en-IN" dirty="0"/>
              <a:t> int primary key, Name varchar(50), Cost int);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FAB0E0F-EA7C-88AB-19F0-E82CB0DD7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Mysql</a:t>
            </a:r>
            <a:r>
              <a:rPr lang="en-IN" dirty="0"/>
              <a:t> Connection</a:t>
            </a:r>
          </a:p>
        </p:txBody>
      </p:sp>
    </p:spTree>
    <p:extLst>
      <p:ext uri="{BB962C8B-B14F-4D97-AF65-F5344CB8AC3E}">
        <p14:creationId xmlns:p14="http://schemas.microsoft.com/office/powerpoint/2010/main" val="3146433970"/>
      </p:ext>
    </p:extLst>
  </p:cSld>
  <p:clrMapOvr>
    <a:masterClrMapping/>
  </p:clrMapOvr>
</p:sld>
</file>

<file path=ppt/slides/slide2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D115492-B5A1-37B1-8055-3F425ACD798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57201" y="1381125"/>
            <a:ext cx="8228012" cy="600075"/>
          </a:xfrm>
        </p:spPr>
        <p:txBody>
          <a:bodyPr/>
          <a:lstStyle/>
          <a:p>
            <a:r>
              <a:rPr lang="en-IN" dirty="0"/>
              <a:t>sudo apt-get install </a:t>
            </a:r>
            <a:r>
              <a:rPr lang="en-IN" dirty="0" err="1"/>
              <a:t>lua-sql-mysql</a:t>
            </a:r>
            <a:endParaRPr lang="en-IN" dirty="0"/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601B8AA-5075-BBC8-074E-C752E33D6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Lua </a:t>
            </a:r>
            <a:r>
              <a:rPr lang="en-IN" dirty="0" err="1"/>
              <a:t>mysql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E55777-19E5-2516-EF67-FEAEFF436E2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" t="5333" r="48713" b="26000"/>
          <a:stretch>
            <a:fillRect/>
          </a:stretch>
        </p:blipFill>
        <p:spPr>
          <a:xfrm>
            <a:off x="609600" y="1831206"/>
            <a:ext cx="7315199" cy="4901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4406835"/>
      </p:ext>
    </p:extLst>
  </p:cSld>
  <p:clrMapOvr>
    <a:masterClrMapping/>
  </p:clrMapOvr>
</p:sld>
</file>

<file path=ppt/slides/slide2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A45F0B-6D75-2FA4-9BF2-BD5652149D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9F74CCE-3EDB-A0E7-294F-AAE298BBDEB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57201" y="1381125"/>
            <a:ext cx="8228012" cy="600075"/>
          </a:xfrm>
        </p:spPr>
        <p:txBody>
          <a:bodyPr/>
          <a:lstStyle/>
          <a:p>
            <a:r>
              <a:rPr lang="en-IN" dirty="0"/>
              <a:t>Lua </a:t>
            </a:r>
            <a:r>
              <a:rPr lang="en-IN" dirty="0" err="1"/>
              <a:t>testmysql.lua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92C6EB9-20D4-E358-EF36-B832D4032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Lua </a:t>
            </a:r>
            <a:r>
              <a:rPr lang="en-IN" dirty="0" err="1"/>
              <a:t>mysql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84DD695-D886-6E12-B600-3E5979C4FE6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4000" r="67500" b="10000"/>
          <a:stretch>
            <a:fillRect/>
          </a:stretch>
        </p:blipFill>
        <p:spPr>
          <a:xfrm>
            <a:off x="838199" y="2666999"/>
            <a:ext cx="7181853" cy="2209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6868792"/>
      </p:ext>
    </p:extLst>
  </p:cSld>
  <p:clrMapOvr>
    <a:masterClrMapping/>
  </p:clrMapOvr>
</p:sld>
</file>

<file path=ppt/slides/slide2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1C93EA0-A47D-89BF-7DB7-9168550F931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57201" y="1381124"/>
            <a:ext cx="8228012" cy="5095875"/>
          </a:xfrm>
        </p:spPr>
        <p:txBody>
          <a:bodyPr>
            <a:normAutofit fontScale="85000" lnSpcReduction="20000"/>
          </a:bodyPr>
          <a:lstStyle/>
          <a:p>
            <a:r>
              <a:rPr lang="en-IN" dirty="0"/>
              <a:t>sudo apt update</a:t>
            </a:r>
          </a:p>
          <a:p>
            <a:r>
              <a:rPr lang="en-IN" dirty="0"/>
              <a:t>sudo apt install </a:t>
            </a:r>
            <a:r>
              <a:rPr lang="en-IN" dirty="0" err="1"/>
              <a:t>libbson</a:t>
            </a:r>
            <a:r>
              <a:rPr lang="en-IN" dirty="0"/>
              <a:t>-dev </a:t>
            </a:r>
            <a:r>
              <a:rPr lang="en-IN" dirty="0" err="1"/>
              <a:t>libmongoc</a:t>
            </a:r>
            <a:r>
              <a:rPr lang="en-IN" dirty="0"/>
              <a:t>-dev</a:t>
            </a:r>
          </a:p>
          <a:p>
            <a:r>
              <a:rPr lang="en-US" dirty="0"/>
              <a:t>ls /</a:t>
            </a:r>
            <a:r>
              <a:rPr lang="en-US" dirty="0" err="1"/>
              <a:t>usr</a:t>
            </a:r>
            <a:r>
              <a:rPr lang="en-US" dirty="0"/>
              <a:t>/include/libbson-1.0/</a:t>
            </a:r>
            <a:r>
              <a:rPr lang="en-US" dirty="0" err="1"/>
              <a:t>bson</a:t>
            </a:r>
            <a:r>
              <a:rPr lang="en-US" dirty="0"/>
              <a:t>/</a:t>
            </a:r>
            <a:r>
              <a:rPr lang="en-US" dirty="0" err="1"/>
              <a:t>bson.h</a:t>
            </a:r>
            <a:endParaRPr lang="en-US" dirty="0"/>
          </a:p>
          <a:p>
            <a:r>
              <a:rPr lang="en-US" dirty="0" err="1"/>
              <a:t>sudo</a:t>
            </a:r>
            <a:r>
              <a:rPr lang="en-US" dirty="0"/>
              <a:t> apt install </a:t>
            </a:r>
            <a:r>
              <a:rPr lang="en-US" dirty="0" err="1"/>
              <a:t>cmake</a:t>
            </a:r>
            <a:r>
              <a:rPr lang="en-US" dirty="0"/>
              <a:t> build-essential pkg-config </a:t>
            </a:r>
            <a:r>
              <a:rPr lang="en-US" dirty="0" err="1"/>
              <a:t>libssl</a:t>
            </a:r>
            <a:r>
              <a:rPr lang="en-US" dirty="0"/>
              <a:t>-dev</a:t>
            </a:r>
          </a:p>
          <a:p>
            <a:r>
              <a:rPr lang="en-US" dirty="0"/>
              <a:t>git clone https://github.com/mongodb/mongo-c-driver.git</a:t>
            </a:r>
          </a:p>
          <a:p>
            <a:r>
              <a:rPr lang="en-US" dirty="0"/>
              <a:t>cd mongo-c-driver</a:t>
            </a:r>
          </a:p>
          <a:p>
            <a:r>
              <a:rPr lang="en-US" dirty="0"/>
              <a:t>git checkout 1.24.4  # Use a stable version</a:t>
            </a:r>
          </a:p>
          <a:p>
            <a:r>
              <a:rPr lang="en-US" dirty="0" err="1"/>
              <a:t>mkdir</a:t>
            </a:r>
            <a:r>
              <a:rPr lang="en-US" dirty="0"/>
              <a:t> </a:t>
            </a:r>
            <a:r>
              <a:rPr lang="en-US" dirty="0" err="1"/>
              <a:t>cmake</a:t>
            </a:r>
            <a:r>
              <a:rPr lang="en-US" dirty="0"/>
              <a:t>-build</a:t>
            </a:r>
          </a:p>
          <a:p>
            <a:r>
              <a:rPr lang="en-US" dirty="0"/>
              <a:t>cd </a:t>
            </a:r>
            <a:r>
              <a:rPr lang="en-US" dirty="0" err="1"/>
              <a:t>cmake</a:t>
            </a:r>
            <a:r>
              <a:rPr lang="en-US" dirty="0"/>
              <a:t>-build</a:t>
            </a:r>
          </a:p>
          <a:p>
            <a:r>
              <a:rPr lang="en-US" dirty="0" err="1"/>
              <a:t>cmake</a:t>
            </a:r>
            <a:r>
              <a:rPr lang="en-US" dirty="0"/>
              <a:t> -DENABLE_AUTOMATIC_INIT_AND_CLEANUP=OFF ..</a:t>
            </a:r>
          </a:p>
          <a:p>
            <a:r>
              <a:rPr lang="en-US" dirty="0"/>
              <a:t>make -j$(</a:t>
            </a:r>
            <a:r>
              <a:rPr lang="en-US" dirty="0" err="1"/>
              <a:t>nproc</a:t>
            </a:r>
            <a:r>
              <a:rPr lang="en-US" dirty="0"/>
              <a:t>)</a:t>
            </a:r>
          </a:p>
          <a:p>
            <a:r>
              <a:rPr lang="en-US" dirty="0" err="1"/>
              <a:t>sudo</a:t>
            </a:r>
            <a:r>
              <a:rPr lang="en-US" dirty="0"/>
              <a:t> make install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9EF5EE3-37F5-EC03-43EB-E065FCE91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Lua </a:t>
            </a:r>
            <a:r>
              <a:rPr lang="en-IN" dirty="0" err="1"/>
              <a:t>Mongodb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38091710"/>
      </p:ext>
    </p:extLst>
  </p:cSld>
  <p:clrMapOvr>
    <a:masterClrMapping/>
  </p:clrMapOvr>
</p:sld>
</file>

<file path=ppt/slides/slide2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F48007-A14D-7572-05F0-F58E3D0249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DC0F502-7E2E-1B66-7906-6DB2AF7A869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57201" y="1381124"/>
            <a:ext cx="8228012" cy="5095875"/>
          </a:xfrm>
        </p:spPr>
        <p:txBody>
          <a:bodyPr>
            <a:normAutofit/>
          </a:bodyPr>
          <a:lstStyle/>
          <a:p>
            <a:r>
              <a:rPr lang="en-IN" dirty="0"/>
              <a:t>sudo </a:t>
            </a:r>
            <a:r>
              <a:rPr lang="en-IN" dirty="0" err="1"/>
              <a:t>luarocks</a:t>
            </a:r>
            <a:r>
              <a:rPr lang="en-IN" dirty="0"/>
              <a:t> install </a:t>
            </a:r>
            <a:r>
              <a:rPr lang="en-IN" dirty="0" err="1"/>
              <a:t>lua</a:t>
            </a:r>
            <a:r>
              <a:rPr lang="en-IN" dirty="0"/>
              <a:t>-mongo \</a:t>
            </a:r>
          </a:p>
          <a:p>
            <a:r>
              <a:rPr lang="en-IN" dirty="0"/>
              <a:t>  LIBBSON_INCDIR=/</a:t>
            </a:r>
            <a:r>
              <a:rPr lang="en-IN" dirty="0" err="1"/>
              <a:t>usr</a:t>
            </a:r>
            <a:r>
              <a:rPr lang="en-IN" dirty="0"/>
              <a:t>/local/include/libbson-1.0 \</a:t>
            </a:r>
          </a:p>
          <a:p>
            <a:r>
              <a:rPr lang="en-IN" dirty="0"/>
              <a:t>  LIBMONGOC_INCDIR=/</a:t>
            </a:r>
            <a:r>
              <a:rPr lang="en-IN" dirty="0" err="1"/>
              <a:t>usr</a:t>
            </a:r>
            <a:r>
              <a:rPr lang="en-IN" dirty="0"/>
              <a:t>/local/include/libmongoc-1.0 \</a:t>
            </a:r>
          </a:p>
          <a:p>
            <a:r>
              <a:rPr lang="en-IN" dirty="0"/>
              <a:t>  LIBBSON_LIBDIR=/</a:t>
            </a:r>
            <a:r>
              <a:rPr lang="en-IN" dirty="0" err="1"/>
              <a:t>usr</a:t>
            </a:r>
            <a:r>
              <a:rPr lang="en-IN" dirty="0"/>
              <a:t>/local/lib \</a:t>
            </a:r>
          </a:p>
          <a:p>
            <a:r>
              <a:rPr lang="en-IN" dirty="0"/>
              <a:t>  LIBMONGOC_LIBDIR=/</a:t>
            </a:r>
            <a:r>
              <a:rPr lang="en-IN" dirty="0" err="1"/>
              <a:t>usr</a:t>
            </a:r>
            <a:r>
              <a:rPr lang="en-IN" dirty="0"/>
              <a:t>/local/lib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2C68843-0C46-78DA-5255-F9789261B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Lua </a:t>
            </a:r>
            <a:r>
              <a:rPr lang="en-IN" dirty="0" err="1"/>
              <a:t>Mongodb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30988322"/>
      </p:ext>
    </p:extLst>
  </p:cSld>
  <p:clrMapOvr>
    <a:masterClrMapping/>
  </p:clrMapOvr>
</p:sld>
</file>

<file path=ppt/slides/slide2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FFC84E-6302-400D-9311-AAFDCB2553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1CF8698-EE13-4A9D-E438-77683B661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Lua </a:t>
            </a:r>
            <a:r>
              <a:rPr lang="en-IN" dirty="0" err="1"/>
              <a:t>Mongodb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F796712-167A-698D-269C-C751B89D02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1143000"/>
            <a:ext cx="9144000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99938"/>
      </p:ext>
    </p:extLst>
  </p:cSld>
  <p:clrMapOvr>
    <a:masterClrMapping/>
  </p:clrMapOvr>
</p:sld>
</file>

<file path=ppt/slides/slide2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EBBE028-3342-D9AE-F447-E9DF1D08A40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57201" y="1381125"/>
            <a:ext cx="8228012" cy="5095875"/>
          </a:xfrm>
        </p:spPr>
        <p:txBody>
          <a:bodyPr>
            <a:normAutofit fontScale="85000" lnSpcReduction="20000"/>
          </a:bodyPr>
          <a:lstStyle/>
          <a:p>
            <a:r>
              <a:rPr lang="en-IN" dirty="0"/>
              <a:t># Import MongoDB GPG key</a:t>
            </a:r>
          </a:p>
          <a:p>
            <a:r>
              <a:rPr lang="en-IN" dirty="0"/>
              <a:t>curl -</a:t>
            </a:r>
            <a:r>
              <a:rPr lang="en-IN" dirty="0" err="1"/>
              <a:t>fsSL</a:t>
            </a:r>
            <a:r>
              <a:rPr lang="en-IN" dirty="0"/>
              <a:t> https://pgp.mongodb.com/server-7.0.asc | \</a:t>
            </a:r>
          </a:p>
          <a:p>
            <a:r>
              <a:rPr lang="en-IN" dirty="0"/>
              <a:t>  sudo </a:t>
            </a:r>
            <a:r>
              <a:rPr lang="en-IN" dirty="0" err="1"/>
              <a:t>gpg</a:t>
            </a:r>
            <a:r>
              <a:rPr lang="en-IN" dirty="0"/>
              <a:t> -o /</a:t>
            </a:r>
            <a:r>
              <a:rPr lang="en-IN" dirty="0" err="1"/>
              <a:t>usr</a:t>
            </a:r>
            <a:r>
              <a:rPr lang="en-IN" dirty="0"/>
              <a:t>/share/keyrings/mongodb-server-7.0.gpg --</a:t>
            </a:r>
            <a:r>
              <a:rPr lang="en-IN" dirty="0" err="1"/>
              <a:t>dearmor</a:t>
            </a:r>
            <a:endParaRPr lang="en-IN" dirty="0"/>
          </a:p>
          <a:p>
            <a:r>
              <a:rPr lang="en-IN" dirty="0"/>
              <a:t># Add MongoDB repository (for Ubuntu 20.04/22.04/24.04)</a:t>
            </a:r>
          </a:p>
          <a:p>
            <a:r>
              <a:rPr lang="en-IN" dirty="0"/>
              <a:t>echo "deb [ signed-by=/</a:t>
            </a:r>
            <a:r>
              <a:rPr lang="en-IN" dirty="0" err="1"/>
              <a:t>usr</a:t>
            </a:r>
            <a:r>
              <a:rPr lang="en-IN" dirty="0"/>
              <a:t>/share/keyrings/mongodb-server-7.0.gpg ] https://repo.mongodb.org/apt/ubuntu $(</a:t>
            </a:r>
            <a:r>
              <a:rPr lang="en-IN" dirty="0" err="1"/>
              <a:t>lsb_release</a:t>
            </a:r>
            <a:r>
              <a:rPr lang="en-IN" dirty="0"/>
              <a:t> -</a:t>
            </a:r>
            <a:r>
              <a:rPr lang="en-IN" dirty="0" err="1"/>
              <a:t>sc</a:t>
            </a:r>
            <a:r>
              <a:rPr lang="en-IN" dirty="0"/>
              <a:t>)/</a:t>
            </a:r>
            <a:r>
              <a:rPr lang="en-IN" dirty="0" err="1"/>
              <a:t>mongodb</a:t>
            </a:r>
            <a:r>
              <a:rPr lang="en-IN" dirty="0"/>
              <a:t>-org/7.0 multiverse" | \</a:t>
            </a:r>
          </a:p>
          <a:p>
            <a:r>
              <a:rPr lang="en-IN" dirty="0"/>
              <a:t>  sudo tee /etc/apt/</a:t>
            </a:r>
            <a:r>
              <a:rPr lang="en-IN" dirty="0" err="1"/>
              <a:t>sources.list.d</a:t>
            </a:r>
            <a:r>
              <a:rPr lang="en-IN" dirty="0"/>
              <a:t>/mongodb-org-7.0.list</a:t>
            </a:r>
          </a:p>
          <a:p>
            <a:r>
              <a:rPr lang="en-IN" dirty="0"/>
              <a:t># Update package list</a:t>
            </a:r>
          </a:p>
          <a:p>
            <a:r>
              <a:rPr lang="en-IN" dirty="0"/>
              <a:t>sudo apt update</a:t>
            </a:r>
          </a:p>
          <a:p>
            <a:r>
              <a:rPr lang="en-IN" dirty="0"/>
              <a:t># Install MongoDB server, shell, tools</a:t>
            </a:r>
          </a:p>
          <a:p>
            <a:r>
              <a:rPr lang="en-IN" dirty="0"/>
              <a:t>sudo apt install -y </a:t>
            </a:r>
            <a:r>
              <a:rPr lang="en-IN" dirty="0" err="1"/>
              <a:t>mongodb</a:t>
            </a:r>
            <a:r>
              <a:rPr lang="en-IN" dirty="0"/>
              <a:t>-org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53CEAE6-F254-002A-16E4-55B553A913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Install </a:t>
            </a:r>
            <a:r>
              <a:rPr lang="en-IN" dirty="0" err="1"/>
              <a:t>mongodb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51094446"/>
      </p:ext>
    </p:extLst>
  </p:cSld>
  <p:clrMapOvr>
    <a:masterClrMapping/>
  </p:clrMapOvr>
</p:sld>
</file>

<file path=ppt/slides/slide2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141D08-73E4-A317-D4CE-40FE6EABB1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0B25759-EB05-861E-03FB-805A9A4D6EA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57201" y="1381125"/>
            <a:ext cx="8228012" cy="1743075"/>
          </a:xfrm>
        </p:spPr>
        <p:txBody>
          <a:bodyPr>
            <a:normAutofit/>
          </a:bodyPr>
          <a:lstStyle/>
          <a:p>
            <a:r>
              <a:rPr lang="en-IN" dirty="0"/>
              <a:t>sudo </a:t>
            </a:r>
            <a:r>
              <a:rPr lang="en-IN" dirty="0" err="1"/>
              <a:t>systemctl</a:t>
            </a:r>
            <a:r>
              <a:rPr lang="en-IN" dirty="0"/>
              <a:t> start </a:t>
            </a:r>
            <a:r>
              <a:rPr lang="en-IN" dirty="0" err="1"/>
              <a:t>mongod</a:t>
            </a:r>
            <a:endParaRPr lang="en-IN" dirty="0"/>
          </a:p>
          <a:p>
            <a:r>
              <a:rPr lang="en-IN" dirty="0"/>
              <a:t>sudo </a:t>
            </a:r>
            <a:r>
              <a:rPr lang="en-IN" dirty="0" err="1"/>
              <a:t>systemctl</a:t>
            </a:r>
            <a:r>
              <a:rPr lang="en-IN" dirty="0"/>
              <a:t> status </a:t>
            </a:r>
            <a:r>
              <a:rPr lang="en-IN" dirty="0" err="1"/>
              <a:t>mongod</a:t>
            </a:r>
            <a:endParaRPr lang="en-IN" dirty="0"/>
          </a:p>
          <a:p>
            <a:r>
              <a:rPr lang="en-IN" dirty="0" err="1"/>
              <a:t>Mongosh</a:t>
            </a:r>
            <a:endParaRPr lang="en-IN" dirty="0"/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C5E10F4-0CE6-F6F2-2709-A62D5BE0F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Install </a:t>
            </a:r>
            <a:r>
              <a:rPr lang="en-IN" dirty="0" err="1"/>
              <a:t>mongodb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A2C44F-936F-D0C5-DB18-1B103576C72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33" b="52533"/>
          <a:stretch>
            <a:fillRect/>
          </a:stretch>
        </p:blipFill>
        <p:spPr>
          <a:xfrm>
            <a:off x="76200" y="3352800"/>
            <a:ext cx="9067800" cy="2712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4756246"/>
      </p:ext>
    </p:extLst>
  </p:cSld>
  <p:clrMapOvr>
    <a:masterClrMapping/>
  </p:clrMapOvr>
</p:sld>
</file>

<file path=ppt/slides/slide2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0CF0514-C669-4C54-3FFD-4D193B97E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Lua mongo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7910B89-793B-85C7-8E71-C447E3C3F3C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648" r="59043" b="12685"/>
          <a:stretch>
            <a:fillRect/>
          </a:stretch>
        </p:blipFill>
        <p:spPr>
          <a:xfrm>
            <a:off x="838200" y="1295400"/>
            <a:ext cx="7315200" cy="5392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191495"/>
      </p:ext>
    </p:extLst>
  </p:cSld>
  <p:clrMapOvr>
    <a:masterClrMapping/>
  </p:clrMapOvr>
</p:sld>
</file>

<file path=ppt/slides/slide2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8C79A7E-9076-C4CB-AA86-4087A992E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Inmation</a:t>
            </a:r>
            <a:r>
              <a:rPr lang="en-IN" dirty="0"/>
              <a:t> System Architecture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AB81EA9F-D5A6-B19E-C195-72B006F7381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00" t="6757" r="10000" b="9460"/>
          <a:stretch>
            <a:fillRect/>
          </a:stretch>
        </p:blipFill>
        <p:spPr bwMode="auto">
          <a:xfrm>
            <a:off x="2044565" y="1600200"/>
            <a:ext cx="3834581" cy="495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23430327"/>
      </p:ext>
    </p:extLst>
  </p:cSld>
  <p:clrMapOvr>
    <a:masterClrMapping/>
  </p:clrMapOvr>
</p:sld>
</file>

<file path=ppt/slides/slide3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F14F7A-4B02-0816-9E93-5F78BA0CA7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D895382-FFF2-D5A2-0ADC-B670546F36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Inmation</a:t>
            </a:r>
            <a:r>
              <a:rPr lang="en-IN" dirty="0"/>
              <a:t> Architecture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CC82B7C8-A861-4FB7-C446-E234AAD023C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70847429"/>
              </p:ext>
            </p:extLst>
          </p:nvPr>
        </p:nvGraphicFramePr>
        <p:xfrm>
          <a:off x="461035" y="1295400"/>
          <a:ext cx="8378165" cy="5181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49134252"/>
      </p:ext>
    </p:extLst>
  </p:cSld>
  <p:clrMapOvr>
    <a:masterClrMapping/>
  </p:clrMapOvr>
</p:sld>
</file>

<file path=ppt/slides/slide3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386B61E-B007-9673-008A-8380B155BF8B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The main runtime service.</a:t>
            </a:r>
          </a:p>
          <a:p>
            <a:r>
              <a:rPr lang="en-US" dirty="0"/>
              <a:t>Manages data flows, user access, logging, and scripting (Lua).</a:t>
            </a:r>
          </a:p>
          <a:p>
            <a:r>
              <a:rPr lang="en-US" dirty="0"/>
              <a:t>Provides REST and WebSocket interfaces.</a:t>
            </a:r>
          </a:p>
          <a:p>
            <a:r>
              <a:rPr lang="en-US" dirty="0"/>
              <a:t>Stores configuration and runtime state.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214DC6B-DFE9-9CFE-1064-4F8FEEBB3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1. Core (System CORE)</a:t>
            </a:r>
          </a:p>
        </p:txBody>
      </p:sp>
    </p:spTree>
    <p:extLst>
      <p:ext uri="{BB962C8B-B14F-4D97-AF65-F5344CB8AC3E}">
        <p14:creationId xmlns:p14="http://schemas.microsoft.com/office/powerpoint/2010/main" val="2173779224"/>
      </p:ext>
    </p:extLst>
  </p:cSld>
  <p:clrMapOvr>
    <a:masterClrMapping/>
  </p:clrMapOvr>
</p:sld>
</file>

<file path=ppt/slides/slide3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7C70B46-FBA7-7705-500C-5215261F7E41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IN" dirty="0"/>
              <a:t>Interfaces to industrial protocols:</a:t>
            </a:r>
          </a:p>
          <a:p>
            <a:pPr lvl="1"/>
            <a:r>
              <a:rPr lang="en-IN" dirty="0"/>
              <a:t>OPC DA / OPC UA</a:t>
            </a:r>
          </a:p>
          <a:p>
            <a:pPr lvl="1"/>
            <a:r>
              <a:rPr lang="en-IN" dirty="0"/>
              <a:t>MQTT</a:t>
            </a:r>
          </a:p>
          <a:p>
            <a:pPr lvl="1"/>
            <a:r>
              <a:rPr lang="en-IN" dirty="0"/>
              <a:t>Modbus</a:t>
            </a:r>
          </a:p>
          <a:p>
            <a:pPr lvl="1"/>
            <a:r>
              <a:rPr lang="en-IN" dirty="0"/>
              <a:t>DNP3, BACnet, etc.</a:t>
            </a:r>
          </a:p>
          <a:p>
            <a:r>
              <a:rPr lang="en-IN" dirty="0"/>
              <a:t>Pushes raw data to Core.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3CBA894-AA8A-16AD-8B11-5280508AD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Connector (System CONNECT)</a:t>
            </a:r>
          </a:p>
        </p:txBody>
      </p:sp>
    </p:spTree>
    <p:extLst>
      <p:ext uri="{BB962C8B-B14F-4D97-AF65-F5344CB8AC3E}">
        <p14:creationId xmlns:p14="http://schemas.microsoft.com/office/powerpoint/2010/main" val="2466284488"/>
      </p:ext>
    </p:extLst>
  </p:cSld>
  <p:clrMapOvr>
    <a:masterClrMapping/>
  </p:clrMapOvr>
</p:sld>
</file>

<file path=ppt/slides/slide3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5A7A6FF-D615-C88D-D378-EB3EE9942FD6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IN" dirty="0" err="1"/>
              <a:t>DataStudio</a:t>
            </a:r>
            <a:r>
              <a:rPr lang="en-IN" dirty="0"/>
              <a:t> – configuration, scripting (Lua), system health.</a:t>
            </a:r>
          </a:p>
          <a:p>
            <a:r>
              <a:rPr lang="en-IN" dirty="0" err="1"/>
              <a:t>WebStudio</a:t>
            </a:r>
            <a:r>
              <a:rPr lang="en-IN" dirty="0"/>
              <a:t> – dashboards and data visualization.</a:t>
            </a:r>
          </a:p>
          <a:p>
            <a:r>
              <a:rPr lang="en-IN" dirty="0"/>
              <a:t>Excel Add-in – access real-time &amp; historical data.</a:t>
            </a:r>
          </a:p>
          <a:p>
            <a:r>
              <a:rPr lang="en-IN" dirty="0"/>
              <a:t>Python API / REST API – integration and automation.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79BEBD2-E1BC-35C7-681B-5A0338970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Frontend Tools</a:t>
            </a:r>
          </a:p>
        </p:txBody>
      </p:sp>
    </p:spTree>
    <p:extLst>
      <p:ext uri="{BB962C8B-B14F-4D97-AF65-F5344CB8AC3E}">
        <p14:creationId xmlns:p14="http://schemas.microsoft.com/office/powerpoint/2010/main" val="3630094490"/>
      </p:ext>
    </p:extLst>
  </p:cSld>
  <p:clrMapOvr>
    <a:masterClrMapping/>
  </p:clrMapOvr>
</p:sld>
</file>

<file path=ppt/slides/slide3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F978DEB-FB33-1672-226F-5FC8C11D607A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Real-time and time-series data storage.</a:t>
            </a:r>
          </a:p>
          <a:p>
            <a:r>
              <a:rPr lang="en-US" dirty="0"/>
              <a:t>Long-term compression and archiving.</a:t>
            </a:r>
          </a:p>
          <a:p>
            <a:r>
              <a:rPr lang="en-US" dirty="0"/>
              <a:t>SQL queries via Lua or Python APIs.</a:t>
            </a:r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09FBDC2-661B-1FA0-CC52-B93B5CF336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Historian &amp; Storage</a:t>
            </a:r>
          </a:p>
        </p:txBody>
      </p:sp>
    </p:spTree>
    <p:extLst>
      <p:ext uri="{BB962C8B-B14F-4D97-AF65-F5344CB8AC3E}">
        <p14:creationId xmlns:p14="http://schemas.microsoft.com/office/powerpoint/2010/main" val="1158427608"/>
      </p:ext>
    </p:extLst>
  </p:cSld>
  <p:clrMapOvr>
    <a:masterClrMapping/>
  </p:clrMapOvr>
</p:sld>
</file>

<file path=ppt/slides/slide3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379962A-09E3-6CB4-B24E-E238B67E1986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User/group authentication (RBAC).</a:t>
            </a:r>
          </a:p>
          <a:p>
            <a:r>
              <a:rPr lang="en-US" dirty="0"/>
              <a:t>Audit logging.</a:t>
            </a:r>
          </a:p>
          <a:p>
            <a:r>
              <a:rPr lang="en-US" dirty="0"/>
              <a:t>TLS/SSL for APIs and frontend.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19C596A-60D5-28BF-A0D1-3AA24FD02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Security Layers</a:t>
            </a:r>
          </a:p>
        </p:txBody>
      </p:sp>
    </p:spTree>
    <p:extLst>
      <p:ext uri="{BB962C8B-B14F-4D97-AF65-F5344CB8AC3E}">
        <p14:creationId xmlns:p14="http://schemas.microsoft.com/office/powerpoint/2010/main" val="2268912168"/>
      </p:ext>
    </p:extLst>
  </p:cSld>
  <p:clrMapOvr>
    <a:masterClrMapping/>
  </p:clrMapOvr>
</p:sld>
</file>

<file path=ppt/slides/slide3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0963DCD-B607-403B-A349-E1E82BF4816A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IN" dirty="0"/>
              <a:t>OPC UA/DA</a:t>
            </a:r>
          </a:p>
          <a:p>
            <a:r>
              <a:rPr lang="en-IN" dirty="0"/>
              <a:t>MQTT (with Sparkplug B support)</a:t>
            </a:r>
          </a:p>
          <a:p>
            <a:r>
              <a:rPr lang="en-IN" dirty="0"/>
              <a:t>REST, SQL, CSV</a:t>
            </a:r>
          </a:p>
          <a:p>
            <a:r>
              <a:rPr lang="en-IN" dirty="0"/>
              <a:t>File Watchers (for CSV/XML ingest)</a:t>
            </a:r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0F8F926-1249-9A4B-9848-DDEB4C91B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Protocol Support</a:t>
            </a:r>
          </a:p>
        </p:txBody>
      </p:sp>
    </p:spTree>
    <p:extLst>
      <p:ext uri="{BB962C8B-B14F-4D97-AF65-F5344CB8AC3E}">
        <p14:creationId xmlns:p14="http://schemas.microsoft.com/office/powerpoint/2010/main" val="4008950217"/>
      </p:ext>
    </p:extLst>
  </p:cSld>
  <p:clrMapOvr>
    <a:masterClrMapping/>
  </p:clrMapOvr>
</p:sld>
</file>

<file path=ppt/slides/slide3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7D3ED86-072F-9C49-58DA-6C901E458E5F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b="1" dirty="0"/>
              <a:t>Lua scripting</a:t>
            </a:r>
            <a:r>
              <a:rPr lang="en-US" dirty="0"/>
              <a:t> is built-in for:</a:t>
            </a:r>
          </a:p>
          <a:p>
            <a:pPr lvl="1"/>
            <a:r>
              <a:rPr lang="en-US" dirty="0"/>
              <a:t>Custom calculations</a:t>
            </a:r>
          </a:p>
          <a:p>
            <a:pPr lvl="1"/>
            <a:r>
              <a:rPr lang="en-US" dirty="0"/>
              <a:t>Alarm/condition handling</a:t>
            </a:r>
          </a:p>
          <a:p>
            <a:pPr lvl="1"/>
            <a:r>
              <a:rPr lang="en-US" dirty="0"/>
              <a:t>Data routing</a:t>
            </a:r>
          </a:p>
          <a:p>
            <a:pPr lvl="1"/>
            <a:r>
              <a:rPr lang="en-US" dirty="0"/>
              <a:t>Scheduled jobs</a:t>
            </a:r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A5A34D8-C495-40A3-52D8-B12525FBCF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🧠 Scripting &amp; Automation</a:t>
            </a:r>
          </a:p>
        </p:txBody>
      </p:sp>
    </p:spTree>
    <p:extLst>
      <p:ext uri="{BB962C8B-B14F-4D97-AF65-F5344CB8AC3E}">
        <p14:creationId xmlns:p14="http://schemas.microsoft.com/office/powerpoint/2010/main" val="2871955556"/>
      </p:ext>
    </p:extLst>
  </p:cSld>
  <p:clrMapOvr>
    <a:masterClrMapping/>
  </p:clrMapOvr>
</p:sld>
</file>

<file path=ppt/slides/slide3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F2D0C6E-D479-CA6D-9E06-3ACB8F4F7C26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Supports publish/subscribe model.</a:t>
            </a:r>
          </a:p>
          <a:p>
            <a:r>
              <a:rPr lang="en-US" dirty="0"/>
              <a:t>Pushes updates in milliseconds to subscribers.</a:t>
            </a:r>
          </a:p>
          <a:p>
            <a:r>
              <a:rPr lang="en-US" dirty="0"/>
              <a:t>Event and alarm management built-in.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58A9543-0BD4-70D2-F5A3-AEDAF2EDC9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Real-Time Processing</a:t>
            </a:r>
          </a:p>
        </p:txBody>
      </p:sp>
    </p:spTree>
    <p:extLst>
      <p:ext uri="{BB962C8B-B14F-4D97-AF65-F5344CB8AC3E}">
        <p14:creationId xmlns:p14="http://schemas.microsoft.com/office/powerpoint/2010/main" val="3372807085"/>
      </p:ext>
    </p:extLst>
  </p:cSld>
  <p:clrMapOvr>
    <a:masterClrMapping/>
  </p:clrMapOvr>
</p:sld>
</file>

<file path=ppt/slides/slide3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5384234-F432-6481-2356-767C4BE50CAE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IN" dirty="0"/>
              <a:t>Compatible with:</a:t>
            </a:r>
          </a:p>
          <a:p>
            <a:pPr lvl="1"/>
            <a:r>
              <a:rPr lang="en-IN" b="1" dirty="0"/>
              <a:t>Azure IoT Hub</a:t>
            </a:r>
            <a:endParaRPr lang="en-IN" dirty="0"/>
          </a:p>
          <a:p>
            <a:pPr lvl="1"/>
            <a:r>
              <a:rPr lang="en-IN" b="1" dirty="0"/>
              <a:t>AWS IoT Core</a:t>
            </a:r>
            <a:endParaRPr lang="en-IN" dirty="0"/>
          </a:p>
          <a:p>
            <a:pPr lvl="1"/>
            <a:r>
              <a:rPr lang="en-IN" b="1" dirty="0"/>
              <a:t>SAP</a:t>
            </a:r>
            <a:endParaRPr lang="en-IN" dirty="0"/>
          </a:p>
          <a:p>
            <a:pPr lvl="1"/>
            <a:r>
              <a:rPr lang="en-IN" b="1" dirty="0"/>
              <a:t>Ignition SCADA</a:t>
            </a:r>
            <a:endParaRPr lang="en-IN" dirty="0"/>
          </a:p>
          <a:p>
            <a:pPr lvl="1"/>
            <a:r>
              <a:rPr lang="en-IN" dirty="0"/>
              <a:t>MES/ERP systems</a:t>
            </a:r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3DBC3F9-2DD5-DBB1-39BC-92B6E8232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Integration</a:t>
            </a:r>
          </a:p>
        </p:txBody>
      </p:sp>
    </p:spTree>
    <p:extLst>
      <p:ext uri="{BB962C8B-B14F-4D97-AF65-F5344CB8AC3E}">
        <p14:creationId xmlns:p14="http://schemas.microsoft.com/office/powerpoint/2010/main" val="4024711022"/>
      </p:ext>
    </p:extLst>
  </p:cSld>
  <p:clrMapOvr>
    <a:masterClrMapping/>
  </p:clrMapOvr>
</p:sld>
</file>

<file path=ppt/slides/slide3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1A2A94E-6546-B25B-567B-2BD3C3EE76CA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Pharma 21 CFR Part 11 compliance (audit trail, versioning)</a:t>
            </a:r>
          </a:p>
          <a:p>
            <a:r>
              <a:rPr lang="en-US" dirty="0"/>
              <a:t>Predictive maintenance</a:t>
            </a:r>
          </a:p>
          <a:p>
            <a:r>
              <a:rPr lang="en-US" dirty="0"/>
              <a:t>Real-time production monitoring</a:t>
            </a:r>
          </a:p>
          <a:p>
            <a:r>
              <a:rPr lang="en-US" dirty="0"/>
              <a:t>Digital twin for process optimization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6177CAE-3C22-2D32-0819-3FBC4239F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Use Cases</a:t>
            </a:r>
          </a:p>
        </p:txBody>
      </p:sp>
    </p:spTree>
    <p:extLst>
      <p:ext uri="{BB962C8B-B14F-4D97-AF65-F5344CB8AC3E}">
        <p14:creationId xmlns:p14="http://schemas.microsoft.com/office/powerpoint/2010/main" val="3948074087"/>
      </p:ext>
    </p:extLst>
  </p:cSld>
  <p:clrMapOvr>
    <a:masterClrMapping/>
  </p:clrMapOvr>
</p:sld>
</file>

<file path=ppt/slides/slide3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24AF2F1-DF26-B68E-E87C-6752B18828E4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b="1" dirty="0"/>
              <a:t>On-Premise:</a:t>
            </a:r>
          </a:p>
          <a:p>
            <a:pPr lvl="1"/>
            <a:r>
              <a:rPr lang="en-US" dirty="0"/>
              <a:t>Core + Connectors + Studio run on Windows Servers.</a:t>
            </a:r>
          </a:p>
          <a:p>
            <a:pPr lvl="1"/>
            <a:r>
              <a:rPr lang="en-US" dirty="0"/>
              <a:t>Uses secure internal network.</a:t>
            </a:r>
          </a:p>
          <a:p>
            <a:r>
              <a:rPr lang="en-US" b="1" dirty="0"/>
              <a:t>Hybrid/Cloud:</a:t>
            </a:r>
          </a:p>
          <a:p>
            <a:pPr lvl="1"/>
            <a:r>
              <a:rPr lang="en-US" dirty="0"/>
              <a:t>Push data to cloud via MQTT or REST.</a:t>
            </a:r>
          </a:p>
          <a:p>
            <a:pPr lvl="1"/>
            <a:r>
              <a:rPr lang="en-US" dirty="0"/>
              <a:t>Data lake integration with Azure/AWS/GCP.</a:t>
            </a:r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D412E9A-E57E-9287-0F7B-EF9AF6C463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Typical Deployment Model</a:t>
            </a:r>
          </a:p>
        </p:txBody>
      </p:sp>
    </p:spTree>
    <p:extLst>
      <p:ext uri="{BB962C8B-B14F-4D97-AF65-F5344CB8AC3E}">
        <p14:creationId xmlns:p14="http://schemas.microsoft.com/office/powerpoint/2010/main" val="724151850"/>
      </p:ext>
    </p:extLst>
  </p:cSld>
  <p:clrMapOvr>
    <a:masterClrMapping/>
  </p:clrMapOvr>
</p:sld>
</file>

<file path=ppt/slides/slide3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1EB8164-84EA-ACD4-B291-89220D2C8B2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57201" y="1381125"/>
            <a:ext cx="8228012" cy="5095875"/>
          </a:xfrm>
        </p:spPr>
        <p:txBody>
          <a:bodyPr>
            <a:normAutofit/>
          </a:bodyPr>
          <a:lstStyle/>
          <a:p>
            <a:r>
              <a:rPr lang="en-US" dirty="0"/>
              <a:t>Expanding Table Elements into Arguments</a:t>
            </a:r>
          </a:p>
          <a:p>
            <a:pPr lvl="1"/>
            <a:r>
              <a:rPr lang="en-IN" dirty="0" err="1"/>
              <a:t>table.unpack</a:t>
            </a:r>
            <a:r>
              <a:rPr lang="en-IN" dirty="0"/>
              <a:t>(table, </a:t>
            </a:r>
            <a:r>
              <a:rPr lang="en-IN" dirty="0" err="1"/>
              <a:t>i</a:t>
            </a:r>
            <a:r>
              <a:rPr lang="en-IN" dirty="0"/>
              <a:t>, j)</a:t>
            </a:r>
          </a:p>
          <a:p>
            <a:pPr lvl="1"/>
            <a:r>
              <a:rPr lang="en-US" dirty="0"/>
              <a:t>table: The table to unpack.</a:t>
            </a:r>
          </a:p>
          <a:p>
            <a:pPr lvl="1"/>
            <a:r>
              <a:rPr lang="en-US" dirty="0"/>
              <a:t>i: (optional) Start index (default = 1).</a:t>
            </a:r>
          </a:p>
          <a:p>
            <a:pPr lvl="1"/>
            <a:r>
              <a:rPr lang="en-US" dirty="0"/>
              <a:t>j: (optional) End index (default = #table).</a:t>
            </a:r>
          </a:p>
          <a:p>
            <a:r>
              <a:rPr lang="en-US" dirty="0"/>
              <a:t>Real-Time Use Case in </a:t>
            </a:r>
            <a:r>
              <a:rPr lang="en-US" dirty="0" err="1"/>
              <a:t>inmation</a:t>
            </a:r>
            <a:endParaRPr lang="en-US" dirty="0"/>
          </a:p>
          <a:p>
            <a:pPr lvl="1"/>
            <a:r>
              <a:rPr lang="en-US" dirty="0"/>
              <a:t>Use Case: Dynamic Argument Processing for Event Notification</a:t>
            </a:r>
          </a:p>
          <a:p>
            <a:pPr lvl="1"/>
            <a:r>
              <a:rPr lang="en-US" dirty="0"/>
              <a:t>Suppose you're receiving OPC UA alarms, and you want to dynamically forward selected fields of those alarms to another system (e.g., an MQTT broker or a custom log formatter).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EF3E92C-CA92-C5C6-AC21-35A54CE444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Function </a:t>
            </a:r>
            <a:r>
              <a:rPr lang="en-US" dirty="0" err="1"/>
              <a:t>Table.unpack</a:t>
            </a:r>
            <a:r>
              <a:rPr lang="en-US"/>
              <a:t> Proper Tail Calls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3404796"/>
      </p:ext>
    </p:extLst>
  </p:cSld>
  <p:clrMapOvr>
    <a:masterClrMapping/>
  </p:clrMapOvr>
</p:sld>
</file>

<file path=ppt/slides/slide3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E3A5D7-E5F7-7644-814B-885EAADCD5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4B9404C-A78C-760D-3081-C9B1949FB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Function </a:t>
            </a:r>
            <a:r>
              <a:rPr lang="en-US" dirty="0" err="1"/>
              <a:t>Table.unpack</a:t>
            </a:r>
            <a:r>
              <a:rPr lang="en-US"/>
              <a:t> Proper Tail Calls</a:t>
            </a:r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D33375E-6B49-0F87-BEE5-1FC874C3CB0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833" t="11768" r="13333" b="15222"/>
          <a:stretch>
            <a:fillRect/>
          </a:stretch>
        </p:blipFill>
        <p:spPr>
          <a:xfrm>
            <a:off x="609600" y="1447800"/>
            <a:ext cx="7492446" cy="50292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62794187-2395-A97A-0D7F-98BF995EBC14}"/>
                  </a:ext>
                </a:extLst>
              </p14:cNvPr>
              <p14:cNvContentPartPr/>
              <p14:nvPr/>
            </p14:nvContentPartPr>
            <p14:xfrm>
              <a:off x="1894604" y="2387122"/>
              <a:ext cx="2169360" cy="32760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62794187-2395-A97A-0D7F-98BF995EBC1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888484" y="2381002"/>
                <a:ext cx="2181600" cy="339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95354742"/>
      </p:ext>
    </p:extLst>
  </p:cSld>
  <p:clrMapOvr>
    <a:masterClrMapping/>
  </p:clrMapOvr>
</p:sld>
</file>

<file path=ppt/slides/slide3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7BD6C32-4158-C798-1490-78EFDF3621E5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 err="1"/>
              <a:t>table.unpack</a:t>
            </a:r>
            <a:r>
              <a:rPr lang="en-US" dirty="0"/>
              <a:t>() dynamically passes fields.</a:t>
            </a:r>
          </a:p>
          <a:p>
            <a:r>
              <a:rPr lang="en-US" dirty="0"/>
              <a:t>Maintains clean code as alarms change format.</a:t>
            </a:r>
          </a:p>
          <a:p>
            <a:r>
              <a:rPr lang="en-US" dirty="0"/>
              <a:t>Compatible with Script Engine/Script Rule in </a:t>
            </a:r>
            <a:r>
              <a:rPr lang="en-US" dirty="0" err="1"/>
              <a:t>inmation</a:t>
            </a:r>
            <a:r>
              <a:rPr lang="en-US" dirty="0"/>
              <a:t>.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8B70EE8-3EC6-2601-2891-369033052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Benefits:</a:t>
            </a:r>
          </a:p>
        </p:txBody>
      </p:sp>
    </p:spTree>
    <p:extLst>
      <p:ext uri="{BB962C8B-B14F-4D97-AF65-F5344CB8AC3E}">
        <p14:creationId xmlns:p14="http://schemas.microsoft.com/office/powerpoint/2010/main" val="3198911662"/>
      </p:ext>
    </p:extLst>
  </p:cSld>
  <p:clrMapOvr>
    <a:masterClrMapping/>
  </p:clrMapOvr>
</p:sld>
</file>

<file path=ppt/slides/slide3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4399A38-FD80-7D4A-97A3-30B8A767F776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What is a Proper Tail Call (PTC)?</a:t>
            </a:r>
          </a:p>
          <a:p>
            <a:pPr lvl="1"/>
            <a:r>
              <a:rPr lang="en-US" dirty="0"/>
              <a:t>A function call is in tail position if it's the last action in another function.</a:t>
            </a:r>
          </a:p>
          <a:p>
            <a:pPr lvl="1"/>
            <a:r>
              <a:rPr lang="en-US" dirty="0"/>
              <a:t>Lua optimizes tail calls to reuse the current stack frame, preventing stack overflow in deep recursion.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953CF8F-6D42-A58D-616B-702E2ED11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Proper Tail Calls – Optimized Recursive Calls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69300960"/>
      </p:ext>
    </p:extLst>
  </p:cSld>
  <p:clrMapOvr>
    <a:masterClrMapping/>
  </p:clrMapOvr>
</p:sld>
</file>

<file path=ppt/slides/slide3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A17273-A77B-7330-9C07-9498D3C563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A71144F-AC15-0E54-F9F0-3F529EBB055B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In </a:t>
            </a:r>
            <a:r>
              <a:rPr lang="en-US" b="1" dirty="0" err="1"/>
              <a:t>System.Inmation</a:t>
            </a:r>
            <a:r>
              <a:rPr lang="en-US" dirty="0"/>
              <a:t>, </a:t>
            </a:r>
            <a:r>
              <a:rPr lang="en-US" b="1" dirty="0"/>
              <a:t>tail calls in Lua</a:t>
            </a:r>
            <a:r>
              <a:rPr lang="en-US" dirty="0"/>
              <a:t> are especially useful in </a:t>
            </a:r>
            <a:r>
              <a:rPr lang="en-US" b="1" dirty="0"/>
              <a:t>Script Objects</a:t>
            </a:r>
            <a:r>
              <a:rPr lang="en-US" dirty="0"/>
              <a:t>, </a:t>
            </a:r>
            <a:r>
              <a:rPr lang="en-US" b="1" dirty="0"/>
              <a:t>Script Rules</a:t>
            </a:r>
            <a:r>
              <a:rPr lang="en-US" dirty="0"/>
              <a:t>, or </a:t>
            </a:r>
            <a:r>
              <a:rPr lang="en-US" b="1" dirty="0"/>
              <a:t>Calculation Objects.</a:t>
            </a:r>
          </a:p>
          <a:p>
            <a:r>
              <a:rPr lang="en-US" b="1" dirty="0"/>
              <a:t>W</a:t>
            </a:r>
            <a:r>
              <a:rPr lang="en-US" dirty="0"/>
              <a:t>hen performing </a:t>
            </a:r>
            <a:r>
              <a:rPr lang="en-US" b="1" dirty="0"/>
              <a:t>loop-like recursive operations</a:t>
            </a:r>
            <a:r>
              <a:rPr lang="en-US" dirty="0"/>
              <a:t> — such as waiting for a condition, retrying a task, or walking a data structure — </a:t>
            </a:r>
            <a:r>
              <a:rPr lang="en-US" b="1" dirty="0"/>
              <a:t>without growing the Lua stack</a:t>
            </a:r>
            <a:r>
              <a:rPr lang="en-US" dirty="0"/>
              <a:t>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966373C-8E12-5E2F-EF61-AC2F1B3801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Proper Tail Calls – Optimized Recursive Calls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08894145"/>
      </p:ext>
    </p:extLst>
  </p:cSld>
  <p:clrMapOvr>
    <a:masterClrMapping/>
  </p:clrMapOvr>
</p:sld>
</file>

<file path=ppt/slides/slide3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6B7148C-D6AA-AA5F-291F-47D1969D0377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IN" dirty="0" err="1"/>
              <a:t>inmation</a:t>
            </a:r>
            <a:r>
              <a:rPr lang="en-IN" dirty="0"/>
              <a:t> runs Lua in long-lived execution environments (like script loops or polling systems).</a:t>
            </a:r>
          </a:p>
          <a:p>
            <a:r>
              <a:rPr lang="en-IN" dirty="0"/>
              <a:t>Recursive functions without tail calls cause </a:t>
            </a:r>
            <a:r>
              <a:rPr lang="en-IN" b="1" dirty="0"/>
              <a:t>stack overflow</a:t>
            </a:r>
            <a:r>
              <a:rPr lang="en-IN" dirty="0"/>
              <a:t> if left uncontrolled.</a:t>
            </a:r>
          </a:p>
          <a:p>
            <a:r>
              <a:rPr lang="en-IN" dirty="0"/>
              <a:t>Tail calls </a:t>
            </a:r>
            <a:r>
              <a:rPr lang="en-IN" b="1" dirty="0"/>
              <a:t>reuse stack frames</a:t>
            </a:r>
            <a:r>
              <a:rPr lang="en-IN" dirty="0"/>
              <a:t> – ideal for </a:t>
            </a:r>
            <a:r>
              <a:rPr lang="en-IN" b="1" dirty="0"/>
              <a:t>event loops</a:t>
            </a:r>
            <a:r>
              <a:rPr lang="en-IN" dirty="0"/>
              <a:t>, </a:t>
            </a:r>
            <a:r>
              <a:rPr lang="en-IN" b="1" dirty="0"/>
              <a:t>retry logic</a:t>
            </a:r>
            <a:r>
              <a:rPr lang="en-IN" dirty="0"/>
              <a:t>, or </a:t>
            </a:r>
            <a:r>
              <a:rPr lang="en-IN" b="1" dirty="0"/>
              <a:t>watchdogs</a:t>
            </a:r>
            <a:r>
              <a:rPr lang="en-IN" dirty="0"/>
              <a:t>.</a:t>
            </a:r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4A3F494-1EFF-CB52-AD79-703840F1CB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Tail Calls in </a:t>
            </a:r>
            <a:r>
              <a:rPr lang="en-US" dirty="0" err="1"/>
              <a:t>inmation</a:t>
            </a:r>
            <a:r>
              <a:rPr lang="en-US" dirty="0"/>
              <a:t>?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83616821"/>
      </p:ext>
    </p:extLst>
  </p:cSld>
  <p:clrMapOvr>
    <a:masterClrMapping/>
  </p:clrMapOvr>
</p:sld>
</file>

<file path=ppt/slides/slide3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F2DE356-B6B8-7A76-0AEE-4264CE346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Recursive Watchdog for a Process Tag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B0A0E2-A4A2-CE82-2943-8128829066B2}"/>
              </a:ext>
            </a:extLst>
          </p:cNvPr>
          <p:cNvSpPr txBox="1"/>
          <p:nvPr/>
        </p:nvSpPr>
        <p:spPr>
          <a:xfrm>
            <a:off x="679383" y="1600200"/>
            <a:ext cx="8205261" cy="3970318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dirty="0"/>
              <a:t>function </a:t>
            </a:r>
            <a:r>
              <a:rPr lang="en-IN" dirty="0" err="1"/>
              <a:t>waitForCoolDown</a:t>
            </a:r>
            <a:r>
              <a:rPr lang="en-IN" dirty="0"/>
              <a:t>(</a:t>
            </a:r>
            <a:r>
              <a:rPr lang="en-IN" dirty="0" err="1"/>
              <a:t>tagPath</a:t>
            </a:r>
            <a:r>
              <a:rPr lang="en-IN" dirty="0"/>
              <a:t>, threshold)</a:t>
            </a:r>
          </a:p>
          <a:p>
            <a:r>
              <a:rPr lang="en-IN" dirty="0"/>
              <a:t>    local </a:t>
            </a:r>
            <a:r>
              <a:rPr lang="en-IN" dirty="0" err="1"/>
              <a:t>currentTemp</a:t>
            </a:r>
            <a:r>
              <a:rPr lang="en-IN" dirty="0"/>
              <a:t> = </a:t>
            </a:r>
            <a:r>
              <a:rPr lang="en-IN" dirty="0" err="1"/>
              <a:t>inmation.getvalue</a:t>
            </a:r>
            <a:r>
              <a:rPr lang="en-IN" dirty="0"/>
              <a:t>(</a:t>
            </a:r>
            <a:r>
              <a:rPr lang="en-IN" dirty="0" err="1"/>
              <a:t>tagPath</a:t>
            </a:r>
            <a:r>
              <a:rPr lang="en-IN" dirty="0"/>
              <a:t>)</a:t>
            </a:r>
          </a:p>
          <a:p>
            <a:r>
              <a:rPr lang="en-IN" dirty="0"/>
              <a:t>    </a:t>
            </a:r>
          </a:p>
          <a:p>
            <a:r>
              <a:rPr lang="en-IN" dirty="0"/>
              <a:t>    if </a:t>
            </a:r>
            <a:r>
              <a:rPr lang="en-IN" dirty="0" err="1"/>
              <a:t>currentTemp</a:t>
            </a:r>
            <a:r>
              <a:rPr lang="en-IN" dirty="0"/>
              <a:t> &lt;= threshold then</a:t>
            </a:r>
          </a:p>
          <a:p>
            <a:r>
              <a:rPr lang="en-IN" dirty="0"/>
              <a:t>        return "OK: Temperature normalized at " .. </a:t>
            </a:r>
            <a:r>
              <a:rPr lang="en-IN" dirty="0" err="1"/>
              <a:t>tostring</a:t>
            </a:r>
            <a:r>
              <a:rPr lang="en-IN" dirty="0"/>
              <a:t>(</a:t>
            </a:r>
            <a:r>
              <a:rPr lang="en-IN" dirty="0" err="1"/>
              <a:t>currentTemp</a:t>
            </a:r>
            <a:r>
              <a:rPr lang="en-IN" dirty="0"/>
              <a:t>)</a:t>
            </a:r>
          </a:p>
          <a:p>
            <a:r>
              <a:rPr lang="en-IN" dirty="0"/>
              <a:t>    else</a:t>
            </a:r>
          </a:p>
          <a:p>
            <a:r>
              <a:rPr lang="en-IN" dirty="0"/>
              <a:t>        </a:t>
            </a:r>
            <a:r>
              <a:rPr lang="en-IN" dirty="0" err="1"/>
              <a:t>inmation.sleep</a:t>
            </a:r>
            <a:r>
              <a:rPr lang="en-IN" dirty="0"/>
              <a:t>(2)  -- Delay before retrying</a:t>
            </a:r>
          </a:p>
          <a:p>
            <a:r>
              <a:rPr lang="en-IN" dirty="0"/>
              <a:t>        return </a:t>
            </a:r>
            <a:r>
              <a:rPr lang="en-IN" dirty="0" err="1"/>
              <a:t>waitForCoolDown</a:t>
            </a:r>
            <a:r>
              <a:rPr lang="en-IN" dirty="0"/>
              <a:t>(</a:t>
            </a:r>
            <a:r>
              <a:rPr lang="en-IN" dirty="0" err="1"/>
              <a:t>tagPath</a:t>
            </a:r>
            <a:r>
              <a:rPr lang="en-IN" dirty="0"/>
              <a:t>, threshold)  -- ✅ Tail call</a:t>
            </a:r>
          </a:p>
          <a:p>
            <a:r>
              <a:rPr lang="en-IN" dirty="0"/>
              <a:t>    end</a:t>
            </a:r>
          </a:p>
          <a:p>
            <a:r>
              <a:rPr lang="en-IN" dirty="0"/>
              <a:t>end</a:t>
            </a:r>
          </a:p>
          <a:p>
            <a:endParaRPr lang="en-IN" dirty="0"/>
          </a:p>
          <a:p>
            <a:r>
              <a:rPr lang="en-IN" dirty="0"/>
              <a:t>-- Usage in Script Object or Rule</a:t>
            </a:r>
          </a:p>
          <a:p>
            <a:r>
              <a:rPr lang="en-IN" dirty="0"/>
              <a:t>local status = </a:t>
            </a:r>
            <a:r>
              <a:rPr lang="en-IN" dirty="0" err="1"/>
              <a:t>waitForCoolDown</a:t>
            </a:r>
            <a:r>
              <a:rPr lang="en-IN" dirty="0"/>
              <a:t>("Model:/Sensors/Temp001", 75)</a:t>
            </a:r>
          </a:p>
          <a:p>
            <a:r>
              <a:rPr lang="en-IN" dirty="0" err="1"/>
              <a:t>inmation.setvalue</a:t>
            </a:r>
            <a:r>
              <a:rPr lang="en-IN" dirty="0"/>
              <a:t>("Model:/Logs/</a:t>
            </a:r>
            <a:r>
              <a:rPr lang="en-IN" dirty="0" err="1"/>
              <a:t>CoolDownStatus</a:t>
            </a:r>
            <a:r>
              <a:rPr lang="en-IN" dirty="0"/>
              <a:t>", status)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B0264C84-6CE2-E3A1-7AC1-235F011C1C7D}"/>
                  </a:ext>
                </a:extLst>
              </p14:cNvPr>
              <p14:cNvContentPartPr/>
              <p14:nvPr/>
            </p14:nvContentPartPr>
            <p14:xfrm>
              <a:off x="-2648596" y="519802"/>
              <a:ext cx="21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B0264C84-6CE2-E3A1-7AC1-235F011C1C7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2654716" y="513682"/>
                <a:ext cx="144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A6165DB0-306A-50D5-5CDB-BA7CC0BE1BF4}"/>
                  </a:ext>
                </a:extLst>
              </p14:cNvPr>
              <p14:cNvContentPartPr/>
              <p14:nvPr/>
            </p14:nvContentPartPr>
            <p14:xfrm>
              <a:off x="1866884" y="3965362"/>
              <a:ext cx="4025520" cy="72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A6165DB0-306A-50D5-5CDB-BA7CC0BE1BF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860764" y="3953122"/>
                <a:ext cx="4037760" cy="25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79547784"/>
      </p:ext>
    </p:extLst>
  </p:cSld>
  <p:clrMapOvr>
    <a:masterClrMapping/>
  </p:clrMapOvr>
</p:sld>
</file>

<file path=ppt/slides/slide3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6453B5D-89E0-435A-BE54-CA7EA3D51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035" y="170122"/>
            <a:ext cx="8205261" cy="785553"/>
          </a:xfrm>
        </p:spPr>
        <p:txBody>
          <a:bodyPr anchor="b">
            <a:normAutofit/>
          </a:bodyPr>
          <a:lstStyle/>
          <a:p>
            <a:r>
              <a:rPr lang="en-US" dirty="0"/>
              <a:t>Real Use Cases in </a:t>
            </a:r>
            <a:r>
              <a:rPr lang="en-US" dirty="0" err="1"/>
              <a:t>inmation</a:t>
            </a:r>
            <a:r>
              <a:rPr lang="en-US" dirty="0"/>
              <a:t> Tail Call Scenarios</a:t>
            </a: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8ECE7A5-53DB-6A81-8A8E-6860BEE6E9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6180248"/>
              </p:ext>
            </p:extLst>
          </p:nvPr>
        </p:nvGraphicFramePr>
        <p:xfrm>
          <a:off x="457201" y="1877220"/>
          <a:ext cx="8228013" cy="3832227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4098352">
                  <a:extLst>
                    <a:ext uri="{9D8B030D-6E8A-4147-A177-3AD203B41FA5}">
                      <a16:colId xmlns:a16="http://schemas.microsoft.com/office/drawing/2014/main" val="235896754"/>
                    </a:ext>
                  </a:extLst>
                </a:gridCol>
                <a:gridCol w="4129661">
                  <a:extLst>
                    <a:ext uri="{9D8B030D-6E8A-4147-A177-3AD203B41FA5}">
                      <a16:colId xmlns:a16="http://schemas.microsoft.com/office/drawing/2014/main" val="89383867"/>
                    </a:ext>
                  </a:extLst>
                </a:gridCol>
              </a:tblGrid>
              <a:tr h="495935">
                <a:tc>
                  <a:txBody>
                    <a:bodyPr/>
                    <a:lstStyle/>
                    <a:p>
                      <a:r>
                        <a:rPr lang="en-IN" sz="2200"/>
                        <a:t>Use Case</a:t>
                      </a:r>
                    </a:p>
                  </a:txBody>
                  <a:tcPr marL="112712" marR="112712" marT="56356" marB="56356" anchor="ctr"/>
                </a:tc>
                <a:tc>
                  <a:txBody>
                    <a:bodyPr/>
                    <a:lstStyle/>
                    <a:p>
                      <a:r>
                        <a:rPr lang="en-IN" sz="2200"/>
                        <a:t>Description</a:t>
                      </a:r>
                    </a:p>
                  </a:txBody>
                  <a:tcPr marL="112712" marR="112712" marT="56356" marB="56356" anchor="ctr"/>
                </a:tc>
                <a:extLst>
                  <a:ext uri="{0D108BD9-81ED-4DB2-BD59-A6C34878D82A}">
                    <a16:rowId xmlns:a16="http://schemas.microsoft.com/office/drawing/2014/main" val="3624388508"/>
                  </a:ext>
                </a:extLst>
              </a:tr>
              <a:tr h="834073">
                <a:tc>
                  <a:txBody>
                    <a:bodyPr/>
                    <a:lstStyle/>
                    <a:p>
                      <a:r>
                        <a:rPr lang="en-IN" sz="2200" b="1"/>
                        <a:t>Retry OPC Write</a:t>
                      </a:r>
                      <a:endParaRPr lang="en-IN" sz="2200"/>
                    </a:p>
                  </a:txBody>
                  <a:tcPr marL="112712" marR="112712" marT="56356" marB="56356" anchor="ctr"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Keep writing until success with tail call retry.</a:t>
                      </a:r>
                    </a:p>
                  </a:txBody>
                  <a:tcPr marL="112712" marR="112712" marT="56356" marB="56356" anchor="ctr"/>
                </a:tc>
                <a:extLst>
                  <a:ext uri="{0D108BD9-81ED-4DB2-BD59-A6C34878D82A}">
                    <a16:rowId xmlns:a16="http://schemas.microsoft.com/office/drawing/2014/main" val="3755788534"/>
                  </a:ext>
                </a:extLst>
              </a:tr>
              <a:tr h="834073">
                <a:tc>
                  <a:txBody>
                    <a:bodyPr/>
                    <a:lstStyle/>
                    <a:p>
                      <a:r>
                        <a:rPr lang="en-IN" sz="2200" b="1"/>
                        <a:t>Recursive Tag Scan</a:t>
                      </a:r>
                      <a:endParaRPr lang="en-IN" sz="2200"/>
                    </a:p>
                  </a:txBody>
                  <a:tcPr marL="112712" marR="112712" marT="56356" marB="56356" anchor="ctr"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Traverse a hierarchy of tags or paths recursively.</a:t>
                      </a:r>
                    </a:p>
                  </a:txBody>
                  <a:tcPr marL="112712" marR="112712" marT="56356" marB="56356" anchor="ctr"/>
                </a:tc>
                <a:extLst>
                  <a:ext uri="{0D108BD9-81ED-4DB2-BD59-A6C34878D82A}">
                    <a16:rowId xmlns:a16="http://schemas.microsoft.com/office/drawing/2014/main" val="4106483687"/>
                  </a:ext>
                </a:extLst>
              </a:tr>
              <a:tr h="834073">
                <a:tc>
                  <a:txBody>
                    <a:bodyPr/>
                    <a:lstStyle/>
                    <a:p>
                      <a:r>
                        <a:rPr lang="en-IN" sz="2200" b="1"/>
                        <a:t>Poll Until Condition Met</a:t>
                      </a:r>
                      <a:endParaRPr lang="en-IN" sz="2200"/>
                    </a:p>
                  </a:txBody>
                  <a:tcPr marL="112712" marR="112712" marT="56356" marB="56356" anchor="ctr"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Monitor a batch, pump, or event using tail call polling.</a:t>
                      </a:r>
                    </a:p>
                  </a:txBody>
                  <a:tcPr marL="112712" marR="112712" marT="56356" marB="56356" anchor="ctr"/>
                </a:tc>
                <a:extLst>
                  <a:ext uri="{0D108BD9-81ED-4DB2-BD59-A6C34878D82A}">
                    <a16:rowId xmlns:a16="http://schemas.microsoft.com/office/drawing/2014/main" val="4015121966"/>
                  </a:ext>
                </a:extLst>
              </a:tr>
              <a:tr h="834073">
                <a:tc>
                  <a:txBody>
                    <a:bodyPr/>
                    <a:lstStyle/>
                    <a:p>
                      <a:r>
                        <a:rPr lang="en-IN" sz="2200" b="1"/>
                        <a:t>Recursive Alarm Escalation Logic</a:t>
                      </a:r>
                      <a:endParaRPr lang="en-IN" sz="2200"/>
                    </a:p>
                  </a:txBody>
                  <a:tcPr marL="112712" marR="112712" marT="56356" marB="56356" anchor="ctr"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Check alarm state history or dependency trees recursively.</a:t>
                      </a:r>
                    </a:p>
                  </a:txBody>
                  <a:tcPr marL="112712" marR="112712" marT="56356" marB="56356" anchor="ctr"/>
                </a:tc>
                <a:extLst>
                  <a:ext uri="{0D108BD9-81ED-4DB2-BD59-A6C34878D82A}">
                    <a16:rowId xmlns:a16="http://schemas.microsoft.com/office/drawing/2014/main" val="24518990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82050320"/>
      </p:ext>
    </p:extLst>
  </p:cSld>
  <p:clrMapOvr>
    <a:masterClrMapping/>
  </p:clrMapOvr>
</p:sld>
</file>

<file path=ppt/slides/slide3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08AC56-0634-FAA0-ACAF-2D9FB51B5DCF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URL encoding replaces unsafe or non-ASCII characters with %XX hex codes.</a:t>
            </a:r>
          </a:p>
          <a:p>
            <a:r>
              <a:rPr lang="en-US" dirty="0"/>
              <a:t>Tab Expansion – Replace \t with Spaces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BECA49E-A2D6-8C11-FDA6-2626C58102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URL encoding Tab expansion</a:t>
            </a:r>
          </a:p>
        </p:txBody>
      </p:sp>
    </p:spTree>
    <p:extLst>
      <p:ext uri="{BB962C8B-B14F-4D97-AF65-F5344CB8AC3E}">
        <p14:creationId xmlns:p14="http://schemas.microsoft.com/office/powerpoint/2010/main" val="1597301447"/>
      </p:ext>
    </p:extLst>
  </p:cSld>
  <p:clrMapOvr>
    <a:masterClrMapping/>
  </p:clrMapOvr>
</p:sld>
</file>

<file path=ppt/slides/slide3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9A3592-892F-8FD7-DE03-7DD3C6A56F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90063F-5821-8F5B-F675-89E9AC929676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Sending HTTP requests from a Script Object or Dispatcher (e.g., REST API integration)</a:t>
            </a:r>
          </a:p>
          <a:p>
            <a:r>
              <a:rPr lang="en-US" dirty="0"/>
              <a:t>Creating clean log strings or CSV entries with consistent formatting</a:t>
            </a:r>
          </a:p>
          <a:p>
            <a:r>
              <a:rPr lang="en-US" dirty="0"/>
              <a:t>Encoding special characters in OPC UA string values, MQTT messages, or file paths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D9866EC-A7DA-4DD2-F280-6823740B4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URL encoding Tab expansion Use Cases</a:t>
            </a:r>
          </a:p>
        </p:txBody>
      </p:sp>
    </p:spTree>
    <p:extLst>
      <p:ext uri="{BB962C8B-B14F-4D97-AF65-F5344CB8AC3E}">
        <p14:creationId xmlns:p14="http://schemas.microsoft.com/office/powerpoint/2010/main" val="4089168869"/>
      </p:ext>
    </p:extLst>
  </p:cSld>
  <p:clrMapOvr>
    <a:masterClrMapping/>
  </p:clrMapOvr>
</p:sld>
</file>

<file path=ppt/slides/slide3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215D250-4023-276A-F689-6A242BC4D4A8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Example: Send formatted sensor data to a remote HTTP endpoint</a:t>
            </a:r>
          </a:p>
          <a:p>
            <a:r>
              <a:rPr lang="en-IN" dirty="0" err="1"/>
              <a:t>SensorName</a:t>
            </a:r>
            <a:r>
              <a:rPr lang="en-IN" dirty="0"/>
              <a:t> = "TempSensor-1"</a:t>
            </a:r>
          </a:p>
          <a:p>
            <a:r>
              <a:rPr lang="en-IN" dirty="0"/>
              <a:t>Reading = "75\</a:t>
            </a:r>
            <a:r>
              <a:rPr lang="en-IN" dirty="0" err="1"/>
              <a:t>t°C</a:t>
            </a:r>
            <a:r>
              <a:rPr lang="en-IN" dirty="0"/>
              <a:t>"</a:t>
            </a:r>
          </a:p>
          <a:p>
            <a:r>
              <a:rPr lang="en-IN" dirty="0"/>
              <a:t>You need to</a:t>
            </a:r>
          </a:p>
          <a:p>
            <a:pPr lvl="1"/>
            <a:r>
              <a:rPr lang="en-US" dirty="0"/>
              <a:t>Expand tab (\t) to spaces for readability in logs.</a:t>
            </a:r>
          </a:p>
          <a:p>
            <a:pPr lvl="1"/>
            <a:r>
              <a:rPr lang="en-US" dirty="0"/>
              <a:t>URL encode the string before sending via HTTP.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C6AA7F6-AE34-C0B4-E612-F0B8F96C2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Real-Time </a:t>
            </a:r>
            <a:r>
              <a:rPr lang="en-IN" dirty="0" err="1"/>
              <a:t>inmation</a:t>
            </a:r>
            <a:r>
              <a:rPr lang="en-IN" dirty="0"/>
              <a:t> Use Case</a:t>
            </a:r>
          </a:p>
        </p:txBody>
      </p:sp>
    </p:spTree>
    <p:extLst>
      <p:ext uri="{BB962C8B-B14F-4D97-AF65-F5344CB8AC3E}">
        <p14:creationId xmlns:p14="http://schemas.microsoft.com/office/powerpoint/2010/main" val="3362248910"/>
      </p:ext>
    </p:extLst>
  </p:cSld>
  <p:clrMapOvr>
    <a:masterClrMapping/>
  </p:clrMapOvr>
</p:sld>
</file>

<file path=ppt/slides/slide3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76E5ED1-5757-D3AF-864F-CAE5C7B34202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57201" y="1381125"/>
            <a:ext cx="8228012" cy="785553"/>
          </a:xfrm>
        </p:spPr>
        <p:txBody>
          <a:bodyPr/>
          <a:lstStyle/>
          <a:p>
            <a:r>
              <a:rPr lang="en-US" dirty="0" err="1"/>
              <a:t>url_encode</a:t>
            </a:r>
            <a:r>
              <a:rPr lang="en-US" dirty="0"/>
              <a:t> and </a:t>
            </a:r>
            <a:r>
              <a:rPr lang="en-US" dirty="0" err="1"/>
              <a:t>expand_tabs</a:t>
            </a:r>
            <a:r>
              <a:rPr lang="en-US" dirty="0"/>
              <a:t> inside </a:t>
            </a:r>
            <a:r>
              <a:rPr lang="en-US" dirty="0" err="1"/>
              <a:t>inmation</a:t>
            </a:r>
            <a:r>
              <a:rPr lang="en-US" dirty="0"/>
              <a:t>: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E4262D6-AA53-7B6A-F612-6FC7FFA8A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Step-by-step </a:t>
            </a:r>
            <a:r>
              <a:rPr lang="en-IN" dirty="0" err="1"/>
              <a:t>inmation</a:t>
            </a:r>
            <a:r>
              <a:rPr lang="en-IN" dirty="0"/>
              <a:t> Lua Script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CEF9FE-443E-2211-CF9D-754AFC54EA84}"/>
              </a:ext>
            </a:extLst>
          </p:cNvPr>
          <p:cNvSpPr txBox="1"/>
          <p:nvPr/>
        </p:nvSpPr>
        <p:spPr>
          <a:xfrm>
            <a:off x="1066800" y="2184324"/>
            <a:ext cx="6096000" cy="369331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dirty="0"/>
              <a:t>function </a:t>
            </a:r>
            <a:r>
              <a:rPr lang="en-IN" dirty="0" err="1"/>
              <a:t>expand_tabs</a:t>
            </a:r>
            <a:r>
              <a:rPr lang="en-IN" dirty="0"/>
              <a:t>(text, </a:t>
            </a:r>
            <a:r>
              <a:rPr lang="en-IN" dirty="0" err="1"/>
              <a:t>tabsize</a:t>
            </a:r>
            <a:r>
              <a:rPr lang="en-IN" dirty="0"/>
              <a:t>)</a:t>
            </a:r>
          </a:p>
          <a:p>
            <a:r>
              <a:rPr lang="en-IN" dirty="0"/>
              <a:t>    </a:t>
            </a:r>
            <a:r>
              <a:rPr lang="en-IN" dirty="0" err="1"/>
              <a:t>tabsize</a:t>
            </a:r>
            <a:r>
              <a:rPr lang="en-IN" dirty="0"/>
              <a:t> = </a:t>
            </a:r>
            <a:r>
              <a:rPr lang="en-IN" dirty="0" err="1"/>
              <a:t>tabsize</a:t>
            </a:r>
            <a:r>
              <a:rPr lang="en-IN" dirty="0"/>
              <a:t> or 4</a:t>
            </a:r>
          </a:p>
          <a:p>
            <a:r>
              <a:rPr lang="en-IN" dirty="0"/>
              <a:t>    return </a:t>
            </a:r>
            <a:r>
              <a:rPr lang="en-IN" dirty="0" err="1"/>
              <a:t>text:gsub</a:t>
            </a:r>
            <a:r>
              <a:rPr lang="en-IN" dirty="0"/>
              <a:t>("\t", </a:t>
            </a:r>
            <a:r>
              <a:rPr lang="en-IN" dirty="0" err="1"/>
              <a:t>string.rep</a:t>
            </a:r>
            <a:r>
              <a:rPr lang="en-IN" dirty="0"/>
              <a:t>(" ", </a:t>
            </a:r>
            <a:r>
              <a:rPr lang="en-IN" dirty="0" err="1"/>
              <a:t>tabsize</a:t>
            </a:r>
            <a:r>
              <a:rPr lang="en-IN" dirty="0"/>
              <a:t>))</a:t>
            </a:r>
          </a:p>
          <a:p>
            <a:r>
              <a:rPr lang="en-IN" dirty="0"/>
              <a:t>end</a:t>
            </a:r>
          </a:p>
          <a:p>
            <a:endParaRPr lang="en-IN" dirty="0"/>
          </a:p>
          <a:p>
            <a:r>
              <a:rPr lang="en-IN" dirty="0"/>
              <a:t>function </a:t>
            </a:r>
            <a:r>
              <a:rPr lang="en-IN" dirty="0" err="1"/>
              <a:t>url_encode</a:t>
            </a:r>
            <a:r>
              <a:rPr lang="en-IN" dirty="0"/>
              <a:t>(str)</a:t>
            </a:r>
          </a:p>
          <a:p>
            <a:r>
              <a:rPr lang="en-IN" dirty="0"/>
              <a:t>    if str == nil then return "" end</a:t>
            </a:r>
          </a:p>
          <a:p>
            <a:r>
              <a:rPr lang="en-IN" dirty="0"/>
              <a:t>    str = </a:t>
            </a:r>
            <a:r>
              <a:rPr lang="en-IN" dirty="0" err="1"/>
              <a:t>str:gsub</a:t>
            </a:r>
            <a:r>
              <a:rPr lang="en-IN" dirty="0"/>
              <a:t>("\n", "\r\n")</a:t>
            </a:r>
          </a:p>
          <a:p>
            <a:r>
              <a:rPr lang="en-IN" dirty="0"/>
              <a:t>    str = </a:t>
            </a:r>
            <a:r>
              <a:rPr lang="en-IN" dirty="0" err="1"/>
              <a:t>str:gsub</a:t>
            </a:r>
            <a:r>
              <a:rPr lang="en-IN" dirty="0"/>
              <a:t>("([^%w%-_.~])", function(c)</a:t>
            </a:r>
          </a:p>
          <a:p>
            <a:r>
              <a:rPr lang="en-IN" dirty="0"/>
              <a:t>        return </a:t>
            </a:r>
            <a:r>
              <a:rPr lang="en-IN" dirty="0" err="1"/>
              <a:t>string.format</a:t>
            </a:r>
            <a:r>
              <a:rPr lang="en-IN" dirty="0"/>
              <a:t>("%%%02X", </a:t>
            </a:r>
            <a:r>
              <a:rPr lang="en-IN" dirty="0" err="1"/>
              <a:t>string.byte</a:t>
            </a:r>
            <a:r>
              <a:rPr lang="en-IN" dirty="0"/>
              <a:t>(c))</a:t>
            </a:r>
          </a:p>
          <a:p>
            <a:r>
              <a:rPr lang="en-IN" dirty="0"/>
              <a:t>    end)</a:t>
            </a:r>
          </a:p>
          <a:p>
            <a:r>
              <a:rPr lang="en-IN" dirty="0"/>
              <a:t>    return str</a:t>
            </a:r>
          </a:p>
          <a:p>
            <a:r>
              <a:rPr lang="en-IN" dirty="0"/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3718991274"/>
      </p:ext>
    </p:extLst>
  </p:cSld>
  <p:clrMapOvr>
    <a:masterClrMapping/>
  </p:clrMapOvr>
</p:sld>
</file>

<file path=ppt/slides/slide3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6A08908-5958-F9F3-9D29-CD33C58C9FC5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local sensor = "TempSensor-1"</a:t>
            </a:r>
          </a:p>
          <a:p>
            <a:pPr marL="0" indent="0">
              <a:buNone/>
            </a:pPr>
            <a:r>
              <a:rPr lang="en-IN" dirty="0"/>
              <a:t>local reading = "75\</a:t>
            </a:r>
            <a:r>
              <a:rPr lang="en-IN" dirty="0" err="1"/>
              <a:t>t°C</a:t>
            </a:r>
            <a:r>
              <a:rPr lang="en-IN" dirty="0"/>
              <a:t>"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-- Clean the string</a:t>
            </a:r>
          </a:p>
          <a:p>
            <a:pPr marL="0" indent="0">
              <a:buNone/>
            </a:pPr>
            <a:r>
              <a:rPr lang="en-IN" dirty="0"/>
              <a:t>local formatted = "Sensor=" .. sensor .. "&amp;Reading=" .. </a:t>
            </a:r>
            <a:r>
              <a:rPr lang="en-IN" dirty="0" err="1"/>
              <a:t>expand_tabs</a:t>
            </a:r>
            <a:r>
              <a:rPr lang="en-IN" dirty="0"/>
              <a:t>(reading)</a:t>
            </a:r>
          </a:p>
          <a:p>
            <a:pPr marL="0" indent="0">
              <a:buNone/>
            </a:pPr>
            <a:r>
              <a:rPr lang="en-IN" dirty="0"/>
              <a:t>-- URL encode for safe HTTP</a:t>
            </a:r>
          </a:p>
          <a:p>
            <a:pPr marL="0" indent="0">
              <a:buNone/>
            </a:pPr>
            <a:r>
              <a:rPr lang="en-IN" dirty="0"/>
              <a:t>local encoded = </a:t>
            </a:r>
            <a:r>
              <a:rPr lang="en-IN" dirty="0" err="1"/>
              <a:t>url_encode</a:t>
            </a:r>
            <a:r>
              <a:rPr lang="en-IN" dirty="0"/>
              <a:t>(formatted)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B22E77D-6A67-35F3-25A0-E46A76A6E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Send Encoded Data via HTTP (with </a:t>
            </a:r>
            <a:r>
              <a:rPr lang="en-US" dirty="0" err="1"/>
              <a:t>LuaSec</a:t>
            </a:r>
            <a:r>
              <a:rPr lang="en-US" dirty="0"/>
              <a:t> + </a:t>
            </a:r>
            <a:r>
              <a:rPr lang="en-US" dirty="0" err="1"/>
              <a:t>socket.http</a:t>
            </a:r>
            <a:r>
              <a:rPr lang="en-US" dirty="0"/>
              <a:t>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58774764"/>
      </p:ext>
    </p:extLst>
  </p:cSld>
  <p:clrMapOvr>
    <a:masterClrMapping/>
  </p:clrMapOvr>
</p:sld>
</file>

<file path=ppt/slides/slide3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D0E3E9-B065-15E6-25FC-205ED51DAA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0013EC3-6657-D9CB-2E85-FEB06A331906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dirty="0"/>
              <a:t>-- Log to </a:t>
            </a:r>
            <a:r>
              <a:rPr lang="en-IN" dirty="0" err="1"/>
              <a:t>inmation</a:t>
            </a:r>
            <a:r>
              <a:rPr lang="en-IN" dirty="0"/>
              <a:t> for visibility</a:t>
            </a:r>
          </a:p>
          <a:p>
            <a:pPr marL="0" indent="0">
              <a:buNone/>
            </a:pPr>
            <a:r>
              <a:rPr lang="en-IN" dirty="0" err="1"/>
              <a:t>inmation.logmessage</a:t>
            </a:r>
            <a:r>
              <a:rPr lang="en-IN" dirty="0"/>
              <a:t>("Formatted (tabs expanded): " .. formatted)</a:t>
            </a:r>
          </a:p>
          <a:p>
            <a:pPr marL="0" indent="0">
              <a:buNone/>
            </a:pPr>
            <a:r>
              <a:rPr lang="en-IN" dirty="0" err="1"/>
              <a:t>inmation.logmessage</a:t>
            </a:r>
            <a:r>
              <a:rPr lang="en-IN" dirty="0"/>
              <a:t>("Encoded: " .. encoded)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-- Send over HTTP (if socket/http is available in your runtime)</a:t>
            </a:r>
          </a:p>
          <a:p>
            <a:pPr marL="0" indent="0">
              <a:buNone/>
            </a:pPr>
            <a:r>
              <a:rPr lang="en-IN" dirty="0"/>
              <a:t>-- local http = require("</a:t>
            </a:r>
            <a:r>
              <a:rPr lang="en-IN" dirty="0" err="1"/>
              <a:t>socket.http</a:t>
            </a:r>
            <a:r>
              <a:rPr lang="en-IN" dirty="0"/>
              <a:t>")</a:t>
            </a:r>
          </a:p>
          <a:p>
            <a:pPr marL="0" indent="0">
              <a:buNone/>
            </a:pPr>
            <a:r>
              <a:rPr lang="en-IN" dirty="0"/>
              <a:t>-- local response = </a:t>
            </a:r>
            <a:r>
              <a:rPr lang="en-IN" dirty="0" err="1"/>
              <a:t>http.request</a:t>
            </a:r>
            <a:r>
              <a:rPr lang="en-IN" dirty="0"/>
              <a:t>("https://example.com/</a:t>
            </a:r>
            <a:r>
              <a:rPr lang="en-IN" dirty="0" err="1"/>
              <a:t>api</a:t>
            </a:r>
            <a:r>
              <a:rPr lang="en-IN" dirty="0"/>
              <a:t>?" .. encoded)</a:t>
            </a:r>
          </a:p>
          <a:p>
            <a:pPr marL="0" indent="0">
              <a:buNone/>
            </a:pPr>
            <a:r>
              <a:rPr lang="en-IN" dirty="0"/>
              <a:t>-- </a:t>
            </a:r>
            <a:r>
              <a:rPr lang="en-IN" dirty="0" err="1"/>
              <a:t>inmation.logmessage</a:t>
            </a:r>
            <a:r>
              <a:rPr lang="en-IN" dirty="0"/>
              <a:t>("HTTP Response: " .. </a:t>
            </a:r>
            <a:r>
              <a:rPr lang="en-IN" dirty="0" err="1"/>
              <a:t>tostring</a:t>
            </a:r>
            <a:r>
              <a:rPr lang="en-IN" dirty="0"/>
              <a:t>(response))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EEA32FE-1640-5462-1B1E-3EE493E43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Send Encoded Data via HTTP (with </a:t>
            </a:r>
            <a:r>
              <a:rPr lang="en-US" dirty="0" err="1"/>
              <a:t>LuaSec</a:t>
            </a:r>
            <a:r>
              <a:rPr lang="en-US" dirty="0"/>
              <a:t> + </a:t>
            </a:r>
            <a:r>
              <a:rPr lang="en-US" dirty="0" err="1"/>
              <a:t>socket.http</a:t>
            </a:r>
            <a:r>
              <a:rPr lang="en-US" dirty="0"/>
              <a:t>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04393457"/>
      </p:ext>
    </p:extLst>
  </p:cSld>
  <p:clrMapOvr>
    <a:masterClrMapping/>
  </p:clrMapOvr>
</p:sld>
</file>

<file path=ppt/slides/slide3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39D7949-6FA1-D799-AF3E-C6CCEEECD64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57201" y="1381125"/>
            <a:ext cx="8228012" cy="2047875"/>
          </a:xfrm>
        </p:spPr>
        <p:txBody>
          <a:bodyPr/>
          <a:lstStyle/>
          <a:p>
            <a:r>
              <a:rPr lang="en-US" dirty="0" err="1"/>
              <a:t>pcall</a:t>
            </a:r>
            <a:r>
              <a:rPr lang="en-US" dirty="0"/>
              <a:t> stands for protected call.</a:t>
            </a:r>
          </a:p>
          <a:p>
            <a:r>
              <a:rPr lang="en-US" dirty="0"/>
              <a:t>It is a built-in Lua function used to safely execute another function without crashing your script when an error occurs.</a:t>
            </a:r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0048D1C-8ADB-521E-4DF1-81E557DEE8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Pcall()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3C7443-510F-1CC6-4C66-6258A15AC04D}"/>
              </a:ext>
            </a:extLst>
          </p:cNvPr>
          <p:cNvSpPr txBox="1"/>
          <p:nvPr/>
        </p:nvSpPr>
        <p:spPr>
          <a:xfrm>
            <a:off x="838200" y="3352801"/>
            <a:ext cx="7467600" cy="83099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dirty="0"/>
              <a:t>local success, result = </a:t>
            </a:r>
            <a:r>
              <a:rPr lang="en-US" sz="2400" dirty="0" err="1"/>
              <a:t>pcall</a:t>
            </a:r>
            <a:r>
              <a:rPr lang="en-US" sz="2400" dirty="0"/>
              <a:t>(</a:t>
            </a:r>
            <a:r>
              <a:rPr lang="en-US" sz="2400" dirty="0" err="1"/>
              <a:t>function_to_call</a:t>
            </a:r>
            <a:r>
              <a:rPr lang="en-US" sz="2400" dirty="0"/>
              <a:t>, arg1, arg2, ...)</a:t>
            </a:r>
          </a:p>
        </p:txBody>
      </p:sp>
    </p:spTree>
    <p:extLst>
      <p:ext uri="{BB962C8B-B14F-4D97-AF65-F5344CB8AC3E}">
        <p14:creationId xmlns:p14="http://schemas.microsoft.com/office/powerpoint/2010/main" val="3123667348"/>
      </p:ext>
    </p:extLst>
  </p:cSld>
  <p:clrMapOvr>
    <a:masterClrMapping/>
  </p:clrMapOvr>
</p:sld>
</file>

<file path=ppt/slides/slide3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F0CB38F-E89E-049E-9009-D1007A4A60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035" y="170122"/>
            <a:ext cx="8205261" cy="785553"/>
          </a:xfrm>
        </p:spPr>
        <p:txBody>
          <a:bodyPr anchor="b">
            <a:normAutofit/>
          </a:bodyPr>
          <a:lstStyle/>
          <a:p>
            <a:r>
              <a:rPr lang="en-IN" dirty="0"/>
              <a:t>When to Use pcall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6AB3FD7-D75D-98C3-1953-E7B79E161F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3310395"/>
              </p:ext>
            </p:extLst>
          </p:nvPr>
        </p:nvGraphicFramePr>
        <p:xfrm>
          <a:off x="457201" y="1580800"/>
          <a:ext cx="8228013" cy="442506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678428">
                  <a:extLst>
                    <a:ext uri="{9D8B030D-6E8A-4147-A177-3AD203B41FA5}">
                      <a16:colId xmlns:a16="http://schemas.microsoft.com/office/drawing/2014/main" val="927374328"/>
                    </a:ext>
                  </a:extLst>
                </a:gridCol>
                <a:gridCol w="3549585">
                  <a:extLst>
                    <a:ext uri="{9D8B030D-6E8A-4147-A177-3AD203B41FA5}">
                      <a16:colId xmlns:a16="http://schemas.microsoft.com/office/drawing/2014/main" val="2522199800"/>
                    </a:ext>
                  </a:extLst>
                </a:gridCol>
              </a:tblGrid>
              <a:tr h="662255">
                <a:tc>
                  <a:txBody>
                    <a:bodyPr/>
                    <a:lstStyle/>
                    <a:p>
                      <a:r>
                        <a:rPr lang="en-IN" sz="3000"/>
                        <a:t>Situation</a:t>
                      </a:r>
                    </a:p>
                  </a:txBody>
                  <a:tcPr marL="150512" marR="150512" marT="75256" marB="75256" anchor="ctr"/>
                </a:tc>
                <a:tc>
                  <a:txBody>
                    <a:bodyPr/>
                    <a:lstStyle/>
                    <a:p>
                      <a:r>
                        <a:rPr lang="en-IN" sz="3000" dirty="0"/>
                        <a:t>Should Use pcall?</a:t>
                      </a:r>
                    </a:p>
                  </a:txBody>
                  <a:tcPr marL="150512" marR="150512" marT="75256" marB="75256" anchor="ctr"/>
                </a:tc>
                <a:extLst>
                  <a:ext uri="{0D108BD9-81ED-4DB2-BD59-A6C34878D82A}">
                    <a16:rowId xmlns:a16="http://schemas.microsoft.com/office/drawing/2014/main" val="1203546786"/>
                  </a:ext>
                </a:extLst>
              </a:tr>
              <a:tr h="1113792">
                <a:tc>
                  <a:txBody>
                    <a:bodyPr/>
                    <a:lstStyle/>
                    <a:p>
                      <a:r>
                        <a:rPr lang="en-IN" sz="3000"/>
                        <a:t>Reading non-guaranteed tag</a:t>
                      </a:r>
                    </a:p>
                  </a:txBody>
                  <a:tcPr marL="150512" marR="150512" marT="75256" marB="75256" anchor="ctr"/>
                </a:tc>
                <a:tc>
                  <a:txBody>
                    <a:bodyPr/>
                    <a:lstStyle/>
                    <a:p>
                      <a:r>
                        <a:rPr lang="en-IN" sz="3000"/>
                        <a:t>✅ Yes</a:t>
                      </a:r>
                    </a:p>
                  </a:txBody>
                  <a:tcPr marL="150512" marR="150512" marT="75256" marB="75256" anchor="ctr"/>
                </a:tc>
                <a:extLst>
                  <a:ext uri="{0D108BD9-81ED-4DB2-BD59-A6C34878D82A}">
                    <a16:rowId xmlns:a16="http://schemas.microsoft.com/office/drawing/2014/main" val="3017354732"/>
                  </a:ext>
                </a:extLst>
              </a:tr>
              <a:tr h="662255">
                <a:tc>
                  <a:txBody>
                    <a:bodyPr/>
                    <a:lstStyle/>
                    <a:p>
                      <a:r>
                        <a:rPr lang="en-US" sz="3000"/>
                        <a:t>File I/O or network</a:t>
                      </a:r>
                    </a:p>
                  </a:txBody>
                  <a:tcPr marL="150512" marR="150512" marT="75256" marB="75256" anchor="ctr"/>
                </a:tc>
                <a:tc>
                  <a:txBody>
                    <a:bodyPr/>
                    <a:lstStyle/>
                    <a:p>
                      <a:r>
                        <a:rPr lang="en-IN" sz="3000"/>
                        <a:t>✅ Yes</a:t>
                      </a:r>
                    </a:p>
                  </a:txBody>
                  <a:tcPr marL="150512" marR="150512" marT="75256" marB="75256" anchor="ctr"/>
                </a:tc>
                <a:extLst>
                  <a:ext uri="{0D108BD9-81ED-4DB2-BD59-A6C34878D82A}">
                    <a16:rowId xmlns:a16="http://schemas.microsoft.com/office/drawing/2014/main" val="3260673259"/>
                  </a:ext>
                </a:extLst>
              </a:tr>
              <a:tr h="662255">
                <a:tc>
                  <a:txBody>
                    <a:bodyPr/>
                    <a:lstStyle/>
                    <a:p>
                      <a:r>
                        <a:rPr lang="en-IN" sz="3000"/>
                        <a:t>Known-safe math</a:t>
                      </a:r>
                    </a:p>
                  </a:txBody>
                  <a:tcPr marL="150512" marR="150512" marT="75256" marB="75256" anchor="ctr"/>
                </a:tc>
                <a:tc>
                  <a:txBody>
                    <a:bodyPr/>
                    <a:lstStyle/>
                    <a:p>
                      <a:r>
                        <a:rPr lang="en-IN" sz="3000"/>
                        <a:t>❌ Not needed</a:t>
                      </a:r>
                    </a:p>
                  </a:txBody>
                  <a:tcPr marL="150512" marR="150512" marT="75256" marB="75256" anchor="ctr"/>
                </a:tc>
                <a:extLst>
                  <a:ext uri="{0D108BD9-81ED-4DB2-BD59-A6C34878D82A}">
                    <a16:rowId xmlns:a16="http://schemas.microsoft.com/office/drawing/2014/main" val="1225721276"/>
                  </a:ext>
                </a:extLst>
              </a:tr>
              <a:tr h="662255">
                <a:tc>
                  <a:txBody>
                    <a:bodyPr/>
                    <a:lstStyle/>
                    <a:p>
                      <a:r>
                        <a:rPr lang="en-IN" sz="3000"/>
                        <a:t>Parsing JSON</a:t>
                      </a:r>
                    </a:p>
                  </a:txBody>
                  <a:tcPr marL="150512" marR="150512" marT="75256" marB="75256" anchor="ctr"/>
                </a:tc>
                <a:tc>
                  <a:txBody>
                    <a:bodyPr/>
                    <a:lstStyle/>
                    <a:p>
                      <a:r>
                        <a:rPr lang="en-IN" sz="3000"/>
                        <a:t>✅ Yes</a:t>
                      </a:r>
                    </a:p>
                  </a:txBody>
                  <a:tcPr marL="150512" marR="150512" marT="75256" marB="75256" anchor="ctr"/>
                </a:tc>
                <a:extLst>
                  <a:ext uri="{0D108BD9-81ED-4DB2-BD59-A6C34878D82A}">
                    <a16:rowId xmlns:a16="http://schemas.microsoft.com/office/drawing/2014/main" val="2544201822"/>
                  </a:ext>
                </a:extLst>
              </a:tr>
              <a:tr h="662255">
                <a:tc>
                  <a:txBody>
                    <a:bodyPr/>
                    <a:lstStyle/>
                    <a:p>
                      <a:r>
                        <a:rPr lang="en-IN" sz="3000"/>
                        <a:t>External module calls</a:t>
                      </a:r>
                    </a:p>
                  </a:txBody>
                  <a:tcPr marL="150512" marR="150512" marT="75256" marB="75256" anchor="ctr"/>
                </a:tc>
                <a:tc>
                  <a:txBody>
                    <a:bodyPr/>
                    <a:lstStyle/>
                    <a:p>
                      <a:r>
                        <a:rPr lang="en-IN" sz="3000" dirty="0"/>
                        <a:t>✅ Yes</a:t>
                      </a:r>
                    </a:p>
                  </a:txBody>
                  <a:tcPr marL="150512" marR="150512" marT="75256" marB="75256" anchor="ctr"/>
                </a:tc>
                <a:extLst>
                  <a:ext uri="{0D108BD9-81ED-4DB2-BD59-A6C34878D82A}">
                    <a16:rowId xmlns:a16="http://schemas.microsoft.com/office/drawing/2014/main" val="35508615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77797064"/>
      </p:ext>
    </p:extLst>
  </p:cSld>
  <p:clrMapOvr>
    <a:masterClrMapping/>
  </p:clrMapOvr>
</p:sld>
</file>

<file path=ppt/slides/slide3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D310F70-3B49-2F83-95F1-61754F91B29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57201" y="1381125"/>
            <a:ext cx="8228012" cy="1819275"/>
          </a:xfrm>
        </p:spPr>
        <p:txBody>
          <a:bodyPr/>
          <a:lstStyle/>
          <a:p>
            <a:r>
              <a:rPr lang="en-US" dirty="0"/>
              <a:t>Always Use </a:t>
            </a:r>
            <a:r>
              <a:rPr lang="en-US" dirty="0" err="1"/>
              <a:t>pcall</a:t>
            </a:r>
            <a:r>
              <a:rPr lang="en-US" dirty="0"/>
              <a:t>() for Safety</a:t>
            </a:r>
          </a:p>
          <a:p>
            <a:pPr lvl="1"/>
            <a:r>
              <a:rPr lang="en-US" dirty="0" err="1"/>
              <a:t>Inmation</a:t>
            </a:r>
            <a:r>
              <a:rPr lang="en-US" dirty="0"/>
              <a:t> will fail the whole script if a single Lua error occurs. </a:t>
            </a:r>
          </a:p>
          <a:p>
            <a:pPr lvl="1"/>
            <a:r>
              <a:rPr lang="en-US" dirty="0"/>
              <a:t>Wrap risky calls to avoid breaking production.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03480D4-0C5F-FBF7-6460-B65D91BFF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Tricks of the Trade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DF35D6-9E02-034B-3BC3-1CDB01D83E78}"/>
              </a:ext>
            </a:extLst>
          </p:cNvPr>
          <p:cNvSpPr txBox="1"/>
          <p:nvPr/>
        </p:nvSpPr>
        <p:spPr>
          <a:xfrm>
            <a:off x="685800" y="3210349"/>
            <a:ext cx="7772400" cy="286232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2000" dirty="0"/>
              <a:t>local success, result = pcall(function()</a:t>
            </a:r>
          </a:p>
          <a:p>
            <a:r>
              <a:rPr lang="en-IN" sz="2000" dirty="0"/>
              <a:t>    return </a:t>
            </a:r>
            <a:r>
              <a:rPr lang="en-IN" sz="2000" dirty="0" err="1"/>
              <a:t>inmation.getvalue</a:t>
            </a:r>
            <a:r>
              <a:rPr lang="en-IN" sz="2000" dirty="0"/>
              <a:t>("Model:/Bad/Tag/Path")</a:t>
            </a:r>
          </a:p>
          <a:p>
            <a:r>
              <a:rPr lang="en-IN" sz="2000" dirty="0"/>
              <a:t>end)</a:t>
            </a:r>
          </a:p>
          <a:p>
            <a:endParaRPr lang="en-IN" sz="2000" dirty="0"/>
          </a:p>
          <a:p>
            <a:r>
              <a:rPr lang="en-IN" sz="2000" dirty="0"/>
              <a:t>if success then</a:t>
            </a:r>
          </a:p>
          <a:p>
            <a:r>
              <a:rPr lang="en-IN" sz="2000" dirty="0"/>
              <a:t>    </a:t>
            </a:r>
            <a:r>
              <a:rPr lang="en-IN" sz="2000" dirty="0" err="1"/>
              <a:t>inmation.logmessage</a:t>
            </a:r>
            <a:r>
              <a:rPr lang="en-IN" sz="2000" dirty="0"/>
              <a:t>("Value: " .. </a:t>
            </a:r>
            <a:r>
              <a:rPr lang="en-IN" sz="2000" dirty="0" err="1"/>
              <a:t>tostring</a:t>
            </a:r>
            <a:r>
              <a:rPr lang="en-IN" sz="2000" dirty="0"/>
              <a:t>(result))</a:t>
            </a:r>
          </a:p>
          <a:p>
            <a:r>
              <a:rPr lang="en-IN" sz="2000" dirty="0"/>
              <a:t>else</a:t>
            </a:r>
          </a:p>
          <a:p>
            <a:r>
              <a:rPr lang="en-IN" sz="2000" dirty="0"/>
              <a:t>    </a:t>
            </a:r>
            <a:r>
              <a:rPr lang="en-IN" sz="2000" dirty="0" err="1"/>
              <a:t>inmation.logmessage</a:t>
            </a:r>
            <a:r>
              <a:rPr lang="en-IN" sz="2000" dirty="0"/>
              <a:t>("Error reading value: " .. </a:t>
            </a:r>
            <a:r>
              <a:rPr lang="en-IN" sz="2000" dirty="0" err="1"/>
              <a:t>tostring</a:t>
            </a:r>
            <a:r>
              <a:rPr lang="en-IN" sz="2000" dirty="0"/>
              <a:t>(result))</a:t>
            </a:r>
          </a:p>
          <a:p>
            <a:r>
              <a:rPr lang="en-IN" sz="2000" dirty="0"/>
              <a:t>end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CA866FDC-18FE-D2C9-6CC8-DE0FA4D157D4}"/>
                  </a:ext>
                </a:extLst>
              </p14:cNvPr>
              <p14:cNvContentPartPr/>
              <p14:nvPr/>
            </p14:nvContentPartPr>
            <p14:xfrm>
              <a:off x="6390644" y="3301522"/>
              <a:ext cx="613800" cy="9147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CA866FDC-18FE-D2C9-6CC8-DE0FA4D157D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384524" y="3295402"/>
                <a:ext cx="626040" cy="927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41259899"/>
      </p:ext>
    </p:extLst>
  </p:cSld>
  <p:clrMapOvr>
    <a:masterClrMapping/>
  </p:clrMapOvr>
</p:sld>
</file>

<file path=ppt/slides/slide3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798DFF6-C647-8C72-2249-CD36FE08B0D8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IN" dirty="0"/>
              <a:t>Log Internals for Debugging</a:t>
            </a:r>
          </a:p>
          <a:p>
            <a:r>
              <a:rPr lang="en-US" dirty="0"/>
              <a:t>Use </a:t>
            </a:r>
            <a:r>
              <a:rPr lang="en-US" dirty="0" err="1"/>
              <a:t>inmation.logmessage</a:t>
            </a:r>
            <a:r>
              <a:rPr lang="en-US" dirty="0"/>
              <a:t>() generously during dev:</a:t>
            </a:r>
          </a:p>
          <a:p>
            <a:r>
              <a:rPr lang="en-US" dirty="0" err="1"/>
              <a:t>inmation.logmessage</a:t>
            </a:r>
            <a:r>
              <a:rPr lang="en-US" dirty="0"/>
              <a:t>("DEBUG: Received input=" .. </a:t>
            </a:r>
            <a:r>
              <a:rPr lang="en-US" dirty="0" err="1"/>
              <a:t>tostring</a:t>
            </a:r>
            <a:r>
              <a:rPr lang="en-US" dirty="0"/>
              <a:t>(</a:t>
            </a:r>
            <a:r>
              <a:rPr lang="en-US" dirty="0" err="1"/>
              <a:t>myInput</a:t>
            </a:r>
            <a:r>
              <a:rPr lang="en-US" dirty="0"/>
              <a:t>))</a:t>
            </a:r>
          </a:p>
          <a:p>
            <a:r>
              <a:rPr lang="en-US" dirty="0"/>
              <a:t>Pro Tip: Prefix your logs with "DEBUG: " or "ALERT: " so you can filter them easily in the Studio log viewer.</a:t>
            </a:r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CF5EB05-2C8B-D9CC-9B1A-18412D8DD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Tricks of the Trade</a:t>
            </a:r>
          </a:p>
        </p:txBody>
      </p:sp>
    </p:spTree>
    <p:extLst>
      <p:ext uri="{BB962C8B-B14F-4D97-AF65-F5344CB8AC3E}">
        <p14:creationId xmlns:p14="http://schemas.microsoft.com/office/powerpoint/2010/main" val="3685822033"/>
      </p:ext>
    </p:extLst>
  </p:cSld>
  <p:clrMapOvr>
    <a:masterClrMapping/>
  </p:clrMapOvr>
</p:sld>
</file>

<file path=ppt/slides/slide3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762205-D962-FB72-4B32-ED892DABC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B07398D-953F-8F02-9E0A-60F11874734E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57201" y="1381125"/>
            <a:ext cx="8228012" cy="1514475"/>
          </a:xfrm>
        </p:spPr>
        <p:txBody>
          <a:bodyPr/>
          <a:lstStyle/>
          <a:p>
            <a:r>
              <a:rPr lang="en-US" dirty="0"/>
              <a:t>Use </a:t>
            </a:r>
            <a:r>
              <a:rPr lang="en-US" dirty="0" err="1"/>
              <a:t>tostring</a:t>
            </a:r>
            <a:r>
              <a:rPr lang="en-US" dirty="0"/>
              <a:t>() for Safe Concatenation</a:t>
            </a:r>
          </a:p>
          <a:p>
            <a:r>
              <a:rPr lang="en-US" dirty="0"/>
              <a:t>Lua crashes on "</a:t>
            </a:r>
            <a:r>
              <a:rPr lang="en-US" dirty="0" err="1"/>
              <a:t>abc</a:t>
            </a:r>
            <a:r>
              <a:rPr lang="en-US" dirty="0"/>
              <a:t>" .. nil. Always wrap uncertain values:</a:t>
            </a:r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29967DF-13EE-5B37-38D5-2117AEF68B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Tricks of the Trade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A2A2DB-66BE-BF2D-651A-3842E233F65C}"/>
              </a:ext>
            </a:extLst>
          </p:cNvPr>
          <p:cNvSpPr txBox="1"/>
          <p:nvPr/>
        </p:nvSpPr>
        <p:spPr>
          <a:xfrm>
            <a:off x="1219200" y="3131404"/>
            <a:ext cx="5257800" cy="83099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da-DK" sz="2400" dirty="0"/>
              <a:t>inmation.logmessage("Sensor: " .. tostring(sensorValue))</a:t>
            </a:r>
          </a:p>
        </p:txBody>
      </p:sp>
    </p:spTree>
    <p:extLst>
      <p:ext uri="{BB962C8B-B14F-4D97-AF65-F5344CB8AC3E}">
        <p14:creationId xmlns:p14="http://schemas.microsoft.com/office/powerpoint/2010/main" val="2194211412"/>
      </p:ext>
    </p:extLst>
  </p:cSld>
  <p:clrMapOvr>
    <a:masterClrMapping/>
  </p:clrMapOvr>
</p:sld>
</file>

<file path=ppt/slides/slide3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DEA06D-BFB4-EC47-AECE-42A19C779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EF3C796-C1F1-2741-664B-D40D16550352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57201" y="1381125"/>
            <a:ext cx="8228012" cy="3038475"/>
          </a:xfrm>
        </p:spPr>
        <p:txBody>
          <a:bodyPr/>
          <a:lstStyle/>
          <a:p>
            <a:r>
              <a:rPr lang="en-US" dirty="0"/>
              <a:t>Tail Recursion for Monitoring Loops</a:t>
            </a:r>
          </a:p>
          <a:p>
            <a:r>
              <a:rPr lang="en-US" dirty="0"/>
              <a:t>Expand Tabs for Clean Formatting</a:t>
            </a:r>
          </a:p>
          <a:p>
            <a:r>
              <a:rPr lang="en-IN" dirty="0"/>
              <a:t>Store JSON in Text Tags</a:t>
            </a:r>
          </a:p>
          <a:p>
            <a:pPr lvl="1"/>
            <a:r>
              <a:rPr lang="en-US" dirty="0" err="1"/>
              <a:t>Inmation</a:t>
            </a:r>
            <a:r>
              <a:rPr lang="en-US" dirty="0"/>
              <a:t> doesn’t support native Lua tables in tags. </a:t>
            </a:r>
          </a:p>
          <a:p>
            <a:pPr lvl="1"/>
            <a:r>
              <a:rPr lang="en-US" dirty="0"/>
              <a:t>Use </a:t>
            </a:r>
            <a:r>
              <a:rPr lang="en-US" dirty="0" err="1"/>
              <a:t>dkjson</a:t>
            </a:r>
            <a:r>
              <a:rPr lang="en-US" dirty="0"/>
              <a:t> or </a:t>
            </a:r>
            <a:r>
              <a:rPr lang="en-US" dirty="0" err="1"/>
              <a:t>cjson</a:t>
            </a:r>
            <a:r>
              <a:rPr lang="en-US" dirty="0"/>
              <a:t> to convert Lua tables to JSON strings:</a:t>
            </a:r>
          </a:p>
          <a:p>
            <a:pPr lvl="1"/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D57CBC3-B5C1-53BF-FACB-C42D02F0FA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Tricks of the Trade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219F87-080F-6852-D18F-53EEA16C5B3E}"/>
              </a:ext>
            </a:extLst>
          </p:cNvPr>
          <p:cNvSpPr txBox="1"/>
          <p:nvPr/>
        </p:nvSpPr>
        <p:spPr>
          <a:xfrm>
            <a:off x="838200" y="4343400"/>
            <a:ext cx="6629400" cy="193899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2400" dirty="0"/>
              <a:t>local </a:t>
            </a:r>
            <a:r>
              <a:rPr lang="en-IN" sz="2400" dirty="0" err="1"/>
              <a:t>json</a:t>
            </a:r>
            <a:r>
              <a:rPr lang="en-IN" sz="2400" dirty="0"/>
              <a:t> = require("</a:t>
            </a:r>
            <a:r>
              <a:rPr lang="en-IN" sz="2400" dirty="0" err="1"/>
              <a:t>dkjson</a:t>
            </a:r>
            <a:r>
              <a:rPr lang="en-IN" sz="2400" dirty="0"/>
              <a:t>")</a:t>
            </a:r>
          </a:p>
          <a:p>
            <a:r>
              <a:rPr lang="en-IN" sz="2400" dirty="0"/>
              <a:t>local data = {name = "Pump1", status = "ON"}</a:t>
            </a:r>
          </a:p>
          <a:p>
            <a:r>
              <a:rPr lang="en-IN" sz="2400" dirty="0"/>
              <a:t>local </a:t>
            </a:r>
            <a:r>
              <a:rPr lang="en-IN" sz="2400" dirty="0" err="1"/>
              <a:t>jsonStr</a:t>
            </a:r>
            <a:r>
              <a:rPr lang="en-IN" sz="2400" dirty="0"/>
              <a:t> = </a:t>
            </a:r>
            <a:r>
              <a:rPr lang="en-IN" sz="2400" dirty="0" err="1"/>
              <a:t>json.encode</a:t>
            </a:r>
            <a:r>
              <a:rPr lang="en-IN" sz="2400" dirty="0"/>
              <a:t>(data)</a:t>
            </a:r>
          </a:p>
          <a:p>
            <a:r>
              <a:rPr lang="en-IN" sz="2400" dirty="0" err="1"/>
              <a:t>inmation.setvalue</a:t>
            </a:r>
            <a:r>
              <a:rPr lang="en-IN" sz="2400" dirty="0"/>
              <a:t>("Model:/Logs/StatusJSON", </a:t>
            </a:r>
            <a:r>
              <a:rPr lang="en-IN" sz="2400" dirty="0" err="1"/>
              <a:t>jsonStr</a:t>
            </a:r>
            <a:r>
              <a:rPr lang="en-IN" sz="24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699785795"/>
      </p:ext>
    </p:extLst>
  </p:cSld>
  <p:clrMapOvr>
    <a:masterClrMapping/>
  </p:clrMapOvr>
</p:sld>
</file>

<file path=ppt/slides/slide3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F977F0E-7306-EF49-A51B-9AEAE046814D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57201" y="1381125"/>
            <a:ext cx="8228012" cy="1209675"/>
          </a:xfrm>
        </p:spPr>
        <p:txBody>
          <a:bodyPr/>
          <a:lstStyle/>
          <a:p>
            <a:r>
              <a:rPr lang="en-US" dirty="0"/>
              <a:t>Throttle with </a:t>
            </a:r>
            <a:r>
              <a:rPr lang="en-US" dirty="0" err="1"/>
              <a:t>inmation.sleep</a:t>
            </a:r>
            <a:r>
              <a:rPr lang="en-US" dirty="0"/>
              <a:t>() in Loops</a:t>
            </a:r>
          </a:p>
          <a:p>
            <a:r>
              <a:rPr lang="en-US" dirty="0"/>
              <a:t>Avoid 100% CPU usage in polling or retry loops.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0C10418-CB7A-2F8D-2411-167192EF9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Tricks of the Trade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2F6F5D-D163-F837-3993-1F58E5DAF15B}"/>
              </a:ext>
            </a:extLst>
          </p:cNvPr>
          <p:cNvSpPr txBox="1"/>
          <p:nvPr/>
        </p:nvSpPr>
        <p:spPr>
          <a:xfrm>
            <a:off x="1295400" y="2828835"/>
            <a:ext cx="4581624" cy="156966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dirty="0"/>
              <a:t>repeat</a:t>
            </a:r>
          </a:p>
          <a:p>
            <a:r>
              <a:rPr lang="en-US" sz="2400" dirty="0"/>
              <a:t>    ...</a:t>
            </a:r>
          </a:p>
          <a:p>
            <a:r>
              <a:rPr lang="en-US" sz="2400" dirty="0"/>
              <a:t>    </a:t>
            </a:r>
            <a:r>
              <a:rPr lang="en-US" sz="2400" dirty="0" err="1"/>
              <a:t>inmation.sleep</a:t>
            </a:r>
            <a:r>
              <a:rPr lang="en-US" sz="2400" dirty="0"/>
              <a:t>(0.5)</a:t>
            </a:r>
          </a:p>
          <a:p>
            <a:r>
              <a:rPr lang="en-US" sz="2400" dirty="0"/>
              <a:t>until </a:t>
            </a:r>
            <a:r>
              <a:rPr lang="en-US" sz="2400" dirty="0" err="1"/>
              <a:t>someCondition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633620130"/>
      </p:ext>
    </p:extLst>
  </p:cSld>
  <p:clrMapOvr>
    <a:masterClrMapping/>
  </p:clrMapOvr>
</p:sld>
</file>

<file path=ppt/slides/slide3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62F20B7-3457-DE10-3426-AE6ACD8ADAE9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Bitwise operators work directly on the binary representation of numbers. </a:t>
            </a:r>
          </a:p>
          <a:p>
            <a:r>
              <a:rPr lang="en-US" dirty="0"/>
              <a:t>In Lua 5.3 and later, these are built-in and very useful for low-level programming, hardware flags, and OPC/Modbus integrations (common in </a:t>
            </a:r>
            <a:r>
              <a:rPr lang="en-US" dirty="0" err="1"/>
              <a:t>inmation</a:t>
            </a:r>
            <a:r>
              <a:rPr lang="en-US" dirty="0"/>
              <a:t> scripting).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B6887F9-3AF4-6B21-3A99-FDF4635B8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Bitwise Operators</a:t>
            </a:r>
          </a:p>
        </p:txBody>
      </p:sp>
    </p:spTree>
    <p:extLst>
      <p:ext uri="{BB962C8B-B14F-4D97-AF65-F5344CB8AC3E}">
        <p14:creationId xmlns:p14="http://schemas.microsoft.com/office/powerpoint/2010/main" val="3876836839"/>
      </p:ext>
    </p:extLst>
  </p:cSld>
  <p:clrMapOvr>
    <a:masterClrMapping/>
  </p:clrMapOvr>
</p:sld>
</file>

<file path=ppt/slides/slide3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D5E7F6-9D65-1A57-24FE-97C97E6F7D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AE36170-BE87-D117-9D3E-4E96F7263C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035" y="170122"/>
            <a:ext cx="8205261" cy="785553"/>
          </a:xfrm>
        </p:spPr>
        <p:txBody>
          <a:bodyPr anchor="b">
            <a:normAutofit/>
          </a:bodyPr>
          <a:lstStyle/>
          <a:p>
            <a:r>
              <a:rPr lang="en-IN" dirty="0"/>
              <a:t>Bitwise Operators in Lua (5.3+)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FD57F9A-5DAB-32EE-E8B6-DA70B47E73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0933138"/>
              </p:ext>
            </p:extLst>
          </p:nvPr>
        </p:nvGraphicFramePr>
        <p:xfrm>
          <a:off x="457201" y="1606378"/>
          <a:ext cx="8228013" cy="4373912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084618">
                  <a:extLst>
                    <a:ext uri="{9D8B030D-6E8A-4147-A177-3AD203B41FA5}">
                      <a16:colId xmlns:a16="http://schemas.microsoft.com/office/drawing/2014/main" val="2965700966"/>
                    </a:ext>
                  </a:extLst>
                </a:gridCol>
                <a:gridCol w="2084618">
                  <a:extLst>
                    <a:ext uri="{9D8B030D-6E8A-4147-A177-3AD203B41FA5}">
                      <a16:colId xmlns:a16="http://schemas.microsoft.com/office/drawing/2014/main" val="2273076312"/>
                    </a:ext>
                  </a:extLst>
                </a:gridCol>
                <a:gridCol w="1974159">
                  <a:extLst>
                    <a:ext uri="{9D8B030D-6E8A-4147-A177-3AD203B41FA5}">
                      <a16:colId xmlns:a16="http://schemas.microsoft.com/office/drawing/2014/main" val="1772145869"/>
                    </a:ext>
                  </a:extLst>
                </a:gridCol>
                <a:gridCol w="2084618">
                  <a:extLst>
                    <a:ext uri="{9D8B030D-6E8A-4147-A177-3AD203B41FA5}">
                      <a16:colId xmlns:a16="http://schemas.microsoft.com/office/drawing/2014/main" val="2106113679"/>
                    </a:ext>
                  </a:extLst>
                </a:gridCol>
              </a:tblGrid>
              <a:tr h="407738">
                <a:tc>
                  <a:txBody>
                    <a:bodyPr/>
                    <a:lstStyle/>
                    <a:p>
                      <a:r>
                        <a:rPr lang="en-IN" sz="1800"/>
                        <a:t>Operator</a:t>
                      </a:r>
                    </a:p>
                  </a:txBody>
                  <a:tcPr marL="92668" marR="92668" marT="46334" marB="46334" anchor="ctr"/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Symbol</a:t>
                      </a:r>
                    </a:p>
                  </a:txBody>
                  <a:tcPr marL="92668" marR="92668" marT="46334" marB="46334" anchor="ctr"/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Example</a:t>
                      </a:r>
                    </a:p>
                  </a:txBody>
                  <a:tcPr marL="92668" marR="92668" marT="46334" marB="46334" anchor="ctr"/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Description</a:t>
                      </a:r>
                    </a:p>
                  </a:txBody>
                  <a:tcPr marL="92668" marR="92668" marT="46334" marB="46334" anchor="ctr"/>
                </a:tc>
                <a:extLst>
                  <a:ext uri="{0D108BD9-81ED-4DB2-BD59-A6C34878D82A}">
                    <a16:rowId xmlns:a16="http://schemas.microsoft.com/office/drawing/2014/main" val="3283927095"/>
                  </a:ext>
                </a:extLst>
              </a:tr>
              <a:tr h="407738">
                <a:tc>
                  <a:txBody>
                    <a:bodyPr/>
                    <a:lstStyle/>
                    <a:p>
                      <a:r>
                        <a:rPr lang="en-IN" sz="1800"/>
                        <a:t>AND</a:t>
                      </a:r>
                    </a:p>
                  </a:txBody>
                  <a:tcPr marL="92668" marR="92668" marT="46334" marB="46334" anchor="ctr"/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&amp;</a:t>
                      </a:r>
                    </a:p>
                  </a:txBody>
                  <a:tcPr marL="92668" marR="92668" marT="46334" marB="46334" anchor="ctr"/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a &amp; b</a:t>
                      </a:r>
                    </a:p>
                  </a:txBody>
                  <a:tcPr marL="92668" marR="92668" marT="46334" marB="46334" anchor="ctr"/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Bitwise AND</a:t>
                      </a:r>
                    </a:p>
                  </a:txBody>
                  <a:tcPr marL="92668" marR="92668" marT="46334" marB="46334" anchor="ctr"/>
                </a:tc>
                <a:extLst>
                  <a:ext uri="{0D108BD9-81ED-4DB2-BD59-A6C34878D82A}">
                    <a16:rowId xmlns:a16="http://schemas.microsoft.com/office/drawing/2014/main" val="4065798473"/>
                  </a:ext>
                </a:extLst>
              </a:tr>
              <a:tr h="407738">
                <a:tc>
                  <a:txBody>
                    <a:bodyPr/>
                    <a:lstStyle/>
                    <a:p>
                      <a:r>
                        <a:rPr lang="en-IN" sz="1800"/>
                        <a:t>OR</a:t>
                      </a:r>
                    </a:p>
                  </a:txBody>
                  <a:tcPr marL="92668" marR="92668" marT="46334" marB="46334" anchor="ctr"/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`</a:t>
                      </a:r>
                    </a:p>
                  </a:txBody>
                  <a:tcPr marL="92668" marR="92668" marT="46334" marB="46334" anchor="ctr"/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`</a:t>
                      </a:r>
                    </a:p>
                  </a:txBody>
                  <a:tcPr marL="92668" marR="92668" marT="46334" marB="46334" anchor="ctr"/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`a</a:t>
                      </a:r>
                    </a:p>
                  </a:txBody>
                  <a:tcPr marL="92668" marR="92668" marT="46334" marB="46334" anchor="ctr"/>
                </a:tc>
                <a:extLst>
                  <a:ext uri="{0D108BD9-81ED-4DB2-BD59-A6C34878D82A}">
                    <a16:rowId xmlns:a16="http://schemas.microsoft.com/office/drawing/2014/main" val="452527067"/>
                  </a:ext>
                </a:extLst>
              </a:tr>
              <a:tr h="685740">
                <a:tc>
                  <a:txBody>
                    <a:bodyPr/>
                    <a:lstStyle/>
                    <a:p>
                      <a:r>
                        <a:rPr lang="en-IN" sz="1800"/>
                        <a:t>XOR</a:t>
                      </a:r>
                    </a:p>
                  </a:txBody>
                  <a:tcPr marL="92668" marR="92668" marT="46334" marB="46334" anchor="ctr"/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~</a:t>
                      </a:r>
                    </a:p>
                  </a:txBody>
                  <a:tcPr marL="92668" marR="92668" marT="46334" marB="46334" anchor="ctr"/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a ~ b</a:t>
                      </a:r>
                    </a:p>
                  </a:txBody>
                  <a:tcPr marL="92668" marR="92668" marT="46334" marB="46334" anchor="ctr"/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Bitwise exclusive OR</a:t>
                      </a:r>
                    </a:p>
                  </a:txBody>
                  <a:tcPr marL="92668" marR="92668" marT="46334" marB="46334" anchor="ctr"/>
                </a:tc>
                <a:extLst>
                  <a:ext uri="{0D108BD9-81ED-4DB2-BD59-A6C34878D82A}">
                    <a16:rowId xmlns:a16="http://schemas.microsoft.com/office/drawing/2014/main" val="2312422231"/>
                  </a:ext>
                </a:extLst>
              </a:tr>
              <a:tr h="685740">
                <a:tc>
                  <a:txBody>
                    <a:bodyPr/>
                    <a:lstStyle/>
                    <a:p>
                      <a:r>
                        <a:rPr lang="en-IN" sz="1800"/>
                        <a:t>NOT</a:t>
                      </a:r>
                    </a:p>
                  </a:txBody>
                  <a:tcPr marL="92668" marR="92668" marT="46334" marB="46334" anchor="ctr"/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~</a:t>
                      </a:r>
                    </a:p>
                  </a:txBody>
                  <a:tcPr marL="92668" marR="92668" marT="46334" marB="46334" anchor="ctr"/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~a</a:t>
                      </a:r>
                    </a:p>
                  </a:txBody>
                  <a:tcPr marL="92668" marR="92668" marT="46334" marB="46334" anchor="ctr"/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Bitwise NOT (unary)</a:t>
                      </a:r>
                    </a:p>
                  </a:txBody>
                  <a:tcPr marL="92668" marR="92668" marT="46334" marB="46334" anchor="ctr"/>
                </a:tc>
                <a:extLst>
                  <a:ext uri="{0D108BD9-81ED-4DB2-BD59-A6C34878D82A}">
                    <a16:rowId xmlns:a16="http://schemas.microsoft.com/office/drawing/2014/main" val="526035928"/>
                  </a:ext>
                </a:extLst>
              </a:tr>
              <a:tr h="407738">
                <a:tc>
                  <a:txBody>
                    <a:bodyPr/>
                    <a:lstStyle/>
                    <a:p>
                      <a:r>
                        <a:rPr lang="en-IN" sz="1800"/>
                        <a:t>Left Shift</a:t>
                      </a:r>
                    </a:p>
                  </a:txBody>
                  <a:tcPr marL="92668" marR="92668" marT="46334" marB="46334" anchor="ctr"/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&lt;&lt;</a:t>
                      </a:r>
                    </a:p>
                  </a:txBody>
                  <a:tcPr marL="92668" marR="92668" marT="46334" marB="46334" anchor="ctr"/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a &lt;&lt; n</a:t>
                      </a:r>
                    </a:p>
                  </a:txBody>
                  <a:tcPr marL="92668" marR="92668" marT="46334" marB="46334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Shift left by n bits</a:t>
                      </a:r>
                    </a:p>
                  </a:txBody>
                  <a:tcPr marL="92668" marR="92668" marT="46334" marB="46334" anchor="ctr"/>
                </a:tc>
                <a:extLst>
                  <a:ext uri="{0D108BD9-81ED-4DB2-BD59-A6C34878D82A}">
                    <a16:rowId xmlns:a16="http://schemas.microsoft.com/office/drawing/2014/main" val="1966316967"/>
                  </a:ext>
                </a:extLst>
              </a:tr>
              <a:tr h="685740">
                <a:tc>
                  <a:txBody>
                    <a:bodyPr/>
                    <a:lstStyle/>
                    <a:p>
                      <a:r>
                        <a:rPr lang="en-IN" sz="1800"/>
                        <a:t>Right Shift</a:t>
                      </a:r>
                    </a:p>
                  </a:txBody>
                  <a:tcPr marL="92668" marR="92668" marT="46334" marB="46334" anchor="ctr"/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&gt;&gt;</a:t>
                      </a:r>
                    </a:p>
                  </a:txBody>
                  <a:tcPr marL="92668" marR="92668" marT="46334" marB="46334" anchor="ctr"/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a &gt;&gt; n</a:t>
                      </a:r>
                    </a:p>
                  </a:txBody>
                  <a:tcPr marL="92668" marR="92668" marT="46334" marB="46334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Shift right by n bits</a:t>
                      </a:r>
                    </a:p>
                  </a:txBody>
                  <a:tcPr marL="92668" marR="92668" marT="46334" marB="46334" anchor="ctr"/>
                </a:tc>
                <a:extLst>
                  <a:ext uri="{0D108BD9-81ED-4DB2-BD59-A6C34878D82A}">
                    <a16:rowId xmlns:a16="http://schemas.microsoft.com/office/drawing/2014/main" val="3539359953"/>
                  </a:ext>
                </a:extLst>
              </a:tr>
              <a:tr h="685740">
                <a:tc>
                  <a:txBody>
                    <a:bodyPr/>
                    <a:lstStyle/>
                    <a:p>
                      <a:r>
                        <a:rPr lang="en-IN" sz="1800"/>
                        <a:t>Bitwise Test</a:t>
                      </a:r>
                    </a:p>
                  </a:txBody>
                  <a:tcPr marL="92668" marR="92668" marT="46334" marB="46334" anchor="ctr"/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(a &amp; b) ~= 0</a:t>
                      </a:r>
                    </a:p>
                  </a:txBody>
                  <a:tcPr marL="92668" marR="92668" marT="46334" marB="46334" anchor="ctr"/>
                </a:tc>
                <a:tc>
                  <a:txBody>
                    <a:bodyPr/>
                    <a:lstStyle/>
                    <a:p>
                      <a:endParaRPr lang="en-IN" sz="1800"/>
                    </a:p>
                  </a:txBody>
                  <a:tcPr marL="92668" marR="92668" marT="46334" marB="46334"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Check if bits are set</a:t>
                      </a:r>
                    </a:p>
                  </a:txBody>
                  <a:tcPr marL="92668" marR="92668" marT="46334" marB="46334" anchor="ctr"/>
                </a:tc>
                <a:extLst>
                  <a:ext uri="{0D108BD9-81ED-4DB2-BD59-A6C34878D82A}">
                    <a16:rowId xmlns:a16="http://schemas.microsoft.com/office/drawing/2014/main" val="20236584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8612722"/>
      </p:ext>
    </p:extLst>
  </p:cSld>
  <p:clrMapOvr>
    <a:masterClrMapping/>
  </p:clrMapOvr>
</p:sld>
</file>

<file path=ppt/slides/slide3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F2521D-12D3-04F1-CAA2-8F41B95E88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63C7ACB-6D02-FA2A-F4D2-538945FE1C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035" y="170122"/>
            <a:ext cx="8205261" cy="785553"/>
          </a:xfrm>
        </p:spPr>
        <p:txBody>
          <a:bodyPr anchor="b">
            <a:normAutofit/>
          </a:bodyPr>
          <a:lstStyle/>
          <a:p>
            <a:r>
              <a:rPr lang="en-IN" dirty="0"/>
              <a:t>Bitwise Operators in Lua (5.3+)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51CB92-DBF4-73DB-C4EF-8B404C304BC7}"/>
              </a:ext>
            </a:extLst>
          </p:cNvPr>
          <p:cNvSpPr txBox="1"/>
          <p:nvPr/>
        </p:nvSpPr>
        <p:spPr>
          <a:xfrm>
            <a:off x="838200" y="1752600"/>
            <a:ext cx="7086600" cy="4093428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2000" b="1" dirty="0"/>
              <a:t>local status = </a:t>
            </a:r>
            <a:r>
              <a:rPr lang="en-IN" sz="2000" b="1" dirty="0" err="1"/>
              <a:t>inmation.getvalue</a:t>
            </a:r>
            <a:r>
              <a:rPr lang="en-IN" sz="2000" b="1" dirty="0"/>
              <a:t>("Model:/Devices/Pump1/Status")</a:t>
            </a:r>
          </a:p>
          <a:p>
            <a:endParaRPr lang="en-IN" sz="2000" b="1" dirty="0"/>
          </a:p>
          <a:p>
            <a:r>
              <a:rPr lang="en-IN" sz="2000" b="1" dirty="0"/>
              <a:t>-- Bit 0: Running, Bit 1: Error, Bit 2: Maintenance</a:t>
            </a:r>
          </a:p>
          <a:p>
            <a:r>
              <a:rPr lang="en-IN" sz="2000" b="1" dirty="0"/>
              <a:t>local </a:t>
            </a:r>
            <a:r>
              <a:rPr lang="en-IN" sz="2000" b="1" dirty="0" err="1"/>
              <a:t>isRunning</a:t>
            </a:r>
            <a:r>
              <a:rPr lang="en-IN" sz="2000" b="1" dirty="0"/>
              <a:t> = (status &amp; 1) ~= 0</a:t>
            </a:r>
          </a:p>
          <a:p>
            <a:r>
              <a:rPr lang="en-IN" sz="2000" b="1" dirty="0"/>
              <a:t>local </a:t>
            </a:r>
            <a:r>
              <a:rPr lang="en-IN" sz="2000" b="1" dirty="0" err="1"/>
              <a:t>isError</a:t>
            </a:r>
            <a:r>
              <a:rPr lang="en-IN" sz="2000" b="1" dirty="0"/>
              <a:t>   = (status &amp; 2) ~= 0</a:t>
            </a:r>
          </a:p>
          <a:p>
            <a:r>
              <a:rPr lang="en-IN" sz="2000" b="1" dirty="0"/>
              <a:t>local </a:t>
            </a:r>
            <a:r>
              <a:rPr lang="en-IN" sz="2000" b="1" dirty="0" err="1"/>
              <a:t>isMaint</a:t>
            </a:r>
            <a:r>
              <a:rPr lang="en-IN" sz="2000" b="1" dirty="0"/>
              <a:t>   = (status &amp; 4) ~= 0</a:t>
            </a:r>
          </a:p>
          <a:p>
            <a:endParaRPr lang="en-IN" sz="2000" b="1" dirty="0"/>
          </a:p>
          <a:p>
            <a:r>
              <a:rPr lang="en-IN" sz="2000" b="1" dirty="0" err="1"/>
              <a:t>inmation.logmessage</a:t>
            </a:r>
            <a:r>
              <a:rPr lang="en-IN" sz="2000" b="1" dirty="0"/>
              <a:t>("Pump Running: " .. </a:t>
            </a:r>
            <a:r>
              <a:rPr lang="en-IN" sz="2000" b="1" dirty="0" err="1"/>
              <a:t>tostring</a:t>
            </a:r>
            <a:r>
              <a:rPr lang="en-IN" sz="2000" b="1" dirty="0"/>
              <a:t>(</a:t>
            </a:r>
            <a:r>
              <a:rPr lang="en-IN" sz="2000" b="1" dirty="0" err="1"/>
              <a:t>isRunning</a:t>
            </a:r>
            <a:r>
              <a:rPr lang="en-IN" sz="2000" b="1" dirty="0"/>
              <a:t>))</a:t>
            </a:r>
          </a:p>
          <a:p>
            <a:r>
              <a:rPr lang="en-IN" sz="2000" b="1" dirty="0" err="1"/>
              <a:t>inmation.logmessage</a:t>
            </a:r>
            <a:r>
              <a:rPr lang="en-IN" sz="2000" b="1" dirty="0"/>
              <a:t>("Pump Error: " .. </a:t>
            </a:r>
            <a:r>
              <a:rPr lang="en-IN" sz="2000" b="1" dirty="0" err="1"/>
              <a:t>tostring</a:t>
            </a:r>
            <a:r>
              <a:rPr lang="en-IN" sz="2000" b="1" dirty="0"/>
              <a:t>(</a:t>
            </a:r>
            <a:r>
              <a:rPr lang="en-IN" sz="2000" b="1" dirty="0" err="1"/>
              <a:t>isError</a:t>
            </a:r>
            <a:r>
              <a:rPr lang="en-IN" sz="2000" b="1" dirty="0"/>
              <a:t>))</a:t>
            </a:r>
          </a:p>
          <a:p>
            <a:r>
              <a:rPr lang="en-IN" sz="2000" b="1" dirty="0" err="1"/>
              <a:t>inmation.logmessage</a:t>
            </a:r>
            <a:r>
              <a:rPr lang="en-IN" sz="2000" b="1" dirty="0"/>
              <a:t>("Maintenance Mode: " .. </a:t>
            </a:r>
            <a:r>
              <a:rPr lang="en-IN" sz="2000" b="1" dirty="0" err="1"/>
              <a:t>tostring</a:t>
            </a:r>
            <a:r>
              <a:rPr lang="en-IN" sz="2000" b="1" dirty="0"/>
              <a:t>(</a:t>
            </a:r>
            <a:r>
              <a:rPr lang="en-IN" sz="2000" b="1" dirty="0" err="1"/>
              <a:t>isMaint</a:t>
            </a:r>
            <a:r>
              <a:rPr lang="en-IN" sz="2000" b="1" dirty="0"/>
              <a:t>))</a:t>
            </a:r>
          </a:p>
        </p:txBody>
      </p:sp>
    </p:spTree>
    <p:extLst>
      <p:ext uri="{BB962C8B-B14F-4D97-AF65-F5344CB8AC3E}">
        <p14:creationId xmlns:p14="http://schemas.microsoft.com/office/powerpoint/2010/main" val="2720493172"/>
      </p:ext>
    </p:extLst>
  </p:cSld>
  <p:clrMapOvr>
    <a:masterClrMapping/>
  </p:clrMapOvr>
</p:sld>
</file>

<file path=ppt/slides/slide3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BAAF4F-DD53-96B6-DABE-1883A790A7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6B8EBA9-96C8-950D-818C-488444408D2F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57201" y="1381125"/>
            <a:ext cx="8228012" cy="2809875"/>
          </a:xfrm>
        </p:spPr>
        <p:txBody>
          <a:bodyPr/>
          <a:lstStyle/>
          <a:p>
            <a:r>
              <a:rPr lang="en-US" dirty="0"/>
              <a:t>&amp; is bitwise AND: It compares each bit of status with the number 1 (which is 00000001 in binary).</a:t>
            </a:r>
          </a:p>
          <a:p>
            <a:r>
              <a:rPr lang="en-US" dirty="0"/>
              <a:t>If bit 0 of status is set (1), then status &amp; 1 will return 1.</a:t>
            </a:r>
          </a:p>
          <a:p>
            <a:r>
              <a:rPr lang="en-US" dirty="0"/>
              <a:t>If it's not set (0), then status &amp; 1 returns 0.</a:t>
            </a:r>
          </a:p>
          <a:p>
            <a:r>
              <a:rPr lang="en-US" dirty="0"/>
              <a:t>~= 0 checks if it's non-zero, i.e., the bit is set.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7B46914-72D6-1701-9372-634B12FE0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en-IN" dirty="0"/>
              <a:t>Bitwise Operators in Lua (5.3+)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232CC4-81DE-6DA5-2BD5-181D7F023B24}"/>
              </a:ext>
            </a:extLst>
          </p:cNvPr>
          <p:cNvSpPr txBox="1"/>
          <p:nvPr/>
        </p:nvSpPr>
        <p:spPr>
          <a:xfrm>
            <a:off x="990600" y="4419600"/>
            <a:ext cx="5867400" cy="120032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b="1" dirty="0"/>
              <a:t>local status = 5         -- binary: 0101</a:t>
            </a:r>
          </a:p>
          <a:p>
            <a:r>
              <a:rPr lang="en-US" sz="2400" b="1" dirty="0"/>
              <a:t>local result = (status &amp; 1) ~= 0</a:t>
            </a:r>
          </a:p>
          <a:p>
            <a:r>
              <a:rPr lang="en-US" sz="2400" b="1" dirty="0"/>
              <a:t>print(result)            --&gt; true</a:t>
            </a:r>
          </a:p>
        </p:txBody>
      </p:sp>
    </p:spTree>
    <p:extLst>
      <p:ext uri="{BB962C8B-B14F-4D97-AF65-F5344CB8AC3E}">
        <p14:creationId xmlns:p14="http://schemas.microsoft.com/office/powerpoint/2010/main" val="217863111"/>
      </p:ext>
    </p:extLst>
  </p:cSld>
  <p:clrMapOvr>
    <a:masterClrMapping/>
  </p:clrMapOvr>
</p:sld>
</file>

<file path=ppt/slides/slide3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67A668F-DF8D-1CA6-357C-AF24C6FCF3F0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Lua (starting from version 5.3) introduces </a:t>
            </a:r>
            <a:r>
              <a:rPr lang="en-US" b="1" dirty="0"/>
              <a:t>integers and floats</a:t>
            </a:r>
            <a:r>
              <a:rPr lang="en-US" dirty="0"/>
              <a:t> as distinct number types. </a:t>
            </a:r>
          </a:p>
          <a:p>
            <a:r>
              <a:rPr lang="en-US" dirty="0"/>
              <a:t>However, </a:t>
            </a:r>
            <a:r>
              <a:rPr lang="en-US" b="1" dirty="0"/>
              <a:t>it does not have a native unsigned integer type</a:t>
            </a:r>
            <a:r>
              <a:rPr lang="en-US" dirty="0"/>
              <a:t> like C or Java.</a:t>
            </a:r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E52C0B4-CBA0-7657-9E66-3A173E133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Unsigned Integers</a:t>
            </a:r>
          </a:p>
        </p:txBody>
      </p:sp>
    </p:spTree>
    <p:extLst>
      <p:ext uri="{BB962C8B-B14F-4D97-AF65-F5344CB8AC3E}">
        <p14:creationId xmlns:p14="http://schemas.microsoft.com/office/powerpoint/2010/main" val="4104750515"/>
      </p:ext>
    </p:extLst>
  </p:cSld>
  <p:clrMapOvr>
    <a:masterClrMapping/>
  </p:clrMapOvr>
</p:sld>
</file>

<file path=ppt/slides/slide3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984A1DE-F59F-7A97-E435-BC9A76939A8D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An </a:t>
            </a:r>
            <a:r>
              <a:rPr lang="en-US" b="1" dirty="0"/>
              <a:t>unsigned integer</a:t>
            </a:r>
            <a:r>
              <a:rPr lang="en-US" dirty="0"/>
              <a:t> is a non-negative whole number.</a:t>
            </a:r>
          </a:p>
          <a:p>
            <a:r>
              <a:rPr lang="en-US" dirty="0"/>
              <a:t>Typical ranges (in 32-bit):</a:t>
            </a:r>
          </a:p>
          <a:p>
            <a:pPr lvl="1"/>
            <a:r>
              <a:rPr lang="en-US" b="1" dirty="0"/>
              <a:t>Signed</a:t>
            </a:r>
            <a:r>
              <a:rPr lang="en-US" dirty="0"/>
              <a:t>: −2³¹ to 2³¹−1 → −2,147,483,648 to 2,147,483,647</a:t>
            </a:r>
          </a:p>
          <a:p>
            <a:pPr lvl="1"/>
            <a:r>
              <a:rPr lang="en-US" b="1" dirty="0"/>
              <a:t>Unsigned</a:t>
            </a:r>
            <a:r>
              <a:rPr lang="en-US" dirty="0"/>
              <a:t>: 0 to 2³²−1 → 0 to 4,294,967,295</a:t>
            </a:r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41F2953-4B3A-8662-A5D1-C661EE49E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🧠 What Is an Unsigned Integer?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41094611"/>
      </p:ext>
    </p:extLst>
  </p:cSld>
  <p:clrMapOvr>
    <a:masterClrMapping/>
  </p:clrMapOvr>
</p:sld>
</file>

<file path=ppt/slides/slide3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64B8E3C-BDEE-A187-92DB-3A5A6CCDA6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Real-Time Use Case: </a:t>
            </a:r>
            <a:r>
              <a:rPr lang="en-US" dirty="0" err="1"/>
              <a:t>Inmation</a:t>
            </a:r>
            <a:r>
              <a:rPr lang="en-US" dirty="0"/>
              <a:t>, OPC/Modbus Bitmasks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479182-E6ED-3CE0-DAFE-7251D91A180D}"/>
              </a:ext>
            </a:extLst>
          </p:cNvPr>
          <p:cNvSpPr txBox="1"/>
          <p:nvPr/>
        </p:nvSpPr>
        <p:spPr>
          <a:xfrm>
            <a:off x="685800" y="1752600"/>
            <a:ext cx="7391400" cy="132343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2000" dirty="0"/>
              <a:t>-- OPC status word = unsigned 16/32-bit register</a:t>
            </a:r>
          </a:p>
          <a:p>
            <a:r>
              <a:rPr lang="en-IN" sz="2000" dirty="0"/>
              <a:t>local raw = </a:t>
            </a:r>
            <a:r>
              <a:rPr lang="en-IN" sz="2000" dirty="0" err="1"/>
              <a:t>inmation.getvalue</a:t>
            </a:r>
            <a:r>
              <a:rPr lang="en-IN" sz="2000" dirty="0"/>
              <a:t>("Model:/Devices/</a:t>
            </a:r>
            <a:r>
              <a:rPr lang="en-IN" sz="2000" dirty="0" err="1"/>
              <a:t>PumpStatus</a:t>
            </a:r>
            <a:r>
              <a:rPr lang="en-IN" sz="2000" dirty="0"/>
              <a:t>")</a:t>
            </a:r>
          </a:p>
          <a:p>
            <a:r>
              <a:rPr lang="en-IN" sz="2000" dirty="0"/>
              <a:t>local masked = raw &amp; 0xFFFF  -- Keep only 16-bit unsigned portion</a:t>
            </a:r>
          </a:p>
        </p:txBody>
      </p:sp>
    </p:spTree>
    <p:extLst>
      <p:ext uri="{BB962C8B-B14F-4D97-AF65-F5344CB8AC3E}">
        <p14:creationId xmlns:p14="http://schemas.microsoft.com/office/powerpoint/2010/main" val="2537362076"/>
      </p:ext>
    </p:extLst>
  </p:cSld>
  <p:clrMapOvr>
    <a:masterClrMapping/>
  </p:clrMapOvr>
</p:sld>
</file>

<file path=ppt/slides/slide3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5821D56-515E-BA9D-D5D0-E82251A74103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Packing and unpacking binary data in Lua (or any language) means converting between structured data (like numbers or strings) and raw binary formats (like bytes stored in a file or transmitted over a network).</a:t>
            </a:r>
          </a:p>
          <a:p>
            <a:r>
              <a:rPr lang="en-US" dirty="0"/>
              <a:t>Lua doesn’t include native binary packing/unpacking functions, but this is commonly handled via the struct module (a Lua library that mimics Python’s struct module).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1E76D6A-E34A-EC4D-975E-5C00E5420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en-IN" dirty="0"/>
              <a:t>Packing and Unpacking Binary Data</a:t>
            </a:r>
          </a:p>
        </p:txBody>
      </p:sp>
    </p:spTree>
    <p:extLst>
      <p:ext uri="{BB962C8B-B14F-4D97-AF65-F5344CB8AC3E}">
        <p14:creationId xmlns:p14="http://schemas.microsoft.com/office/powerpoint/2010/main" val="4153602782"/>
      </p:ext>
    </p:extLst>
  </p:cSld>
  <p:clrMapOvr>
    <a:masterClrMapping/>
  </p:clrMapOvr>
</p:sld>
</file>

<file path=ppt/slides/slide3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70B8AE1-0823-4F1E-E14D-F3AB0472E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035" y="170122"/>
            <a:ext cx="8205261" cy="785553"/>
          </a:xfrm>
        </p:spPr>
        <p:txBody>
          <a:bodyPr anchor="b">
            <a:normAutofit/>
          </a:bodyPr>
          <a:lstStyle/>
          <a:p>
            <a:r>
              <a:rPr lang="en-IN" dirty="0"/>
              <a:t> Basic Concepts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2453D8C-AFF7-78A9-BCB4-27D634AF5C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0208593"/>
              </p:ext>
            </p:extLst>
          </p:nvPr>
        </p:nvGraphicFramePr>
        <p:xfrm>
          <a:off x="617697" y="1932528"/>
          <a:ext cx="7907021" cy="3721608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719494">
                  <a:extLst>
                    <a:ext uri="{9D8B030D-6E8A-4147-A177-3AD203B41FA5}">
                      <a16:colId xmlns:a16="http://schemas.microsoft.com/office/drawing/2014/main" val="3092953609"/>
                    </a:ext>
                  </a:extLst>
                </a:gridCol>
                <a:gridCol w="5187527">
                  <a:extLst>
                    <a:ext uri="{9D8B030D-6E8A-4147-A177-3AD203B41FA5}">
                      <a16:colId xmlns:a16="http://schemas.microsoft.com/office/drawing/2014/main" val="3431271881"/>
                    </a:ext>
                  </a:extLst>
                </a:gridCol>
              </a:tblGrid>
              <a:tr h="737616">
                <a:tc>
                  <a:txBody>
                    <a:bodyPr/>
                    <a:lstStyle/>
                    <a:p>
                      <a:r>
                        <a:rPr lang="en-IN" sz="3300"/>
                        <a:t>Concept</a:t>
                      </a:r>
                    </a:p>
                  </a:txBody>
                  <a:tcPr marL="167640" marR="167640" marT="83820" marB="83820" anchor="ctr"/>
                </a:tc>
                <a:tc>
                  <a:txBody>
                    <a:bodyPr/>
                    <a:lstStyle/>
                    <a:p>
                      <a:r>
                        <a:rPr lang="en-IN" sz="3300"/>
                        <a:t>Description</a:t>
                      </a:r>
                    </a:p>
                  </a:txBody>
                  <a:tcPr marL="167640" marR="167640" marT="83820" marB="83820" anchor="ctr"/>
                </a:tc>
                <a:extLst>
                  <a:ext uri="{0D108BD9-81ED-4DB2-BD59-A6C34878D82A}">
                    <a16:rowId xmlns:a16="http://schemas.microsoft.com/office/drawing/2014/main" val="2711343203"/>
                  </a:ext>
                </a:extLst>
              </a:tr>
              <a:tr h="1240536">
                <a:tc>
                  <a:txBody>
                    <a:bodyPr/>
                    <a:lstStyle/>
                    <a:p>
                      <a:r>
                        <a:rPr lang="en-IN" sz="3300" b="1"/>
                        <a:t>Packing</a:t>
                      </a:r>
                      <a:endParaRPr lang="en-IN" sz="3300"/>
                    </a:p>
                  </a:txBody>
                  <a:tcPr marL="167640" marR="167640" marT="83820" marB="83820" anchor="ctr"/>
                </a:tc>
                <a:tc>
                  <a:txBody>
                    <a:bodyPr/>
                    <a:lstStyle/>
                    <a:p>
                      <a:r>
                        <a:rPr lang="en-US" sz="3300"/>
                        <a:t>Converts Lua values into a binary string.</a:t>
                      </a:r>
                    </a:p>
                  </a:txBody>
                  <a:tcPr marL="167640" marR="167640" marT="83820" marB="83820" anchor="ctr"/>
                </a:tc>
                <a:extLst>
                  <a:ext uri="{0D108BD9-81ED-4DB2-BD59-A6C34878D82A}">
                    <a16:rowId xmlns:a16="http://schemas.microsoft.com/office/drawing/2014/main" val="2678520813"/>
                  </a:ext>
                </a:extLst>
              </a:tr>
              <a:tr h="1743456">
                <a:tc>
                  <a:txBody>
                    <a:bodyPr/>
                    <a:lstStyle/>
                    <a:p>
                      <a:r>
                        <a:rPr lang="en-IN" sz="3300" b="1"/>
                        <a:t>Unpacking</a:t>
                      </a:r>
                      <a:endParaRPr lang="en-IN" sz="3300"/>
                    </a:p>
                  </a:txBody>
                  <a:tcPr marL="167640" marR="167640" marT="83820" marB="83820" anchor="ctr"/>
                </a:tc>
                <a:tc>
                  <a:txBody>
                    <a:bodyPr/>
                    <a:lstStyle/>
                    <a:p>
                      <a:r>
                        <a:rPr lang="en-US" sz="3300" dirty="0"/>
                        <a:t>Extracts values from a binary string back into Lua values.</a:t>
                      </a:r>
                    </a:p>
                  </a:txBody>
                  <a:tcPr marL="167640" marR="167640" marT="83820" marB="83820" anchor="ctr"/>
                </a:tc>
                <a:extLst>
                  <a:ext uri="{0D108BD9-81ED-4DB2-BD59-A6C34878D82A}">
                    <a16:rowId xmlns:a16="http://schemas.microsoft.com/office/drawing/2014/main" val="29694185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47951579"/>
      </p:ext>
    </p:extLst>
  </p:cSld>
  <p:clrMapOvr>
    <a:masterClrMapping/>
  </p:clrMapOvr>
</p:sld>
</file>

<file path=ppt/slides/slide3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70E849-7DD9-E56A-BD4D-B92F09ACDC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BC84577-6C78-C437-BF4E-D4537419A318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IN" dirty="0"/>
              <a:t>Binary data handling is crucial when you're working with:</a:t>
            </a:r>
          </a:p>
          <a:p>
            <a:r>
              <a:rPr lang="en-IN" dirty="0"/>
              <a:t>Network protocols (e.g., Modbus, MQTT)</a:t>
            </a:r>
          </a:p>
          <a:p>
            <a:r>
              <a:rPr lang="en-IN" dirty="0"/>
              <a:t>File I/O with binary formats</a:t>
            </a:r>
          </a:p>
          <a:p>
            <a:r>
              <a:rPr lang="en-IN" dirty="0"/>
              <a:t>OPC UA extensions or vendor-specific payloads</a:t>
            </a:r>
          </a:p>
          <a:p>
            <a:r>
              <a:rPr lang="en-IN" dirty="0"/>
              <a:t>Integration with C libraries or hardware buffers</a:t>
            </a:r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0F48F87-9C2B-39BD-9B0F-48E2D4F23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en-IN" dirty="0"/>
              <a:t>Packing and Unpacking Binary Data</a:t>
            </a:r>
          </a:p>
        </p:txBody>
      </p:sp>
    </p:spTree>
    <p:extLst>
      <p:ext uri="{BB962C8B-B14F-4D97-AF65-F5344CB8AC3E}">
        <p14:creationId xmlns:p14="http://schemas.microsoft.com/office/powerpoint/2010/main" val="990046629"/>
      </p:ext>
    </p:extLst>
  </p:cSld>
  <p:clrMapOvr>
    <a:masterClrMapping/>
  </p:clrMapOvr>
</p:sld>
</file>

<file path=ppt/slides/slide3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7AF5B6F-0C91-D755-5EB7-9BF76C958BB9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57201" y="1381125"/>
            <a:ext cx="8205261" cy="4824414"/>
          </a:xfrm>
        </p:spPr>
        <p:txBody>
          <a:bodyPr/>
          <a:lstStyle/>
          <a:p>
            <a:r>
              <a:rPr lang="en-IN" dirty="0"/>
              <a:t>1. </a:t>
            </a:r>
            <a:r>
              <a:rPr lang="en-IN" dirty="0" err="1"/>
              <a:t>string.pack</a:t>
            </a:r>
            <a:r>
              <a:rPr lang="en-IN" dirty="0"/>
              <a:t>(format, v1, v2, ...)</a:t>
            </a:r>
          </a:p>
          <a:p>
            <a:pPr lvl="1"/>
            <a:r>
              <a:rPr lang="en-IN" dirty="0"/>
              <a:t>Packs multiple values into a binary string.</a:t>
            </a:r>
          </a:p>
          <a:p>
            <a:r>
              <a:rPr lang="en-IN" dirty="0"/>
              <a:t>2. </a:t>
            </a:r>
            <a:r>
              <a:rPr lang="en-IN" dirty="0" err="1"/>
              <a:t>string.unpack</a:t>
            </a:r>
            <a:r>
              <a:rPr lang="en-IN" dirty="0"/>
              <a:t>(format, data, </a:t>
            </a:r>
            <a:r>
              <a:rPr lang="en-IN" dirty="0" err="1"/>
              <a:t>pos</a:t>
            </a:r>
            <a:r>
              <a:rPr lang="en-IN" dirty="0"/>
              <a:t>)</a:t>
            </a:r>
          </a:p>
          <a:p>
            <a:pPr lvl="1"/>
            <a:r>
              <a:rPr lang="en-IN" dirty="0"/>
              <a:t>Extracts values from a binary string, starting at a position (default = 1).</a:t>
            </a:r>
          </a:p>
          <a:p>
            <a:r>
              <a:rPr lang="en-IN" dirty="0"/>
              <a:t>3. </a:t>
            </a:r>
            <a:r>
              <a:rPr lang="en-IN" dirty="0" err="1"/>
              <a:t>string.packsize</a:t>
            </a:r>
            <a:r>
              <a:rPr lang="en-IN" dirty="0"/>
              <a:t>(format)</a:t>
            </a:r>
          </a:p>
          <a:p>
            <a:pPr lvl="1"/>
            <a:r>
              <a:rPr lang="en-IN" dirty="0"/>
              <a:t>Returns number of bytes the format would occupy.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181F423-248F-0EBD-626F-D9AFC099A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string.pack</a:t>
            </a:r>
            <a:r>
              <a:rPr lang="en-US" dirty="0"/>
              <a:t> and </a:t>
            </a:r>
            <a:r>
              <a:rPr lang="en-US" dirty="0" err="1"/>
              <a:t>string.unpack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72660862"/>
      </p:ext>
    </p:extLst>
  </p:cSld>
  <p:clrMapOvr>
    <a:masterClrMapping/>
  </p:clrMapOvr>
</p:sld>
</file>

<file path=ppt/slides/slide3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A12DBF-66B0-AE77-BABD-060879A4AF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E417F46-AB1A-BC0F-43AF-8296B9CD7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035" y="170122"/>
            <a:ext cx="8205261" cy="785553"/>
          </a:xfrm>
        </p:spPr>
        <p:txBody>
          <a:bodyPr anchor="b">
            <a:normAutofit/>
          </a:bodyPr>
          <a:lstStyle/>
          <a:p>
            <a:r>
              <a:rPr lang="en-IN" dirty="0"/>
              <a:t>Packing and Unpacking Binary Data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93F505B-E63D-DB40-BEF1-751F75763511}"/>
              </a:ext>
            </a:extLst>
          </p:cNvPr>
          <p:cNvGraphicFramePr>
            <a:graphicFrameLocks noGrp="1"/>
          </p:cNvGraphicFramePr>
          <p:nvPr/>
        </p:nvGraphicFramePr>
        <p:xfrm>
          <a:off x="1040997" y="1381125"/>
          <a:ext cx="7060422" cy="4824418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1691689">
                  <a:extLst>
                    <a:ext uri="{9D8B030D-6E8A-4147-A177-3AD203B41FA5}">
                      <a16:colId xmlns:a16="http://schemas.microsoft.com/office/drawing/2014/main" val="3103122754"/>
                    </a:ext>
                  </a:extLst>
                </a:gridCol>
                <a:gridCol w="3656363">
                  <a:extLst>
                    <a:ext uri="{9D8B030D-6E8A-4147-A177-3AD203B41FA5}">
                      <a16:colId xmlns:a16="http://schemas.microsoft.com/office/drawing/2014/main" val="2014971345"/>
                    </a:ext>
                  </a:extLst>
                </a:gridCol>
                <a:gridCol w="1712370">
                  <a:extLst>
                    <a:ext uri="{9D8B030D-6E8A-4147-A177-3AD203B41FA5}">
                      <a16:colId xmlns:a16="http://schemas.microsoft.com/office/drawing/2014/main" val="4150605445"/>
                    </a:ext>
                  </a:extLst>
                </a:gridCol>
              </a:tblGrid>
              <a:tr h="655168">
                <a:tc>
                  <a:txBody>
                    <a:bodyPr/>
                    <a:lstStyle/>
                    <a:p>
                      <a:r>
                        <a:rPr lang="en-IN" sz="2900"/>
                        <a:t>Format</a:t>
                      </a:r>
                    </a:p>
                  </a:txBody>
                  <a:tcPr marL="148902" marR="148902" marT="74451" marB="74451" anchor="ctr"/>
                </a:tc>
                <a:tc>
                  <a:txBody>
                    <a:bodyPr/>
                    <a:lstStyle/>
                    <a:p>
                      <a:r>
                        <a:rPr lang="en-IN" sz="2900"/>
                        <a:t>Meaning</a:t>
                      </a:r>
                    </a:p>
                  </a:txBody>
                  <a:tcPr marL="148902" marR="148902" marT="74451" marB="74451" anchor="ctr"/>
                </a:tc>
                <a:tc>
                  <a:txBody>
                    <a:bodyPr/>
                    <a:lstStyle/>
                    <a:p>
                      <a:r>
                        <a:rPr lang="en-IN" sz="2900"/>
                        <a:t>Size</a:t>
                      </a:r>
                    </a:p>
                  </a:txBody>
                  <a:tcPr marL="148902" marR="148902" marT="74451" marB="74451" anchor="ctr"/>
                </a:tc>
                <a:extLst>
                  <a:ext uri="{0D108BD9-81ED-4DB2-BD59-A6C34878D82A}">
                    <a16:rowId xmlns:a16="http://schemas.microsoft.com/office/drawing/2014/main" val="397641771"/>
                  </a:ext>
                </a:extLst>
              </a:tr>
              <a:tr h="655168">
                <a:tc>
                  <a:txBody>
                    <a:bodyPr/>
                    <a:lstStyle/>
                    <a:p>
                      <a:r>
                        <a:rPr lang="en-IN" sz="2900"/>
                        <a:t>i1</a:t>
                      </a:r>
                    </a:p>
                  </a:txBody>
                  <a:tcPr marL="148902" marR="148902" marT="74451" marB="74451" anchor="ctr"/>
                </a:tc>
                <a:tc>
                  <a:txBody>
                    <a:bodyPr/>
                    <a:lstStyle/>
                    <a:p>
                      <a:r>
                        <a:rPr lang="en-IN" sz="2900"/>
                        <a:t>signed 1-byte int</a:t>
                      </a:r>
                    </a:p>
                  </a:txBody>
                  <a:tcPr marL="148902" marR="148902" marT="74451" marB="74451" anchor="ctr"/>
                </a:tc>
                <a:tc>
                  <a:txBody>
                    <a:bodyPr/>
                    <a:lstStyle/>
                    <a:p>
                      <a:r>
                        <a:rPr lang="en-IN" sz="2900"/>
                        <a:t>1 byte</a:t>
                      </a:r>
                    </a:p>
                  </a:txBody>
                  <a:tcPr marL="148902" marR="148902" marT="74451" marB="74451" anchor="ctr"/>
                </a:tc>
                <a:extLst>
                  <a:ext uri="{0D108BD9-81ED-4DB2-BD59-A6C34878D82A}">
                    <a16:rowId xmlns:a16="http://schemas.microsoft.com/office/drawing/2014/main" val="1395434494"/>
                  </a:ext>
                </a:extLst>
              </a:tr>
              <a:tr h="655168">
                <a:tc>
                  <a:txBody>
                    <a:bodyPr/>
                    <a:lstStyle/>
                    <a:p>
                      <a:r>
                        <a:rPr lang="en-IN" sz="2900"/>
                        <a:t>i2</a:t>
                      </a:r>
                    </a:p>
                  </a:txBody>
                  <a:tcPr marL="148902" marR="148902" marT="74451" marB="74451" anchor="ctr"/>
                </a:tc>
                <a:tc>
                  <a:txBody>
                    <a:bodyPr/>
                    <a:lstStyle/>
                    <a:p>
                      <a:r>
                        <a:rPr lang="en-IN" sz="2900"/>
                        <a:t>signed 2-byte int</a:t>
                      </a:r>
                    </a:p>
                  </a:txBody>
                  <a:tcPr marL="148902" marR="148902" marT="74451" marB="74451" anchor="ctr"/>
                </a:tc>
                <a:tc>
                  <a:txBody>
                    <a:bodyPr/>
                    <a:lstStyle/>
                    <a:p>
                      <a:r>
                        <a:rPr lang="en-IN" sz="2900"/>
                        <a:t>2 bytes</a:t>
                      </a:r>
                    </a:p>
                  </a:txBody>
                  <a:tcPr marL="148902" marR="148902" marT="74451" marB="74451" anchor="ctr"/>
                </a:tc>
                <a:extLst>
                  <a:ext uri="{0D108BD9-81ED-4DB2-BD59-A6C34878D82A}">
                    <a16:rowId xmlns:a16="http://schemas.microsoft.com/office/drawing/2014/main" val="3946652851"/>
                  </a:ext>
                </a:extLst>
              </a:tr>
              <a:tr h="1101873">
                <a:tc>
                  <a:txBody>
                    <a:bodyPr/>
                    <a:lstStyle/>
                    <a:p>
                      <a:r>
                        <a:rPr lang="en-IN" sz="2900"/>
                        <a:t>i4</a:t>
                      </a:r>
                    </a:p>
                  </a:txBody>
                  <a:tcPr marL="148902" marR="148902" marT="74451" marB="74451" anchor="ctr"/>
                </a:tc>
                <a:tc>
                  <a:txBody>
                    <a:bodyPr/>
                    <a:lstStyle/>
                    <a:p>
                      <a:r>
                        <a:rPr lang="en-IN" sz="2900"/>
                        <a:t>signed 4-byte int (int32)</a:t>
                      </a:r>
                    </a:p>
                  </a:txBody>
                  <a:tcPr marL="148902" marR="148902" marT="74451" marB="74451" anchor="ctr"/>
                </a:tc>
                <a:tc>
                  <a:txBody>
                    <a:bodyPr/>
                    <a:lstStyle/>
                    <a:p>
                      <a:r>
                        <a:rPr lang="en-IN" sz="2900"/>
                        <a:t>4 bytes</a:t>
                      </a:r>
                    </a:p>
                  </a:txBody>
                  <a:tcPr marL="148902" marR="148902" marT="74451" marB="74451" anchor="ctr"/>
                </a:tc>
                <a:extLst>
                  <a:ext uri="{0D108BD9-81ED-4DB2-BD59-A6C34878D82A}">
                    <a16:rowId xmlns:a16="http://schemas.microsoft.com/office/drawing/2014/main" val="4100245413"/>
                  </a:ext>
                </a:extLst>
              </a:tr>
              <a:tr h="1101873">
                <a:tc>
                  <a:txBody>
                    <a:bodyPr/>
                    <a:lstStyle/>
                    <a:p>
                      <a:r>
                        <a:rPr lang="en-IN" sz="2900"/>
                        <a:t>i8</a:t>
                      </a:r>
                    </a:p>
                  </a:txBody>
                  <a:tcPr marL="148902" marR="148902" marT="74451" marB="74451" anchor="ctr"/>
                </a:tc>
                <a:tc>
                  <a:txBody>
                    <a:bodyPr/>
                    <a:lstStyle/>
                    <a:p>
                      <a:r>
                        <a:rPr lang="en-IN" sz="2900"/>
                        <a:t>signed 8-byte int (int64)</a:t>
                      </a:r>
                    </a:p>
                  </a:txBody>
                  <a:tcPr marL="148902" marR="148902" marT="74451" marB="74451" anchor="ctr"/>
                </a:tc>
                <a:tc>
                  <a:txBody>
                    <a:bodyPr/>
                    <a:lstStyle/>
                    <a:p>
                      <a:r>
                        <a:rPr lang="en-IN" sz="2900"/>
                        <a:t>8 bytes</a:t>
                      </a:r>
                    </a:p>
                  </a:txBody>
                  <a:tcPr marL="148902" marR="148902" marT="74451" marB="74451" anchor="ctr"/>
                </a:tc>
                <a:extLst>
                  <a:ext uri="{0D108BD9-81ED-4DB2-BD59-A6C34878D82A}">
                    <a16:rowId xmlns:a16="http://schemas.microsoft.com/office/drawing/2014/main" val="4223018817"/>
                  </a:ext>
                </a:extLst>
              </a:tr>
              <a:tr h="655168">
                <a:tc>
                  <a:txBody>
                    <a:bodyPr/>
                    <a:lstStyle/>
                    <a:p>
                      <a:r>
                        <a:rPr lang="en-IN" sz="2900"/>
                        <a:t>I4</a:t>
                      </a:r>
                    </a:p>
                  </a:txBody>
                  <a:tcPr marL="148902" marR="148902" marT="74451" marB="74451" anchor="ctr"/>
                </a:tc>
                <a:tc>
                  <a:txBody>
                    <a:bodyPr/>
                    <a:lstStyle/>
                    <a:p>
                      <a:r>
                        <a:rPr lang="en-IN" sz="2900"/>
                        <a:t>unsigned 4-byte int</a:t>
                      </a:r>
                    </a:p>
                  </a:txBody>
                  <a:tcPr marL="148902" marR="148902" marT="74451" marB="74451" anchor="ctr"/>
                </a:tc>
                <a:tc>
                  <a:txBody>
                    <a:bodyPr/>
                    <a:lstStyle/>
                    <a:p>
                      <a:r>
                        <a:rPr lang="en-IN" sz="2900"/>
                        <a:t>4 bytes</a:t>
                      </a:r>
                    </a:p>
                  </a:txBody>
                  <a:tcPr marL="148902" marR="148902" marT="74451" marB="74451" anchor="ctr"/>
                </a:tc>
                <a:extLst>
                  <a:ext uri="{0D108BD9-81ED-4DB2-BD59-A6C34878D82A}">
                    <a16:rowId xmlns:a16="http://schemas.microsoft.com/office/drawing/2014/main" val="16331510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03001753"/>
      </p:ext>
    </p:extLst>
  </p:cSld>
  <p:clrMapOvr>
    <a:masterClrMapping/>
  </p:clrMapOvr>
</p:sld>
</file>

<file path=ppt/slides/slide3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99A674-7CED-B935-6AC4-9E8A42FD13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45D779B-244A-109F-2225-4415AAF989DE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IN" dirty="0"/>
              <a:t>local data = </a:t>
            </a:r>
            <a:r>
              <a:rPr lang="en-IN" dirty="0" err="1"/>
              <a:t>string.pack</a:t>
            </a:r>
            <a:r>
              <a:rPr lang="en-IN" dirty="0"/>
              <a:t>("i4i4i4", 10, 20, 30)</a:t>
            </a:r>
          </a:p>
          <a:p>
            <a:endParaRPr lang="en-IN" dirty="0"/>
          </a:p>
          <a:p>
            <a:r>
              <a:rPr lang="en-IN" dirty="0"/>
              <a:t>local offset = 1</a:t>
            </a:r>
          </a:p>
          <a:p>
            <a:r>
              <a:rPr lang="en-IN" dirty="0"/>
              <a:t>for </a:t>
            </a:r>
            <a:r>
              <a:rPr lang="en-IN" dirty="0" err="1"/>
              <a:t>i</a:t>
            </a:r>
            <a:r>
              <a:rPr lang="en-IN" dirty="0"/>
              <a:t> = 1, 3 do</a:t>
            </a:r>
          </a:p>
          <a:p>
            <a:r>
              <a:rPr lang="en-IN" dirty="0"/>
              <a:t>    local </a:t>
            </a:r>
            <a:r>
              <a:rPr lang="en-IN" dirty="0" err="1"/>
              <a:t>val</a:t>
            </a:r>
            <a:endParaRPr lang="en-IN" dirty="0"/>
          </a:p>
          <a:p>
            <a:r>
              <a:rPr lang="en-IN" dirty="0"/>
              <a:t>    </a:t>
            </a:r>
            <a:r>
              <a:rPr lang="en-IN" dirty="0" err="1"/>
              <a:t>val</a:t>
            </a:r>
            <a:r>
              <a:rPr lang="en-IN" dirty="0"/>
              <a:t>, offset = </a:t>
            </a:r>
            <a:r>
              <a:rPr lang="en-IN" dirty="0" err="1"/>
              <a:t>string.unpack</a:t>
            </a:r>
            <a:r>
              <a:rPr lang="en-IN" dirty="0"/>
              <a:t>("i4", data, offset)</a:t>
            </a:r>
          </a:p>
          <a:p>
            <a:r>
              <a:rPr lang="en-IN" dirty="0"/>
              <a:t>    print("Unpacked:", </a:t>
            </a:r>
            <a:r>
              <a:rPr lang="en-IN" dirty="0" err="1"/>
              <a:t>val</a:t>
            </a:r>
            <a:r>
              <a:rPr lang="en-IN" dirty="0"/>
              <a:t>)</a:t>
            </a:r>
          </a:p>
          <a:p>
            <a:r>
              <a:rPr lang="en-IN" dirty="0"/>
              <a:t>end</a:t>
            </a:r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B5626D5-9F75-7E2B-B199-63D3A9174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Packing and Unpacking Binary Data</a:t>
            </a:r>
          </a:p>
        </p:txBody>
      </p:sp>
    </p:spTree>
    <p:extLst>
      <p:ext uri="{BB962C8B-B14F-4D97-AF65-F5344CB8AC3E}">
        <p14:creationId xmlns:p14="http://schemas.microsoft.com/office/powerpoint/2010/main" val="3845361829"/>
      </p:ext>
    </p:extLst>
  </p:cSld>
  <p:clrMapOvr>
    <a:masterClrMapping/>
  </p:clrMapOvr>
</p:sld>
</file>

<file path=ppt/slides/slide3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BF5A8B-BE80-95F6-92E0-E8DDDA5A2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030A043-5879-A3A0-5363-C8505F91923F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IN" dirty="0"/>
              <a:t>&gt;: big-endian (use &lt; for little-endian)</a:t>
            </a:r>
          </a:p>
          <a:p>
            <a:r>
              <a:rPr lang="en-IN" dirty="0"/>
              <a:t>i4: 4-byte signed integer</a:t>
            </a:r>
          </a:p>
          <a:p>
            <a:r>
              <a:rPr lang="en-IN" dirty="0"/>
              <a:t>f: 4-byte float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DC9657E-849B-6772-3DE2-80A615323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Packing and Unpacking Binary Data</a:t>
            </a:r>
          </a:p>
        </p:txBody>
      </p:sp>
    </p:spTree>
    <p:extLst>
      <p:ext uri="{BB962C8B-B14F-4D97-AF65-F5344CB8AC3E}">
        <p14:creationId xmlns:p14="http://schemas.microsoft.com/office/powerpoint/2010/main" val="20607603"/>
      </p:ext>
    </p:extLst>
  </p:cSld>
  <p:clrMapOvr>
    <a:masterClrMapping/>
  </p:clrMapOvr>
</p:sld>
</file>

<file path=ppt/slides/slide3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07FF787-8196-9973-5A33-7186DC67E814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57201" y="1381125"/>
            <a:ext cx="8205261" cy="785553"/>
          </a:xfrm>
        </p:spPr>
        <p:txBody>
          <a:bodyPr>
            <a:normAutofit/>
          </a:bodyPr>
          <a:lstStyle/>
          <a:p>
            <a:r>
              <a:rPr lang="en-US" dirty="0"/>
              <a:t>This reads any image (PNG, JPG, etc.) as raw bytes.</a:t>
            </a:r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8BD36F6-FE86-E86A-FE71-179E72BD0B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035" y="170122"/>
            <a:ext cx="8205261" cy="785553"/>
          </a:xfrm>
        </p:spPr>
        <p:txBody>
          <a:bodyPr anchor="b">
            <a:normAutofit/>
          </a:bodyPr>
          <a:lstStyle/>
          <a:p>
            <a:r>
              <a:rPr lang="en-IN" dirty="0"/>
              <a:t>Binary Files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6981B70-603C-0D77-ABB5-78659C1175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2977075"/>
              </p:ext>
            </p:extLst>
          </p:nvPr>
        </p:nvGraphicFramePr>
        <p:xfrm>
          <a:off x="584735" y="2438400"/>
          <a:ext cx="8075614" cy="320532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920465">
                  <a:extLst>
                    <a:ext uri="{9D8B030D-6E8A-4147-A177-3AD203B41FA5}">
                      <a16:colId xmlns:a16="http://schemas.microsoft.com/office/drawing/2014/main" val="1942274106"/>
                    </a:ext>
                  </a:extLst>
                </a:gridCol>
                <a:gridCol w="5155149">
                  <a:extLst>
                    <a:ext uri="{9D8B030D-6E8A-4147-A177-3AD203B41FA5}">
                      <a16:colId xmlns:a16="http://schemas.microsoft.com/office/drawing/2014/main" val="2703445658"/>
                    </a:ext>
                  </a:extLst>
                </a:gridCol>
              </a:tblGrid>
              <a:tr h="381173">
                <a:tc>
                  <a:txBody>
                    <a:bodyPr/>
                    <a:lstStyle/>
                    <a:p>
                      <a:r>
                        <a:rPr lang="en-IN" sz="1700"/>
                        <a:t>Use Case</a:t>
                      </a:r>
                    </a:p>
                  </a:txBody>
                  <a:tcPr marL="86630" marR="86630" marT="43315" marB="43315" anchor="ctr"/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Description</a:t>
                      </a:r>
                    </a:p>
                  </a:txBody>
                  <a:tcPr marL="86630" marR="86630" marT="43315" marB="43315" anchor="ctr"/>
                </a:tc>
                <a:extLst>
                  <a:ext uri="{0D108BD9-81ED-4DB2-BD59-A6C34878D82A}">
                    <a16:rowId xmlns:a16="http://schemas.microsoft.com/office/drawing/2014/main" val="1558545273"/>
                  </a:ext>
                </a:extLst>
              </a:tr>
              <a:tr h="641064">
                <a:tc>
                  <a:txBody>
                    <a:bodyPr/>
                    <a:lstStyle/>
                    <a:p>
                      <a:r>
                        <a:rPr lang="en-IN" sz="1700"/>
                        <a:t>Image Upload</a:t>
                      </a:r>
                    </a:p>
                  </a:txBody>
                  <a:tcPr marL="86630" marR="86630" marT="43315" marB="43315" anchor="ctr"/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Read and encode image for API</a:t>
                      </a:r>
                    </a:p>
                  </a:txBody>
                  <a:tcPr marL="86630" marR="86630" marT="43315" marB="43315" anchor="ctr"/>
                </a:tc>
                <a:extLst>
                  <a:ext uri="{0D108BD9-81ED-4DB2-BD59-A6C34878D82A}">
                    <a16:rowId xmlns:a16="http://schemas.microsoft.com/office/drawing/2014/main" val="299282250"/>
                  </a:ext>
                </a:extLst>
              </a:tr>
              <a:tr h="641064">
                <a:tc>
                  <a:txBody>
                    <a:bodyPr/>
                    <a:lstStyle/>
                    <a:p>
                      <a:r>
                        <a:rPr lang="en-IN" sz="1700"/>
                        <a:t>QR/Barcode</a:t>
                      </a:r>
                    </a:p>
                  </a:txBody>
                  <a:tcPr marL="86630" marR="86630" marT="43315" marB="43315" anchor="ctr"/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Read image, decode using C binding</a:t>
                      </a:r>
                    </a:p>
                  </a:txBody>
                  <a:tcPr marL="86630" marR="86630" marT="43315" marB="43315" anchor="ctr"/>
                </a:tc>
                <a:extLst>
                  <a:ext uri="{0D108BD9-81ED-4DB2-BD59-A6C34878D82A}">
                    <a16:rowId xmlns:a16="http://schemas.microsoft.com/office/drawing/2014/main" val="4229759044"/>
                  </a:ext>
                </a:extLst>
              </a:tr>
              <a:tr h="900955">
                <a:tc>
                  <a:txBody>
                    <a:bodyPr/>
                    <a:lstStyle/>
                    <a:p>
                      <a:r>
                        <a:rPr lang="en-IN" sz="1700"/>
                        <a:t>Image Viewer</a:t>
                      </a:r>
                    </a:p>
                  </a:txBody>
                  <a:tcPr marL="86630" marR="86630" marT="43315" marB="43315" anchor="ctr"/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Raw image bytes → canvas (Love2D / SDL)</a:t>
                      </a:r>
                    </a:p>
                  </a:txBody>
                  <a:tcPr marL="86630" marR="86630" marT="43315" marB="43315" anchor="ctr"/>
                </a:tc>
                <a:extLst>
                  <a:ext uri="{0D108BD9-81ED-4DB2-BD59-A6C34878D82A}">
                    <a16:rowId xmlns:a16="http://schemas.microsoft.com/office/drawing/2014/main" val="730282266"/>
                  </a:ext>
                </a:extLst>
              </a:tr>
              <a:tr h="641064">
                <a:tc>
                  <a:txBody>
                    <a:bodyPr/>
                    <a:lstStyle/>
                    <a:p>
                      <a:r>
                        <a:rPr lang="en-IN" sz="1700"/>
                        <a:t>ML Preprocessing</a:t>
                      </a:r>
                    </a:p>
                  </a:txBody>
                  <a:tcPr marL="86630" marR="86630" marT="43315" marB="43315" anchor="ctr"/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Convert to grayscale, resize, save as tensor</a:t>
                      </a:r>
                    </a:p>
                  </a:txBody>
                  <a:tcPr marL="86630" marR="86630" marT="43315" marB="43315" anchor="ctr"/>
                </a:tc>
                <a:extLst>
                  <a:ext uri="{0D108BD9-81ED-4DB2-BD59-A6C34878D82A}">
                    <a16:rowId xmlns:a16="http://schemas.microsoft.com/office/drawing/2014/main" val="1478341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3920457"/>
      </p:ext>
    </p:extLst>
  </p:cSld>
  <p:clrMapOvr>
    <a:masterClrMapping/>
  </p:clrMapOvr>
</p:sld>
</file>

<file path=ppt/slides/slide3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2A19A6D-E149-E860-E2C7-77D999C805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035" y="170122"/>
            <a:ext cx="8205261" cy="785553"/>
          </a:xfrm>
        </p:spPr>
        <p:txBody>
          <a:bodyPr anchor="b">
            <a:normAutofit/>
          </a:bodyPr>
          <a:lstStyle/>
          <a:p>
            <a:r>
              <a:rPr lang="en-IN" dirty="0"/>
              <a:t>Manipulate Image (Lua Bindings)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1888617-A233-235A-CD51-CD6BAB7CE2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9401453"/>
              </p:ext>
            </p:extLst>
          </p:nvPr>
        </p:nvGraphicFramePr>
        <p:xfrm>
          <a:off x="457201" y="1675778"/>
          <a:ext cx="8228013" cy="4235109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3428999">
                  <a:extLst>
                    <a:ext uri="{9D8B030D-6E8A-4147-A177-3AD203B41FA5}">
                      <a16:colId xmlns:a16="http://schemas.microsoft.com/office/drawing/2014/main" val="2280970072"/>
                    </a:ext>
                  </a:extLst>
                </a:gridCol>
                <a:gridCol w="4799014">
                  <a:extLst>
                    <a:ext uri="{9D8B030D-6E8A-4147-A177-3AD203B41FA5}">
                      <a16:colId xmlns:a16="http://schemas.microsoft.com/office/drawing/2014/main" val="1970691121"/>
                    </a:ext>
                  </a:extLst>
                </a:gridCol>
              </a:tblGrid>
              <a:tr h="548073">
                <a:tc>
                  <a:txBody>
                    <a:bodyPr/>
                    <a:lstStyle/>
                    <a:p>
                      <a:r>
                        <a:rPr lang="en-IN" sz="2500"/>
                        <a:t>Library</a:t>
                      </a:r>
                    </a:p>
                  </a:txBody>
                  <a:tcPr marL="124562" marR="124562" marT="62281" marB="62281" anchor="ctr"/>
                </a:tc>
                <a:tc>
                  <a:txBody>
                    <a:bodyPr/>
                    <a:lstStyle/>
                    <a:p>
                      <a:r>
                        <a:rPr lang="en-IN" sz="2500"/>
                        <a:t>Description</a:t>
                      </a:r>
                    </a:p>
                  </a:txBody>
                  <a:tcPr marL="124562" marR="124562" marT="62281" marB="62281" anchor="ctr"/>
                </a:tc>
                <a:extLst>
                  <a:ext uri="{0D108BD9-81ED-4DB2-BD59-A6C34878D82A}">
                    <a16:rowId xmlns:a16="http://schemas.microsoft.com/office/drawing/2014/main" val="210633935"/>
                  </a:ext>
                </a:extLst>
              </a:tr>
              <a:tr h="921759">
                <a:tc>
                  <a:txBody>
                    <a:bodyPr/>
                    <a:lstStyle/>
                    <a:p>
                      <a:r>
                        <a:rPr lang="en-IN" sz="2500">
                          <a:hlinkClick r:id="rId2"/>
                        </a:rPr>
                        <a:t>magick</a:t>
                      </a:r>
                      <a:endParaRPr lang="en-IN" sz="2500"/>
                    </a:p>
                  </a:txBody>
                  <a:tcPr marL="124562" marR="124562" marT="62281" marB="62281" anchor="ctr"/>
                </a:tc>
                <a:tc>
                  <a:txBody>
                    <a:bodyPr/>
                    <a:lstStyle/>
                    <a:p>
                      <a:r>
                        <a:rPr lang="en-US" sz="2500"/>
                        <a:t>Lua binding to ImageMagick (powerful image toolkit)</a:t>
                      </a:r>
                    </a:p>
                  </a:txBody>
                  <a:tcPr marL="124562" marR="124562" marT="62281" marB="62281" anchor="ctr"/>
                </a:tc>
                <a:extLst>
                  <a:ext uri="{0D108BD9-81ED-4DB2-BD59-A6C34878D82A}">
                    <a16:rowId xmlns:a16="http://schemas.microsoft.com/office/drawing/2014/main" val="3116629753"/>
                  </a:ext>
                </a:extLst>
              </a:tr>
              <a:tr h="921759">
                <a:tc>
                  <a:txBody>
                    <a:bodyPr/>
                    <a:lstStyle/>
                    <a:p>
                      <a:r>
                        <a:rPr lang="en-IN" sz="2500"/>
                        <a:t>gd</a:t>
                      </a:r>
                    </a:p>
                  </a:txBody>
                  <a:tcPr marL="124562" marR="124562" marT="62281" marB="62281" anchor="ctr"/>
                </a:tc>
                <a:tc>
                  <a:txBody>
                    <a:bodyPr/>
                    <a:lstStyle/>
                    <a:p>
                      <a:r>
                        <a:rPr lang="en-US" sz="2500"/>
                        <a:t>Lua bindings for libgd – create/resize images</a:t>
                      </a:r>
                    </a:p>
                  </a:txBody>
                  <a:tcPr marL="124562" marR="124562" marT="62281" marB="62281" anchor="ctr"/>
                </a:tc>
                <a:extLst>
                  <a:ext uri="{0D108BD9-81ED-4DB2-BD59-A6C34878D82A}">
                    <a16:rowId xmlns:a16="http://schemas.microsoft.com/office/drawing/2014/main" val="3597772788"/>
                  </a:ext>
                </a:extLst>
              </a:tr>
              <a:tr h="921759">
                <a:tc>
                  <a:txBody>
                    <a:bodyPr/>
                    <a:lstStyle/>
                    <a:p>
                      <a:r>
                        <a:rPr lang="en-IN" sz="2500"/>
                        <a:t>love.graphics.newImage</a:t>
                      </a:r>
                    </a:p>
                  </a:txBody>
                  <a:tcPr marL="124562" marR="124562" marT="62281" marB="62281" anchor="ctr"/>
                </a:tc>
                <a:tc>
                  <a:txBody>
                    <a:bodyPr/>
                    <a:lstStyle/>
                    <a:p>
                      <a:r>
                        <a:rPr lang="en-US" sz="2500"/>
                        <a:t>In Love2D (game engine), works on images</a:t>
                      </a:r>
                    </a:p>
                  </a:txBody>
                  <a:tcPr marL="124562" marR="124562" marT="62281" marB="62281" anchor="ctr"/>
                </a:tc>
                <a:extLst>
                  <a:ext uri="{0D108BD9-81ED-4DB2-BD59-A6C34878D82A}">
                    <a16:rowId xmlns:a16="http://schemas.microsoft.com/office/drawing/2014/main" val="3161658546"/>
                  </a:ext>
                </a:extLst>
              </a:tr>
              <a:tr h="921759">
                <a:tc>
                  <a:txBody>
                    <a:bodyPr/>
                    <a:lstStyle/>
                    <a:p>
                      <a:r>
                        <a:rPr lang="en-IN" sz="2500"/>
                        <a:t>torch/image</a:t>
                      </a:r>
                    </a:p>
                  </a:txBody>
                  <a:tcPr marL="124562" marR="124562" marT="62281" marB="62281" anchor="ctr"/>
                </a:tc>
                <a:tc>
                  <a:txBody>
                    <a:bodyPr/>
                    <a:lstStyle/>
                    <a:p>
                      <a:r>
                        <a:rPr lang="en-US" sz="2500" dirty="0"/>
                        <a:t>In Lua Torch (ML framework) for tensors/images</a:t>
                      </a:r>
                    </a:p>
                  </a:txBody>
                  <a:tcPr marL="124562" marR="124562" marT="62281" marB="62281" anchor="ctr"/>
                </a:tc>
                <a:extLst>
                  <a:ext uri="{0D108BD9-81ED-4DB2-BD59-A6C34878D82A}">
                    <a16:rowId xmlns:a16="http://schemas.microsoft.com/office/drawing/2014/main" val="25393572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07491171"/>
      </p:ext>
    </p:extLst>
  </p:cSld>
  <p:clrMapOvr>
    <a:masterClrMapping/>
  </p:clrMapOvr>
</p:sld>
</file>

<file path=ppt/slides/slide3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2A6B2F-F3BA-D313-1BF5-6BFA902D47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1133B24-2DE6-E23A-92C8-30EA0C714C8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57201" y="1381125"/>
            <a:ext cx="8228012" cy="5172075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-- Tags like: SensorGrid.Row1.Col1, Row1.Col2, ..., Row4.Col4</a:t>
            </a:r>
          </a:p>
          <a:p>
            <a:r>
              <a:rPr lang="en-US" dirty="0"/>
              <a:t>local rows, cols = 4, 4</a:t>
            </a:r>
          </a:p>
          <a:p>
            <a:r>
              <a:rPr lang="en-US" dirty="0"/>
              <a:t>local matrix = {}</a:t>
            </a:r>
          </a:p>
          <a:p>
            <a:r>
              <a:rPr lang="en-US" dirty="0"/>
              <a:t>for </a:t>
            </a:r>
            <a:r>
              <a:rPr lang="en-US" dirty="0" err="1"/>
              <a:t>i</a:t>
            </a:r>
            <a:r>
              <a:rPr lang="en-US" dirty="0"/>
              <a:t> = 1, rows do</a:t>
            </a:r>
          </a:p>
          <a:p>
            <a:r>
              <a:rPr lang="en-US" dirty="0"/>
              <a:t>    matrix[</a:t>
            </a:r>
            <a:r>
              <a:rPr lang="en-US" dirty="0" err="1"/>
              <a:t>i</a:t>
            </a:r>
            <a:r>
              <a:rPr lang="en-US" dirty="0"/>
              <a:t>] = {}</a:t>
            </a:r>
          </a:p>
          <a:p>
            <a:r>
              <a:rPr lang="en-US" dirty="0"/>
              <a:t>    for j = 1, cols do</a:t>
            </a:r>
          </a:p>
          <a:p>
            <a:r>
              <a:rPr lang="en-US" dirty="0"/>
              <a:t>        local </a:t>
            </a:r>
            <a:r>
              <a:rPr lang="en-US" dirty="0" err="1"/>
              <a:t>tag_path</a:t>
            </a:r>
            <a:r>
              <a:rPr lang="en-US" dirty="0"/>
              <a:t> = </a:t>
            </a:r>
            <a:r>
              <a:rPr lang="en-US" dirty="0" err="1"/>
              <a:t>string.format</a:t>
            </a:r>
            <a:r>
              <a:rPr lang="en-US" dirty="0"/>
              <a:t>("EnterpriseModel.Plant1.SensorGrid.Row%d.Col%d", </a:t>
            </a:r>
            <a:r>
              <a:rPr lang="en-US" dirty="0" err="1"/>
              <a:t>i</a:t>
            </a:r>
            <a:r>
              <a:rPr lang="en-US" dirty="0"/>
              <a:t>, j)</a:t>
            </a:r>
          </a:p>
          <a:p>
            <a:r>
              <a:rPr lang="en-US" dirty="0"/>
              <a:t>        local tag = </a:t>
            </a:r>
            <a:r>
              <a:rPr lang="en-US" dirty="0" err="1"/>
              <a:t>syslib.getobjectbyname</a:t>
            </a:r>
            <a:r>
              <a:rPr lang="en-US" dirty="0"/>
              <a:t>(</a:t>
            </a:r>
            <a:r>
              <a:rPr lang="en-US" dirty="0" err="1"/>
              <a:t>tag_path</a:t>
            </a:r>
            <a:r>
              <a:rPr lang="en-US" dirty="0"/>
              <a:t>)</a:t>
            </a:r>
          </a:p>
          <a:p>
            <a:r>
              <a:rPr lang="en-US" dirty="0"/>
              <a:t>        matrix[</a:t>
            </a:r>
            <a:r>
              <a:rPr lang="en-US" dirty="0" err="1"/>
              <a:t>i</a:t>
            </a:r>
            <a:r>
              <a:rPr lang="en-US" dirty="0"/>
              <a:t>][j] = tag and </a:t>
            </a:r>
            <a:r>
              <a:rPr lang="en-US" dirty="0" err="1"/>
              <a:t>tag.value</a:t>
            </a:r>
            <a:r>
              <a:rPr lang="en-US" dirty="0"/>
              <a:t> or 0</a:t>
            </a:r>
          </a:p>
          <a:p>
            <a:r>
              <a:rPr lang="en-US" dirty="0"/>
              <a:t>    end</a:t>
            </a:r>
          </a:p>
          <a:p>
            <a:r>
              <a:rPr lang="en-US" dirty="0"/>
              <a:t>end</a:t>
            </a:r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3340B6E-B883-F40F-F41A-5373C797D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Matrices and Multi </a:t>
            </a:r>
            <a:r>
              <a:rPr lang="en-IN" dirty="0" err="1"/>
              <a:t>Dimesional</a:t>
            </a:r>
            <a:r>
              <a:rPr lang="en-IN" dirty="0"/>
              <a:t> Arrays</a:t>
            </a:r>
          </a:p>
        </p:txBody>
      </p:sp>
    </p:spTree>
    <p:extLst>
      <p:ext uri="{BB962C8B-B14F-4D97-AF65-F5344CB8AC3E}">
        <p14:creationId xmlns:p14="http://schemas.microsoft.com/office/powerpoint/2010/main" val="1013842587"/>
      </p:ext>
    </p:extLst>
  </p:cSld>
  <p:clrMapOvr>
    <a:masterClrMapping/>
  </p:clrMapOvr>
</p:sld>
</file>

<file path=ppt/slides/slide3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C3A964-322D-C75D-A1F6-258FC87B04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435BDD9-3D31-099F-44ED-A6ACCC916B75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r>
              <a:rPr lang="en-US" dirty="0"/>
              <a:t>-- Check and log values</a:t>
            </a:r>
          </a:p>
          <a:p>
            <a:r>
              <a:rPr lang="en-US" dirty="0"/>
              <a:t>for </a:t>
            </a:r>
            <a:r>
              <a:rPr lang="en-US" dirty="0" err="1"/>
              <a:t>i</a:t>
            </a:r>
            <a:r>
              <a:rPr lang="en-US" dirty="0"/>
              <a:t> = 1, rows do</a:t>
            </a:r>
          </a:p>
          <a:p>
            <a:r>
              <a:rPr lang="en-US" dirty="0"/>
              <a:t>    for j = 1, cols do</a:t>
            </a:r>
          </a:p>
          <a:p>
            <a:r>
              <a:rPr lang="en-US" dirty="0"/>
              <a:t>        server.log(</a:t>
            </a:r>
            <a:r>
              <a:rPr lang="en-US" dirty="0" err="1"/>
              <a:t>string.format</a:t>
            </a:r>
            <a:r>
              <a:rPr lang="en-US" dirty="0"/>
              <a:t>("Sensor [%</a:t>
            </a:r>
            <a:r>
              <a:rPr lang="en-US" dirty="0" err="1"/>
              <a:t>d,%d</a:t>
            </a:r>
            <a:r>
              <a:rPr lang="en-US" dirty="0"/>
              <a:t>]: %.2f", </a:t>
            </a:r>
            <a:r>
              <a:rPr lang="en-US" dirty="0" err="1"/>
              <a:t>i</a:t>
            </a:r>
            <a:r>
              <a:rPr lang="en-US" dirty="0"/>
              <a:t>, j, matrix[</a:t>
            </a:r>
            <a:r>
              <a:rPr lang="en-US" dirty="0" err="1"/>
              <a:t>i</a:t>
            </a:r>
            <a:r>
              <a:rPr lang="en-US" dirty="0"/>
              <a:t>][j]), 1)</a:t>
            </a:r>
          </a:p>
          <a:p>
            <a:r>
              <a:rPr lang="en-US" dirty="0"/>
              <a:t>    end</a:t>
            </a:r>
          </a:p>
          <a:p>
            <a:r>
              <a:rPr lang="en-US" dirty="0"/>
              <a:t>end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EA86F55-9EB0-D84A-7581-C66DA5989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Matrices and Multi Dimensional Arrays</a:t>
            </a:r>
          </a:p>
        </p:txBody>
      </p:sp>
    </p:spTree>
    <p:extLst>
      <p:ext uri="{BB962C8B-B14F-4D97-AF65-F5344CB8AC3E}">
        <p14:creationId xmlns:p14="http://schemas.microsoft.com/office/powerpoint/2010/main" val="1198316171"/>
      </p:ext>
    </p:extLst>
  </p:cSld>
  <p:clrMapOvr>
    <a:masterClrMapping/>
  </p:clrMapOvr>
</p:sld>
</file>

<file path=ppt/slides/slide3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14CF142-C2DF-E21B-1221-54B46828DB86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Maintain a FIFO task queue</a:t>
            </a:r>
          </a:p>
          <a:p>
            <a:r>
              <a:rPr lang="en-US" dirty="0"/>
              <a:t>Each task has:</a:t>
            </a:r>
          </a:p>
          <a:p>
            <a:pPr lvl="1"/>
            <a:r>
              <a:rPr lang="en-US" dirty="0"/>
              <a:t>id</a:t>
            </a:r>
          </a:p>
          <a:p>
            <a:pPr lvl="1"/>
            <a:r>
              <a:rPr lang="en-US" dirty="0"/>
              <a:t>name</a:t>
            </a:r>
          </a:p>
          <a:p>
            <a:pPr lvl="1"/>
            <a:r>
              <a:rPr lang="en-US" dirty="0" err="1"/>
              <a:t>scheduled_time</a:t>
            </a:r>
            <a:endParaRPr lang="en-US" dirty="0"/>
          </a:p>
          <a:p>
            <a:pPr lvl="1"/>
            <a:r>
              <a:rPr lang="en-US" dirty="0"/>
              <a:t>status (pending, running, done)</a:t>
            </a:r>
          </a:p>
          <a:p>
            <a:r>
              <a:rPr lang="en-US" dirty="0"/>
              <a:t>Execute tasks at or after scheduled time</a:t>
            </a:r>
          </a:p>
          <a:p>
            <a:r>
              <a:rPr lang="en-US" dirty="0"/>
              <a:t>Log task execution in </a:t>
            </a:r>
            <a:r>
              <a:rPr lang="en-US" dirty="0" err="1"/>
              <a:t>Inmation</a:t>
            </a:r>
            <a:r>
              <a:rPr lang="en-US" dirty="0"/>
              <a:t> logs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D739D76-AC13-BB91-21AE-C81CB8FB7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Queues for Task Scheduling</a:t>
            </a:r>
          </a:p>
        </p:txBody>
      </p:sp>
    </p:spTree>
    <p:extLst>
      <p:ext uri="{BB962C8B-B14F-4D97-AF65-F5344CB8AC3E}">
        <p14:creationId xmlns:p14="http://schemas.microsoft.com/office/powerpoint/2010/main" val="3563959262"/>
      </p:ext>
    </p:extLst>
  </p:cSld>
  <p:clrMapOvr>
    <a:masterClrMapping/>
  </p:clrMapOvr>
</p:sld>
</file>

<file path=ppt/slides/slide3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B2A69AE-23FA-B254-216D-2A4F6B2776A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57201" y="1381125"/>
            <a:ext cx="8228012" cy="2428875"/>
          </a:xfrm>
        </p:spPr>
        <p:txBody>
          <a:bodyPr/>
          <a:lstStyle/>
          <a:p>
            <a:r>
              <a:rPr lang="en-US" dirty="0"/>
              <a:t>A deque allows you to:</a:t>
            </a:r>
          </a:p>
          <a:p>
            <a:pPr lvl="1"/>
            <a:r>
              <a:rPr lang="en-US" dirty="0" err="1"/>
              <a:t>push_front</a:t>
            </a:r>
            <a:r>
              <a:rPr lang="en-US" dirty="0"/>
              <a:t>(value) → insert at the beginning</a:t>
            </a:r>
          </a:p>
          <a:p>
            <a:pPr lvl="1"/>
            <a:r>
              <a:rPr lang="en-US" dirty="0" err="1"/>
              <a:t>push_back</a:t>
            </a:r>
            <a:r>
              <a:rPr lang="en-US" dirty="0"/>
              <a:t>(value) → insert at the end</a:t>
            </a:r>
          </a:p>
          <a:p>
            <a:pPr lvl="1"/>
            <a:r>
              <a:rPr lang="en-US" dirty="0" err="1"/>
              <a:t>pop_front</a:t>
            </a:r>
            <a:r>
              <a:rPr lang="en-US" dirty="0"/>
              <a:t>() → remove from the beginning</a:t>
            </a:r>
          </a:p>
          <a:p>
            <a:pPr lvl="1"/>
            <a:r>
              <a:rPr lang="en-US" dirty="0" err="1"/>
              <a:t>pop_back</a:t>
            </a:r>
            <a:r>
              <a:rPr lang="en-US" dirty="0"/>
              <a:t>() → remove from the end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FD67F05-4C43-1E8A-A4F9-4A7C70BFAB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Double Ended Queue</a:t>
            </a:r>
          </a:p>
        </p:txBody>
      </p:sp>
      <p:pic>
        <p:nvPicPr>
          <p:cNvPr id="5" name="Picture 3" descr="Double Ended Queue (Deque) in Data ...">
            <a:extLst>
              <a:ext uri="{FF2B5EF4-FFF2-40B4-BE49-F238E27FC236}">
                <a16:creationId xmlns:a16="http://schemas.microsoft.com/office/drawing/2014/main" id="{00FD32BE-D00C-2C50-728E-2C7B04C759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3962400"/>
            <a:ext cx="5517747" cy="1971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19428164"/>
      </p:ext>
    </p:extLst>
  </p:cSld>
  <p:clrMapOvr>
    <a:masterClrMapping/>
  </p:clrMapOvr>
</p:sld>
</file>

<file path=ppt/slides/slide3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9278E9E-DFA6-9074-22B0-7BF26A67FFE1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IN" dirty="0"/>
              <a:t>function </a:t>
            </a:r>
            <a:r>
              <a:rPr lang="en-IN" dirty="0" err="1"/>
              <a:t>reverse_list</a:t>
            </a:r>
            <a:r>
              <a:rPr lang="en-IN" dirty="0"/>
              <a:t>(t)</a:t>
            </a:r>
          </a:p>
          <a:p>
            <a:r>
              <a:rPr lang="en-IN" dirty="0"/>
              <a:t>    local reversed = {}</a:t>
            </a:r>
          </a:p>
          <a:p>
            <a:r>
              <a:rPr lang="en-IN" dirty="0"/>
              <a:t>    for </a:t>
            </a:r>
            <a:r>
              <a:rPr lang="en-IN" dirty="0" err="1"/>
              <a:t>i</a:t>
            </a:r>
            <a:r>
              <a:rPr lang="en-IN" dirty="0"/>
              <a:t> = #t, 1, -1 do</a:t>
            </a:r>
          </a:p>
          <a:p>
            <a:r>
              <a:rPr lang="en-IN" dirty="0"/>
              <a:t>        </a:t>
            </a:r>
            <a:r>
              <a:rPr lang="en-IN" dirty="0" err="1"/>
              <a:t>table.insert</a:t>
            </a:r>
            <a:r>
              <a:rPr lang="en-IN" dirty="0"/>
              <a:t>(reversed, t[</a:t>
            </a:r>
            <a:r>
              <a:rPr lang="en-IN" dirty="0" err="1"/>
              <a:t>i</a:t>
            </a:r>
            <a:r>
              <a:rPr lang="en-IN" dirty="0"/>
              <a:t>])</a:t>
            </a:r>
          </a:p>
          <a:p>
            <a:r>
              <a:rPr lang="en-IN" dirty="0"/>
              <a:t>    end</a:t>
            </a:r>
          </a:p>
          <a:p>
            <a:r>
              <a:rPr lang="en-IN" dirty="0"/>
              <a:t>    return reversed</a:t>
            </a:r>
          </a:p>
          <a:p>
            <a:r>
              <a:rPr lang="en-IN" dirty="0"/>
              <a:t>end</a:t>
            </a:r>
          </a:p>
          <a:p>
            <a:endParaRPr lang="en-IN" dirty="0"/>
          </a:p>
          <a:p>
            <a:r>
              <a:rPr lang="en-IN" dirty="0"/>
              <a:t>-- Example</a:t>
            </a:r>
          </a:p>
          <a:p>
            <a:r>
              <a:rPr lang="en-IN" dirty="0"/>
              <a:t>local t = { "one", "two", "three" }</a:t>
            </a:r>
          </a:p>
          <a:p>
            <a:r>
              <a:rPr lang="en-IN" dirty="0"/>
              <a:t>local r = </a:t>
            </a:r>
            <a:r>
              <a:rPr lang="en-IN" dirty="0" err="1"/>
              <a:t>reverse_list</a:t>
            </a:r>
            <a:r>
              <a:rPr lang="en-IN" dirty="0"/>
              <a:t>(t)</a:t>
            </a:r>
          </a:p>
          <a:p>
            <a:endParaRPr lang="en-IN" dirty="0"/>
          </a:p>
          <a:p>
            <a:r>
              <a:rPr lang="en-IN" dirty="0"/>
              <a:t>for _, v in </a:t>
            </a:r>
            <a:r>
              <a:rPr lang="en-IN" dirty="0" err="1"/>
              <a:t>ipairs</a:t>
            </a:r>
            <a:r>
              <a:rPr lang="en-IN" dirty="0"/>
              <a:t>(r) do print(v) end</a:t>
            </a:r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7369273-6476-CBB1-A4E4-CB7E9C6A3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Reverse table</a:t>
            </a:r>
          </a:p>
        </p:txBody>
      </p:sp>
    </p:spTree>
    <p:extLst>
      <p:ext uri="{BB962C8B-B14F-4D97-AF65-F5344CB8AC3E}">
        <p14:creationId xmlns:p14="http://schemas.microsoft.com/office/powerpoint/2010/main" val="2627976394"/>
      </p:ext>
    </p:extLst>
  </p:cSld>
  <p:clrMapOvr>
    <a:masterClrMapping/>
  </p:clrMapOvr>
</p:sld>
</file>

<file path=ppt/slides/slide3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E3C3A77-77C6-14F9-C030-1836FCA845BF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Extract keys</a:t>
            </a:r>
          </a:p>
          <a:p>
            <a:r>
              <a:rPr lang="en-US" dirty="0"/>
              <a:t>Sort them</a:t>
            </a:r>
          </a:p>
          <a:p>
            <a:r>
              <a:rPr lang="en-US" dirty="0"/>
              <a:t>Reverse that list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0A58AD3-72F4-6882-D91D-533542F2C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Reverse Set</a:t>
            </a:r>
          </a:p>
        </p:txBody>
      </p:sp>
    </p:spTree>
    <p:extLst>
      <p:ext uri="{BB962C8B-B14F-4D97-AF65-F5344CB8AC3E}">
        <p14:creationId xmlns:p14="http://schemas.microsoft.com/office/powerpoint/2010/main" val="1939534994"/>
      </p:ext>
    </p:extLst>
  </p:cSld>
  <p:clrMapOvr>
    <a:masterClrMapping/>
  </p:clrMapOvr>
</p:sld>
</file>

<file path=ppt/slides/slide3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41FC1C1-9CD7-C6EE-F127-60B14B8312F9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In Lua, a </a:t>
            </a:r>
            <a:r>
              <a:rPr lang="en-US" b="1" dirty="0"/>
              <a:t>bag</a:t>
            </a:r>
            <a:r>
              <a:rPr lang="en-US" dirty="0"/>
              <a:t> (also known as a </a:t>
            </a:r>
            <a:r>
              <a:rPr lang="en-US" b="1" dirty="0"/>
              <a:t>multiset</a:t>
            </a:r>
            <a:r>
              <a:rPr lang="en-US" dirty="0"/>
              <a:t>) is a collection where:</a:t>
            </a:r>
          </a:p>
          <a:p>
            <a:pPr lvl="1"/>
            <a:r>
              <a:rPr lang="en-US" dirty="0"/>
              <a:t>Elements can appear </a:t>
            </a:r>
            <a:r>
              <a:rPr lang="en-US" b="1" dirty="0"/>
              <a:t>multiple times</a:t>
            </a:r>
            <a:endParaRPr lang="en-US" dirty="0"/>
          </a:p>
          <a:p>
            <a:pPr lvl="1"/>
            <a:r>
              <a:rPr lang="en-US" b="1" dirty="0"/>
              <a:t>Order is not important</a:t>
            </a:r>
            <a:endParaRPr lang="en-US" dirty="0"/>
          </a:p>
          <a:p>
            <a:pPr lvl="1"/>
            <a:r>
              <a:rPr lang="en-US" dirty="0"/>
              <a:t>The focus is on </a:t>
            </a:r>
            <a:r>
              <a:rPr lang="en-US" b="1" dirty="0"/>
              <a:t>how many times</a:t>
            </a:r>
            <a:r>
              <a:rPr lang="en-US" dirty="0"/>
              <a:t> each item appears (its count)</a:t>
            </a:r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09FCF30-5092-5C91-CBED-D5AA4E14B2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Bag</a:t>
            </a:r>
          </a:p>
        </p:txBody>
      </p:sp>
    </p:spTree>
    <p:extLst>
      <p:ext uri="{BB962C8B-B14F-4D97-AF65-F5344CB8AC3E}">
        <p14:creationId xmlns:p14="http://schemas.microsoft.com/office/powerpoint/2010/main" val="3684316467"/>
      </p:ext>
    </p:extLst>
  </p:cSld>
  <p:clrMapOvr>
    <a:masterClrMapping/>
  </p:clrMapOvr>
</p:sld>
</file>

<file path=ppt/slides/slide3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AFC53E7-56E7-DB99-752C-6286DFF8D75C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IN" dirty="0"/>
              <a:t>local buffer = {}</a:t>
            </a:r>
          </a:p>
          <a:p>
            <a:endParaRPr lang="en-IN" dirty="0"/>
          </a:p>
          <a:p>
            <a:r>
              <a:rPr lang="en-IN" dirty="0"/>
              <a:t>function </a:t>
            </a:r>
            <a:r>
              <a:rPr lang="en-IN" dirty="0" err="1"/>
              <a:t>buffer_append</a:t>
            </a:r>
            <a:r>
              <a:rPr lang="en-IN" dirty="0"/>
              <a:t>(</a:t>
            </a:r>
            <a:r>
              <a:rPr lang="en-IN" dirty="0" err="1"/>
              <a:t>buf</a:t>
            </a:r>
            <a:r>
              <a:rPr lang="en-IN" dirty="0"/>
              <a:t>, str)</a:t>
            </a:r>
          </a:p>
          <a:p>
            <a:r>
              <a:rPr lang="en-IN" dirty="0"/>
              <a:t>    </a:t>
            </a:r>
            <a:r>
              <a:rPr lang="en-IN" dirty="0" err="1"/>
              <a:t>table.insert</a:t>
            </a:r>
            <a:r>
              <a:rPr lang="en-IN" dirty="0"/>
              <a:t>(</a:t>
            </a:r>
            <a:r>
              <a:rPr lang="en-IN" dirty="0" err="1"/>
              <a:t>buf</a:t>
            </a:r>
            <a:r>
              <a:rPr lang="en-IN" dirty="0"/>
              <a:t>, str)</a:t>
            </a:r>
          </a:p>
          <a:p>
            <a:r>
              <a:rPr lang="en-IN" dirty="0"/>
              <a:t>end</a:t>
            </a:r>
          </a:p>
          <a:p>
            <a:endParaRPr lang="en-IN" dirty="0"/>
          </a:p>
          <a:p>
            <a:r>
              <a:rPr lang="en-IN" dirty="0"/>
              <a:t>function </a:t>
            </a:r>
            <a:r>
              <a:rPr lang="en-IN" dirty="0" err="1"/>
              <a:t>buffer_to_string</a:t>
            </a:r>
            <a:r>
              <a:rPr lang="en-IN" dirty="0"/>
              <a:t>(</a:t>
            </a:r>
            <a:r>
              <a:rPr lang="en-IN" dirty="0" err="1"/>
              <a:t>buf</a:t>
            </a:r>
            <a:r>
              <a:rPr lang="en-IN" dirty="0"/>
              <a:t>, separator)</a:t>
            </a:r>
          </a:p>
          <a:p>
            <a:r>
              <a:rPr lang="en-IN" dirty="0"/>
              <a:t>    return </a:t>
            </a:r>
            <a:r>
              <a:rPr lang="en-IN" dirty="0" err="1"/>
              <a:t>table.concat</a:t>
            </a:r>
            <a:r>
              <a:rPr lang="en-IN" dirty="0"/>
              <a:t>(</a:t>
            </a:r>
            <a:r>
              <a:rPr lang="en-IN" dirty="0" err="1"/>
              <a:t>buf</a:t>
            </a:r>
            <a:r>
              <a:rPr lang="en-IN" dirty="0"/>
              <a:t>, separator or "")</a:t>
            </a:r>
          </a:p>
          <a:p>
            <a:r>
              <a:rPr lang="en-IN" dirty="0"/>
              <a:t>end</a:t>
            </a:r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E7F3F30-F166-1988-924C-7137F8FCF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String Buffer graph</a:t>
            </a:r>
          </a:p>
        </p:txBody>
      </p:sp>
    </p:spTree>
    <p:extLst>
      <p:ext uri="{BB962C8B-B14F-4D97-AF65-F5344CB8AC3E}">
        <p14:creationId xmlns:p14="http://schemas.microsoft.com/office/powerpoint/2010/main" val="120011839"/>
      </p:ext>
    </p:extLst>
  </p:cSld>
  <p:clrMapOvr>
    <a:masterClrMapping/>
  </p:clrMapOvr>
</p:sld>
</file>

<file path=ppt/slides/slide3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718AC5-1036-AE39-1603-8F40DB243F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322F517-D61A-4B56-6660-F941BD5D0B95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local </a:t>
            </a:r>
            <a:r>
              <a:rPr lang="en-US" dirty="0" err="1"/>
              <a:t>buf</a:t>
            </a:r>
            <a:r>
              <a:rPr lang="en-US" dirty="0"/>
              <a:t> = {}</a:t>
            </a:r>
          </a:p>
          <a:p>
            <a:endParaRPr lang="en-US" dirty="0"/>
          </a:p>
          <a:p>
            <a:r>
              <a:rPr lang="en-US" dirty="0" err="1"/>
              <a:t>buffer_append</a:t>
            </a:r>
            <a:r>
              <a:rPr lang="en-US" dirty="0"/>
              <a:t>(</a:t>
            </a:r>
            <a:r>
              <a:rPr lang="en-US" dirty="0" err="1"/>
              <a:t>buf</a:t>
            </a:r>
            <a:r>
              <a:rPr lang="en-US" dirty="0"/>
              <a:t>, "Line 1")</a:t>
            </a:r>
          </a:p>
          <a:p>
            <a:r>
              <a:rPr lang="en-US" dirty="0" err="1"/>
              <a:t>buffer_append</a:t>
            </a:r>
            <a:r>
              <a:rPr lang="en-US" dirty="0"/>
              <a:t>(</a:t>
            </a:r>
            <a:r>
              <a:rPr lang="en-US" dirty="0" err="1"/>
              <a:t>buf</a:t>
            </a:r>
            <a:r>
              <a:rPr lang="en-US" dirty="0"/>
              <a:t>, "Line 2")</a:t>
            </a:r>
          </a:p>
          <a:p>
            <a:r>
              <a:rPr lang="en-US" dirty="0" err="1"/>
              <a:t>buffer_append</a:t>
            </a:r>
            <a:r>
              <a:rPr lang="en-US" dirty="0"/>
              <a:t>(</a:t>
            </a:r>
            <a:r>
              <a:rPr lang="en-US" dirty="0" err="1"/>
              <a:t>buf</a:t>
            </a:r>
            <a:r>
              <a:rPr lang="en-US" dirty="0"/>
              <a:t>, "Line 3")</a:t>
            </a:r>
          </a:p>
          <a:p>
            <a:endParaRPr lang="en-US" dirty="0"/>
          </a:p>
          <a:p>
            <a:r>
              <a:rPr lang="en-US" dirty="0"/>
              <a:t>local output = </a:t>
            </a:r>
            <a:r>
              <a:rPr lang="en-US" dirty="0" err="1"/>
              <a:t>buffer_to_string</a:t>
            </a:r>
            <a:r>
              <a:rPr lang="en-US" dirty="0"/>
              <a:t>(</a:t>
            </a:r>
            <a:r>
              <a:rPr lang="en-US" dirty="0" err="1"/>
              <a:t>buf</a:t>
            </a:r>
            <a:r>
              <a:rPr lang="en-US" dirty="0"/>
              <a:t>, "\n")</a:t>
            </a:r>
          </a:p>
          <a:p>
            <a:r>
              <a:rPr lang="en-US" dirty="0"/>
              <a:t>print(output)</a:t>
            </a:r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024BFC5-02DF-1D02-AF49-56C0B01CD4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String Buffer graph</a:t>
            </a:r>
          </a:p>
        </p:txBody>
      </p:sp>
    </p:spTree>
    <p:extLst>
      <p:ext uri="{BB962C8B-B14F-4D97-AF65-F5344CB8AC3E}">
        <p14:creationId xmlns:p14="http://schemas.microsoft.com/office/powerpoint/2010/main" val="1509416348"/>
      </p:ext>
    </p:extLst>
  </p:cSld>
  <p:clrMapOvr>
    <a:masterClrMapping/>
  </p:clrMapOvr>
</p:sld>
</file>

<file path=ppt/slides/slide3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AB674CF-FF90-D237-F6AF-091FA74B6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035" y="170122"/>
            <a:ext cx="8205261" cy="785553"/>
          </a:xfrm>
        </p:spPr>
        <p:txBody>
          <a:bodyPr anchor="b">
            <a:normAutofit/>
          </a:bodyPr>
          <a:lstStyle/>
          <a:p>
            <a:r>
              <a:rPr lang="en-IN" dirty="0"/>
              <a:t>Common Lua Errors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F408453-B337-0521-0B04-1E194B7A7C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291670"/>
              </p:ext>
            </p:extLst>
          </p:nvPr>
        </p:nvGraphicFramePr>
        <p:xfrm>
          <a:off x="457201" y="1823240"/>
          <a:ext cx="8228013" cy="3940187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758526">
                  <a:extLst>
                    <a:ext uri="{9D8B030D-6E8A-4147-A177-3AD203B41FA5}">
                      <a16:colId xmlns:a16="http://schemas.microsoft.com/office/drawing/2014/main" val="1293794867"/>
                    </a:ext>
                  </a:extLst>
                </a:gridCol>
                <a:gridCol w="2673818">
                  <a:extLst>
                    <a:ext uri="{9D8B030D-6E8A-4147-A177-3AD203B41FA5}">
                      <a16:colId xmlns:a16="http://schemas.microsoft.com/office/drawing/2014/main" val="3534441297"/>
                    </a:ext>
                  </a:extLst>
                </a:gridCol>
                <a:gridCol w="2795669">
                  <a:extLst>
                    <a:ext uri="{9D8B030D-6E8A-4147-A177-3AD203B41FA5}">
                      <a16:colId xmlns:a16="http://schemas.microsoft.com/office/drawing/2014/main" val="2183157438"/>
                    </a:ext>
                  </a:extLst>
                </a:gridCol>
              </a:tblGrid>
              <a:tr h="392236">
                <a:tc>
                  <a:txBody>
                    <a:bodyPr/>
                    <a:lstStyle/>
                    <a:p>
                      <a:r>
                        <a:rPr lang="en-IN" sz="1800"/>
                        <a:t>Error Type</a:t>
                      </a:r>
                    </a:p>
                  </a:txBody>
                  <a:tcPr marL="89144" marR="89144" marT="44572" marB="44572" anchor="ctr"/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Example</a:t>
                      </a:r>
                    </a:p>
                  </a:txBody>
                  <a:tcPr marL="89144" marR="89144" marT="44572" marB="44572" anchor="ctr"/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Cause</a:t>
                      </a:r>
                    </a:p>
                  </a:txBody>
                  <a:tcPr marL="89144" marR="89144" marT="44572" marB="44572" anchor="ctr"/>
                </a:tc>
                <a:extLst>
                  <a:ext uri="{0D108BD9-81ED-4DB2-BD59-A6C34878D82A}">
                    <a16:rowId xmlns:a16="http://schemas.microsoft.com/office/drawing/2014/main" val="2639210270"/>
                  </a:ext>
                </a:extLst>
              </a:tr>
              <a:tr h="659669">
                <a:tc>
                  <a:txBody>
                    <a:bodyPr/>
                    <a:lstStyle/>
                    <a:p>
                      <a:r>
                        <a:rPr lang="en-US" sz="1800"/>
                        <a:t>attempt to index a nil value</a:t>
                      </a:r>
                    </a:p>
                  </a:txBody>
                  <a:tcPr marL="89144" marR="89144" marT="44572" marB="44572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print(user.name) when user is nil</a:t>
                      </a:r>
                    </a:p>
                  </a:txBody>
                  <a:tcPr marL="89144" marR="89144" marT="44572" marB="44572" anchor="ctr"/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Dereferencing nil</a:t>
                      </a:r>
                    </a:p>
                  </a:txBody>
                  <a:tcPr marL="89144" marR="89144" marT="44572" marB="44572" anchor="ctr"/>
                </a:tc>
                <a:extLst>
                  <a:ext uri="{0D108BD9-81ED-4DB2-BD59-A6C34878D82A}">
                    <a16:rowId xmlns:a16="http://schemas.microsoft.com/office/drawing/2014/main" val="3321013802"/>
                  </a:ext>
                </a:extLst>
              </a:tr>
              <a:tr h="392236">
                <a:tc>
                  <a:txBody>
                    <a:bodyPr/>
                    <a:lstStyle/>
                    <a:p>
                      <a:r>
                        <a:rPr lang="en-US" sz="1800"/>
                        <a:t>attempt to call a nil value</a:t>
                      </a:r>
                    </a:p>
                  </a:txBody>
                  <a:tcPr marL="89144" marR="89144" marT="44572" marB="44572" anchor="ctr"/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foo() when foo = nil</a:t>
                      </a:r>
                    </a:p>
                  </a:txBody>
                  <a:tcPr marL="89144" marR="89144" marT="44572" marB="44572" anchor="ctr"/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Calling a non-function</a:t>
                      </a:r>
                    </a:p>
                  </a:txBody>
                  <a:tcPr marL="89144" marR="89144" marT="44572" marB="44572" anchor="ctr"/>
                </a:tc>
                <a:extLst>
                  <a:ext uri="{0D108BD9-81ED-4DB2-BD59-A6C34878D82A}">
                    <a16:rowId xmlns:a16="http://schemas.microsoft.com/office/drawing/2014/main" val="246766961"/>
                  </a:ext>
                </a:extLst>
              </a:tr>
              <a:tr h="659669">
                <a:tc>
                  <a:txBody>
                    <a:bodyPr/>
                    <a:lstStyle/>
                    <a:p>
                      <a:r>
                        <a:rPr lang="en-US" sz="1800"/>
                        <a:t>attempt to perform arithmetic on a nil value</a:t>
                      </a:r>
                    </a:p>
                  </a:txBody>
                  <a:tcPr marL="89144" marR="89144" marT="44572" marB="44572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x + 1 when x = nil</a:t>
                      </a:r>
                    </a:p>
                  </a:txBody>
                  <a:tcPr marL="89144" marR="89144" marT="44572" marB="44572" anchor="ctr"/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Using nil in math</a:t>
                      </a:r>
                    </a:p>
                  </a:txBody>
                  <a:tcPr marL="89144" marR="89144" marT="44572" marB="44572" anchor="ctr"/>
                </a:tc>
                <a:extLst>
                  <a:ext uri="{0D108BD9-81ED-4DB2-BD59-A6C34878D82A}">
                    <a16:rowId xmlns:a16="http://schemas.microsoft.com/office/drawing/2014/main" val="2602911022"/>
                  </a:ext>
                </a:extLst>
              </a:tr>
              <a:tr h="392236">
                <a:tc>
                  <a:txBody>
                    <a:bodyPr/>
                    <a:lstStyle/>
                    <a:p>
                      <a:r>
                        <a:rPr lang="en-IN" sz="1800"/>
                        <a:t>file not found</a:t>
                      </a:r>
                    </a:p>
                  </a:txBody>
                  <a:tcPr marL="89144" marR="89144" marT="44572" marB="44572" anchor="ctr"/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io.open("nofile.txt")</a:t>
                      </a:r>
                    </a:p>
                  </a:txBody>
                  <a:tcPr marL="89144" marR="89144" marT="44572" marB="44572" anchor="ctr"/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File doesn't exist</a:t>
                      </a:r>
                    </a:p>
                  </a:txBody>
                  <a:tcPr marL="89144" marR="89144" marT="44572" marB="44572" anchor="ctr"/>
                </a:tc>
                <a:extLst>
                  <a:ext uri="{0D108BD9-81ED-4DB2-BD59-A6C34878D82A}">
                    <a16:rowId xmlns:a16="http://schemas.microsoft.com/office/drawing/2014/main" val="2044069216"/>
                  </a:ext>
                </a:extLst>
              </a:tr>
              <a:tr h="392236">
                <a:tc>
                  <a:txBody>
                    <a:bodyPr/>
                    <a:lstStyle/>
                    <a:p>
                      <a:r>
                        <a:rPr lang="en-IN" sz="1800"/>
                        <a:t>bad argument #1</a:t>
                      </a:r>
                    </a:p>
                  </a:txBody>
                  <a:tcPr marL="89144" marR="89144" marT="44572" marB="44572" anchor="ctr"/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string.len(nil)</a:t>
                      </a:r>
                    </a:p>
                  </a:txBody>
                  <a:tcPr marL="89144" marR="89144" marT="44572" marB="44572" anchor="ctr"/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Invalid function argument</a:t>
                      </a:r>
                    </a:p>
                  </a:txBody>
                  <a:tcPr marL="89144" marR="89144" marT="44572" marB="44572" anchor="ctr"/>
                </a:tc>
                <a:extLst>
                  <a:ext uri="{0D108BD9-81ED-4DB2-BD59-A6C34878D82A}">
                    <a16:rowId xmlns:a16="http://schemas.microsoft.com/office/drawing/2014/main" val="1760916324"/>
                  </a:ext>
                </a:extLst>
              </a:tr>
              <a:tr h="392236">
                <a:tc>
                  <a:txBody>
                    <a:bodyPr/>
                    <a:lstStyle/>
                    <a:p>
                      <a:r>
                        <a:rPr lang="en-IN" sz="1800"/>
                        <a:t>division by zero</a:t>
                      </a:r>
                    </a:p>
                  </a:txBody>
                  <a:tcPr marL="89144" marR="89144" marT="44572" marB="44572" anchor="ctr"/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print(5 / 0)</a:t>
                      </a:r>
                    </a:p>
                  </a:txBody>
                  <a:tcPr marL="89144" marR="89144" marT="44572" marB="44572" anchor="ctr"/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Zero denominator</a:t>
                      </a:r>
                    </a:p>
                  </a:txBody>
                  <a:tcPr marL="89144" marR="89144" marT="44572" marB="44572" anchor="ctr"/>
                </a:tc>
                <a:extLst>
                  <a:ext uri="{0D108BD9-81ED-4DB2-BD59-A6C34878D82A}">
                    <a16:rowId xmlns:a16="http://schemas.microsoft.com/office/drawing/2014/main" val="1457618699"/>
                  </a:ext>
                </a:extLst>
              </a:tr>
              <a:tr h="659669">
                <a:tc>
                  <a:txBody>
                    <a:bodyPr/>
                    <a:lstStyle/>
                    <a:p>
                      <a:r>
                        <a:rPr lang="en-IN" sz="1800"/>
                        <a:t>stack overflow</a:t>
                      </a:r>
                    </a:p>
                  </a:txBody>
                  <a:tcPr marL="89144" marR="89144" marT="44572" marB="44572" anchor="ctr"/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Infinite recursion</a:t>
                      </a:r>
                    </a:p>
                  </a:txBody>
                  <a:tcPr marL="89144" marR="89144" marT="44572" marB="44572" anchor="ctr"/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Function calls itself endlessly</a:t>
                      </a:r>
                    </a:p>
                  </a:txBody>
                  <a:tcPr marL="89144" marR="89144" marT="44572" marB="44572" anchor="ctr"/>
                </a:tc>
                <a:extLst>
                  <a:ext uri="{0D108BD9-81ED-4DB2-BD59-A6C34878D82A}">
                    <a16:rowId xmlns:a16="http://schemas.microsoft.com/office/drawing/2014/main" val="10620821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70555534"/>
      </p:ext>
    </p:extLst>
  </p:cSld>
  <p:clrMapOvr>
    <a:masterClrMapping/>
  </p:clrMapOvr>
</p:sld>
</file>

<file path=ppt/slides/slide3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14171E9-C26F-47DF-82ED-7382EAFB5354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57201" y="1381125"/>
            <a:ext cx="8228012" cy="785553"/>
          </a:xfrm>
        </p:spPr>
        <p:txBody>
          <a:bodyPr/>
          <a:lstStyle/>
          <a:p>
            <a:r>
              <a:rPr lang="en-IN" dirty="0"/>
              <a:t>pcall(</a:t>
            </a:r>
            <a:r>
              <a:rPr lang="en-IN" dirty="0" err="1"/>
              <a:t>func</a:t>
            </a:r>
            <a:r>
              <a:rPr lang="en-IN" dirty="0"/>
              <a:t>, ...) – Protected Call</a:t>
            </a:r>
          </a:p>
          <a:p>
            <a:endParaRPr lang="en-IN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1338D7A-E548-7669-6A4C-14994F41C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Error Handling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6A77F9-88F7-C429-BE65-88BC87B40C11}"/>
              </a:ext>
            </a:extLst>
          </p:cNvPr>
          <p:cNvSpPr txBox="1"/>
          <p:nvPr/>
        </p:nvSpPr>
        <p:spPr>
          <a:xfrm>
            <a:off x="1295400" y="2362200"/>
            <a:ext cx="5791200" cy="2585323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/>
              <a:t>local success, result = </a:t>
            </a:r>
            <a:r>
              <a:rPr lang="en-US" b="1" dirty="0" err="1"/>
              <a:t>pcall</a:t>
            </a:r>
            <a:r>
              <a:rPr lang="en-US" b="1" dirty="0"/>
              <a:t>(function()</a:t>
            </a:r>
          </a:p>
          <a:p>
            <a:r>
              <a:rPr lang="en-US" b="1" dirty="0"/>
              <a:t>    return 10 / 0</a:t>
            </a:r>
          </a:p>
          <a:p>
            <a:r>
              <a:rPr lang="en-US" b="1" dirty="0"/>
              <a:t>end)</a:t>
            </a:r>
          </a:p>
          <a:p>
            <a:endParaRPr lang="en-US" b="1" dirty="0"/>
          </a:p>
          <a:p>
            <a:r>
              <a:rPr lang="en-US" b="1" dirty="0"/>
              <a:t>if success then</a:t>
            </a:r>
          </a:p>
          <a:p>
            <a:r>
              <a:rPr lang="en-US" b="1" dirty="0"/>
              <a:t>    print("Result:", result)</a:t>
            </a:r>
          </a:p>
          <a:p>
            <a:r>
              <a:rPr lang="en-US" b="1" dirty="0"/>
              <a:t>else</a:t>
            </a:r>
          </a:p>
          <a:p>
            <a:r>
              <a:rPr lang="en-US" b="1" dirty="0"/>
              <a:t>    print("Error:", result)</a:t>
            </a:r>
          </a:p>
          <a:p>
            <a:r>
              <a:rPr lang="en-US" b="1" dirty="0"/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290571501"/>
      </p:ext>
    </p:extLst>
  </p:cSld>
  <p:clrMapOvr>
    <a:masterClrMapping/>
  </p:clrMapOvr>
</p:sld>
</file>

<file path=ppt/slides/slide3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546653-9216-A4F8-AA22-EE9EDD92AE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AE5B044-A6D4-6CA6-B239-6D61DD67491E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57201" y="1381125"/>
            <a:ext cx="8228012" cy="785553"/>
          </a:xfrm>
        </p:spPr>
        <p:txBody>
          <a:bodyPr/>
          <a:lstStyle/>
          <a:p>
            <a:r>
              <a:rPr lang="en-US" dirty="0"/>
              <a:t>xpcall(</a:t>
            </a:r>
            <a:r>
              <a:rPr lang="en-US" dirty="0" err="1"/>
              <a:t>func</a:t>
            </a:r>
            <a:r>
              <a:rPr lang="en-US" dirty="0"/>
              <a:t>, </a:t>
            </a:r>
            <a:r>
              <a:rPr lang="en-US" dirty="0" err="1"/>
              <a:t>error_handler</a:t>
            </a:r>
            <a:r>
              <a:rPr lang="en-US" dirty="0"/>
              <a:t>) – Advanced Protected Call</a:t>
            </a:r>
            <a:endParaRPr lang="en-IN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881B29A-4222-57D9-7230-14EC9DB409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Error Handling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CFC419-02C7-D065-EC41-1634D9E0C01A}"/>
              </a:ext>
            </a:extLst>
          </p:cNvPr>
          <p:cNvSpPr txBox="1"/>
          <p:nvPr/>
        </p:nvSpPr>
        <p:spPr>
          <a:xfrm>
            <a:off x="762000" y="2286000"/>
            <a:ext cx="7543800" cy="286232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dirty="0"/>
              <a:t>local function risky()</a:t>
            </a:r>
          </a:p>
          <a:p>
            <a:r>
              <a:rPr lang="en-IN" dirty="0"/>
              <a:t>    error("Something broke!")</a:t>
            </a:r>
          </a:p>
          <a:p>
            <a:r>
              <a:rPr lang="en-IN" dirty="0"/>
              <a:t>end</a:t>
            </a:r>
          </a:p>
          <a:p>
            <a:endParaRPr lang="en-IN" dirty="0"/>
          </a:p>
          <a:p>
            <a:r>
              <a:rPr lang="en-IN" dirty="0"/>
              <a:t>local function handler(err)</a:t>
            </a:r>
          </a:p>
          <a:p>
            <a:r>
              <a:rPr lang="en-IN" dirty="0"/>
              <a:t>    return "Custom Handler: " .. err</a:t>
            </a:r>
          </a:p>
          <a:p>
            <a:r>
              <a:rPr lang="en-IN" dirty="0"/>
              <a:t>end</a:t>
            </a:r>
          </a:p>
          <a:p>
            <a:endParaRPr lang="en-IN" dirty="0"/>
          </a:p>
          <a:p>
            <a:r>
              <a:rPr lang="en-IN" dirty="0"/>
              <a:t>local ok, result = </a:t>
            </a:r>
            <a:r>
              <a:rPr lang="en-IN" dirty="0" err="1"/>
              <a:t>xpcall</a:t>
            </a:r>
            <a:r>
              <a:rPr lang="en-IN" dirty="0"/>
              <a:t>(risky, handler)</a:t>
            </a:r>
          </a:p>
          <a:p>
            <a:r>
              <a:rPr lang="en-IN" dirty="0"/>
              <a:t>print(result)</a:t>
            </a:r>
          </a:p>
        </p:txBody>
      </p:sp>
    </p:spTree>
    <p:extLst>
      <p:ext uri="{BB962C8B-B14F-4D97-AF65-F5344CB8AC3E}">
        <p14:creationId xmlns:p14="http://schemas.microsoft.com/office/powerpoint/2010/main" val="3208556472"/>
      </p:ext>
    </p:extLst>
  </p:cSld>
  <p:clrMapOvr>
    <a:masterClrMapping/>
  </p:clrMapOvr>
</p:sld>
</file>

<file path=ppt/slides/slide3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7B0328-C8B4-C70D-FCB4-D183DD2C87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7518073-E07D-8445-A12E-1FEBE4DC3F4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57201" y="1381125"/>
            <a:ext cx="8228012" cy="785553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error(message [, level]) – Throw an Error</a:t>
            </a:r>
          </a:p>
          <a:p>
            <a:r>
              <a:rPr lang="en-US" dirty="0"/>
              <a:t>Forcefully raise your own error.</a:t>
            </a:r>
            <a:endParaRPr lang="en-IN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3DCDC6A-8566-97BF-D2FA-33E677188B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Error Handling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39DD50-ECD3-96DC-11B4-51A911ED6486}"/>
              </a:ext>
            </a:extLst>
          </p:cNvPr>
          <p:cNvSpPr txBox="1"/>
          <p:nvPr/>
        </p:nvSpPr>
        <p:spPr>
          <a:xfrm>
            <a:off x="1447800" y="2551837"/>
            <a:ext cx="4581624" cy="1938992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000" dirty="0"/>
              <a:t>function withdraw(balance, amount)</a:t>
            </a:r>
          </a:p>
          <a:p>
            <a:r>
              <a:rPr lang="en-US" sz="2000" dirty="0"/>
              <a:t>    if amount &gt; balance then</a:t>
            </a:r>
          </a:p>
          <a:p>
            <a:r>
              <a:rPr lang="en-US" sz="2000" dirty="0"/>
              <a:t>        error("Insufficient balance")</a:t>
            </a:r>
          </a:p>
          <a:p>
            <a:r>
              <a:rPr lang="en-US" sz="2000" dirty="0"/>
              <a:t>    end</a:t>
            </a:r>
          </a:p>
          <a:p>
            <a:r>
              <a:rPr lang="en-US" sz="2000" dirty="0"/>
              <a:t>    return balance - amount</a:t>
            </a:r>
          </a:p>
          <a:p>
            <a:r>
              <a:rPr lang="en-US" sz="2000" dirty="0"/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1969470825"/>
      </p:ext>
    </p:extLst>
  </p:cSld>
  <p:clrMapOvr>
    <a:masterClrMapping/>
  </p:clrMapOvr>
</p:sld>
</file>

<file path=ppt/slides/slide3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CA1010-CC93-8AE0-CC81-80CD3788A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B2280A3-6395-668B-6CB2-E69834B83EA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57201" y="1381125"/>
            <a:ext cx="8228012" cy="981075"/>
          </a:xfrm>
        </p:spPr>
        <p:txBody>
          <a:bodyPr>
            <a:normAutofit/>
          </a:bodyPr>
          <a:lstStyle/>
          <a:p>
            <a:r>
              <a:rPr lang="en-US" dirty="0"/>
              <a:t>assert(condition, [message]) – Auto Error If False</a:t>
            </a:r>
          </a:p>
          <a:p>
            <a:r>
              <a:rPr lang="en-US" dirty="0"/>
              <a:t>Used to validate inputs or assumptions.</a:t>
            </a:r>
            <a:endParaRPr lang="en-IN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052D1F4-4338-CF38-F2C2-470EF8C17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Error Handling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A28472-87DF-F9A1-86EE-24587610C856}"/>
              </a:ext>
            </a:extLst>
          </p:cNvPr>
          <p:cNvSpPr txBox="1"/>
          <p:nvPr/>
        </p:nvSpPr>
        <p:spPr>
          <a:xfrm>
            <a:off x="1143000" y="2782669"/>
            <a:ext cx="6096000" cy="83099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dirty="0"/>
              <a:t>local file = assert(</a:t>
            </a:r>
            <a:r>
              <a:rPr lang="en-US" sz="2400" dirty="0" err="1"/>
              <a:t>io.open</a:t>
            </a:r>
            <a:r>
              <a:rPr lang="en-US" sz="2400" dirty="0"/>
              <a:t>("data.txt", "r"), "File not found!")</a:t>
            </a:r>
          </a:p>
        </p:txBody>
      </p:sp>
    </p:spTree>
    <p:extLst>
      <p:ext uri="{BB962C8B-B14F-4D97-AF65-F5344CB8AC3E}">
        <p14:creationId xmlns:p14="http://schemas.microsoft.com/office/powerpoint/2010/main" val="1646288415"/>
      </p:ext>
    </p:extLst>
  </p:cSld>
  <p:clrMapOvr>
    <a:masterClrMapping/>
  </p:clrMapOvr>
</p:sld>
</file>

<file path=ppt/slides/slide3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C836DDD-D64E-E7FC-623C-0BE52FC08680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dirty="0"/>
              <a:t>function risky()</a:t>
            </a:r>
          </a:p>
          <a:p>
            <a:r>
              <a:rPr lang="en-IN" dirty="0"/>
              <a:t>    error("Something went wrong")</a:t>
            </a:r>
          </a:p>
          <a:p>
            <a:r>
              <a:rPr lang="en-IN" dirty="0"/>
              <a:t>end</a:t>
            </a:r>
          </a:p>
          <a:p>
            <a:endParaRPr lang="en-IN" dirty="0"/>
          </a:p>
          <a:p>
            <a:r>
              <a:rPr lang="en-IN" dirty="0"/>
              <a:t>function trace(err)</a:t>
            </a:r>
          </a:p>
          <a:p>
            <a:r>
              <a:rPr lang="en-IN" dirty="0"/>
              <a:t>    return </a:t>
            </a:r>
            <a:r>
              <a:rPr lang="en-IN" dirty="0" err="1"/>
              <a:t>debug.traceback</a:t>
            </a:r>
            <a:r>
              <a:rPr lang="en-IN" dirty="0"/>
              <a:t>("Error: " .. err, 2)</a:t>
            </a:r>
          </a:p>
          <a:p>
            <a:r>
              <a:rPr lang="en-IN" dirty="0"/>
              <a:t>end</a:t>
            </a:r>
          </a:p>
          <a:p>
            <a:endParaRPr lang="en-IN" dirty="0"/>
          </a:p>
          <a:p>
            <a:r>
              <a:rPr lang="en-IN" dirty="0"/>
              <a:t>local ok, result = </a:t>
            </a:r>
            <a:r>
              <a:rPr lang="en-IN" dirty="0" err="1"/>
              <a:t>xpcall</a:t>
            </a:r>
            <a:r>
              <a:rPr lang="en-IN" dirty="0"/>
              <a:t>(risky, trace)</a:t>
            </a:r>
          </a:p>
          <a:p>
            <a:r>
              <a:rPr lang="en-IN" dirty="0"/>
              <a:t>print(result)</a:t>
            </a:r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C270494-6C68-9961-E55D-7383493502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Error Traces</a:t>
            </a:r>
          </a:p>
        </p:txBody>
      </p:sp>
    </p:spTree>
    <p:extLst>
      <p:ext uri="{BB962C8B-B14F-4D97-AF65-F5344CB8AC3E}">
        <p14:creationId xmlns:p14="http://schemas.microsoft.com/office/powerpoint/2010/main" val="1314206405"/>
      </p:ext>
    </p:extLst>
  </p:cSld>
  <p:clrMapOvr>
    <a:masterClrMapping/>
  </p:clrMapOvr>
</p:sld>
</file>

<file path=ppt/slides/slide3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7E4471-1E0E-AE5D-B3CE-E851FC8FB0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6E64E95-AFBA-5A0C-EA0E-5062ABDCE8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Error Traces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C44A2DA-E025-9A16-402B-567D612426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6428938"/>
              </p:ext>
            </p:extLst>
          </p:nvPr>
        </p:nvGraphicFramePr>
        <p:xfrm>
          <a:off x="457200" y="1981200"/>
          <a:ext cx="8228012" cy="256032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990600">
                  <a:extLst>
                    <a:ext uri="{9D8B030D-6E8A-4147-A177-3AD203B41FA5}">
                      <a16:colId xmlns:a16="http://schemas.microsoft.com/office/drawing/2014/main" val="1385343948"/>
                    </a:ext>
                  </a:extLst>
                </a:gridCol>
                <a:gridCol w="7237412">
                  <a:extLst>
                    <a:ext uri="{9D8B030D-6E8A-4147-A177-3AD203B41FA5}">
                      <a16:colId xmlns:a16="http://schemas.microsoft.com/office/drawing/2014/main" val="1859816019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r"/>
                      <a:r>
                        <a:rPr lang="en-IN" sz="1800"/>
                        <a:t>level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Meaning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3280338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r"/>
                      <a:r>
                        <a:rPr lang="en-IN" sz="180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Start traceback from the </a:t>
                      </a:r>
                      <a:r>
                        <a:rPr lang="en-US" sz="1800" b="1"/>
                        <a:t>current function</a:t>
                      </a:r>
                      <a:r>
                        <a:rPr lang="en-US" sz="1800"/>
                        <a:t> (debug.traceback)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088294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r"/>
                      <a:r>
                        <a:rPr lang="en-IN" sz="180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Start from the </a:t>
                      </a:r>
                      <a:r>
                        <a:rPr lang="en-US" sz="1800" b="1"/>
                        <a:t>caller</a:t>
                      </a:r>
                      <a:r>
                        <a:rPr lang="en-US" sz="1800"/>
                        <a:t> of debug.traceback (skip current function)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907944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r"/>
                      <a:r>
                        <a:rPr lang="en-IN" sz="1800"/>
                        <a:t>3+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Skip even more levels (e.g., caller of the caller)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095623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11893201"/>
      </p:ext>
    </p:extLst>
  </p:cSld>
  <p:clrMapOvr>
    <a:masterClrMapping/>
  </p:clrMapOvr>
</p:sld>
</file>

<file path=ppt/slides/slide3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897B6AF-0ACD-380E-EC75-B00674EB013A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b="1" dirty="0"/>
              <a:t>Serialization</a:t>
            </a:r>
            <a:r>
              <a:rPr lang="en-US" dirty="0"/>
              <a:t> is the process of converting data structures (tables, strings, numbers) into a format that can be stored (e.g., in a file) or transmitted and later reconstructed.</a:t>
            </a:r>
          </a:p>
          <a:p>
            <a:r>
              <a:rPr lang="en-US" dirty="0"/>
              <a:t>Lua does not have built-in serialization like JSON or pickle, but you can easily implement or use a simple serializer.</a:t>
            </a:r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077D7F4-12C2-A2D9-98A1-0BA63BE5DF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File Serialization</a:t>
            </a:r>
          </a:p>
        </p:txBody>
      </p:sp>
    </p:spTree>
    <p:extLst>
      <p:ext uri="{BB962C8B-B14F-4D97-AF65-F5344CB8AC3E}">
        <p14:creationId xmlns:p14="http://schemas.microsoft.com/office/powerpoint/2010/main" val="3324585300"/>
      </p:ext>
    </p:extLst>
  </p:cSld>
  <p:clrMapOvr>
    <a:masterClrMapping/>
  </p:clrMapOvr>
</p:sld>
</file>

<file path=ppt/slides/slide3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4E3DE1B-28E0-0011-94C4-0345DE582A85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Simple Manual Serialization to Lua File</a:t>
            </a:r>
          </a:p>
          <a:p>
            <a:r>
              <a:rPr lang="en-US" dirty="0"/>
              <a:t>Serialize to JSON (if you want text-based format)</a:t>
            </a:r>
          </a:p>
          <a:p>
            <a:r>
              <a:rPr lang="en-US" dirty="0"/>
              <a:t>Serialize to CSV (for tables)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92BFAD3-80B6-6DC7-CAD5-C85DBE2CF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Types of Serialization</a:t>
            </a:r>
          </a:p>
        </p:txBody>
      </p:sp>
    </p:spTree>
    <p:extLst>
      <p:ext uri="{BB962C8B-B14F-4D97-AF65-F5344CB8AC3E}">
        <p14:creationId xmlns:p14="http://schemas.microsoft.com/office/powerpoint/2010/main" val="2755446600"/>
      </p:ext>
    </p:extLst>
  </p:cSld>
  <p:clrMapOvr>
    <a:masterClrMapping/>
  </p:clrMapOvr>
</p:sld>
</file>

<file path=ppt/slides/slide3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46607A0-BB1B-E744-F763-925AC72315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035" y="170122"/>
            <a:ext cx="8205261" cy="785553"/>
          </a:xfrm>
        </p:spPr>
        <p:txBody>
          <a:bodyPr anchor="b">
            <a:normAutofit/>
          </a:bodyPr>
          <a:lstStyle/>
          <a:p>
            <a:r>
              <a:rPr lang="en-US" dirty="0"/>
              <a:t>When to Use Which Format</a:t>
            </a: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06BA932-4918-2A69-B8FA-2E6C675BA7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0192245"/>
              </p:ext>
            </p:extLst>
          </p:nvPr>
        </p:nvGraphicFramePr>
        <p:xfrm>
          <a:off x="1120021" y="1381125"/>
          <a:ext cx="6902373" cy="4824414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1274668">
                  <a:extLst>
                    <a:ext uri="{9D8B030D-6E8A-4147-A177-3AD203B41FA5}">
                      <a16:colId xmlns:a16="http://schemas.microsoft.com/office/drawing/2014/main" val="661736086"/>
                    </a:ext>
                  </a:extLst>
                </a:gridCol>
                <a:gridCol w="1960308">
                  <a:extLst>
                    <a:ext uri="{9D8B030D-6E8A-4147-A177-3AD203B41FA5}">
                      <a16:colId xmlns:a16="http://schemas.microsoft.com/office/drawing/2014/main" val="4175095697"/>
                    </a:ext>
                  </a:extLst>
                </a:gridCol>
                <a:gridCol w="1586323">
                  <a:extLst>
                    <a:ext uri="{9D8B030D-6E8A-4147-A177-3AD203B41FA5}">
                      <a16:colId xmlns:a16="http://schemas.microsoft.com/office/drawing/2014/main" val="14013580"/>
                    </a:ext>
                  </a:extLst>
                </a:gridCol>
                <a:gridCol w="2081074">
                  <a:extLst>
                    <a:ext uri="{9D8B030D-6E8A-4147-A177-3AD203B41FA5}">
                      <a16:colId xmlns:a16="http://schemas.microsoft.com/office/drawing/2014/main" val="3321681029"/>
                    </a:ext>
                  </a:extLst>
                </a:gridCol>
              </a:tblGrid>
              <a:tr h="830248">
                <a:tc>
                  <a:txBody>
                    <a:bodyPr/>
                    <a:lstStyle/>
                    <a:p>
                      <a:r>
                        <a:rPr lang="en-IN" sz="2200"/>
                        <a:t>Format</a:t>
                      </a:r>
                    </a:p>
                  </a:txBody>
                  <a:tcPr marL="112196" marR="112196" marT="56098" marB="56098" anchor="ctr"/>
                </a:tc>
                <a:tc>
                  <a:txBody>
                    <a:bodyPr/>
                    <a:lstStyle/>
                    <a:p>
                      <a:r>
                        <a:rPr lang="en-IN" sz="2200"/>
                        <a:t>Best For</a:t>
                      </a:r>
                    </a:p>
                  </a:txBody>
                  <a:tcPr marL="112196" marR="112196" marT="56098" marB="56098" anchor="ctr"/>
                </a:tc>
                <a:tc>
                  <a:txBody>
                    <a:bodyPr/>
                    <a:lstStyle/>
                    <a:p>
                      <a:r>
                        <a:rPr lang="en-IN" sz="2200"/>
                        <a:t>Human-Readable</a:t>
                      </a:r>
                    </a:p>
                  </a:txBody>
                  <a:tcPr marL="112196" marR="112196" marT="56098" marB="56098" anchor="ctr"/>
                </a:tc>
                <a:tc>
                  <a:txBody>
                    <a:bodyPr/>
                    <a:lstStyle/>
                    <a:p>
                      <a:r>
                        <a:rPr lang="en-IN" sz="2200"/>
                        <a:t>Portable</a:t>
                      </a:r>
                    </a:p>
                  </a:txBody>
                  <a:tcPr marL="112196" marR="112196" marT="56098" marB="56098" anchor="ctr"/>
                </a:tc>
                <a:extLst>
                  <a:ext uri="{0D108BD9-81ED-4DB2-BD59-A6C34878D82A}">
                    <a16:rowId xmlns:a16="http://schemas.microsoft.com/office/drawing/2014/main" val="3909494205"/>
                  </a:ext>
                </a:extLst>
              </a:tr>
              <a:tr h="830248">
                <a:tc>
                  <a:txBody>
                    <a:bodyPr/>
                    <a:lstStyle/>
                    <a:p>
                      <a:r>
                        <a:rPr lang="en-IN" sz="2200"/>
                        <a:t>.lua</a:t>
                      </a:r>
                    </a:p>
                  </a:txBody>
                  <a:tcPr marL="112196" marR="112196" marT="56098" marB="56098" anchor="ctr"/>
                </a:tc>
                <a:tc>
                  <a:txBody>
                    <a:bodyPr/>
                    <a:lstStyle/>
                    <a:p>
                      <a:r>
                        <a:rPr lang="en-IN" sz="2200"/>
                        <a:t>Lua apps, config files</a:t>
                      </a:r>
                    </a:p>
                  </a:txBody>
                  <a:tcPr marL="112196" marR="112196" marT="56098" marB="56098" anchor="ctr"/>
                </a:tc>
                <a:tc>
                  <a:txBody>
                    <a:bodyPr/>
                    <a:lstStyle/>
                    <a:p>
                      <a:r>
                        <a:rPr lang="en-IN" sz="2200"/>
                        <a:t>✅ Yes</a:t>
                      </a:r>
                    </a:p>
                  </a:txBody>
                  <a:tcPr marL="112196" marR="112196" marT="56098" marB="56098" anchor="ctr"/>
                </a:tc>
                <a:tc>
                  <a:txBody>
                    <a:bodyPr/>
                    <a:lstStyle/>
                    <a:p>
                      <a:r>
                        <a:rPr lang="en-IN" sz="2200"/>
                        <a:t>❌ Lua only</a:t>
                      </a:r>
                    </a:p>
                  </a:txBody>
                  <a:tcPr marL="112196" marR="112196" marT="56098" marB="56098" anchor="ctr"/>
                </a:tc>
                <a:extLst>
                  <a:ext uri="{0D108BD9-81ED-4DB2-BD59-A6C34878D82A}">
                    <a16:rowId xmlns:a16="http://schemas.microsoft.com/office/drawing/2014/main" val="1653355531"/>
                  </a:ext>
                </a:extLst>
              </a:tr>
              <a:tr h="1166835">
                <a:tc>
                  <a:txBody>
                    <a:bodyPr/>
                    <a:lstStyle/>
                    <a:p>
                      <a:r>
                        <a:rPr lang="en-IN" sz="2200"/>
                        <a:t>.json</a:t>
                      </a:r>
                    </a:p>
                  </a:txBody>
                  <a:tcPr marL="112196" marR="112196" marT="56098" marB="56098" anchor="ctr"/>
                </a:tc>
                <a:tc>
                  <a:txBody>
                    <a:bodyPr/>
                    <a:lstStyle/>
                    <a:p>
                      <a:r>
                        <a:rPr lang="en-IN" sz="2200"/>
                        <a:t>Web, APIs, cross-language</a:t>
                      </a:r>
                    </a:p>
                  </a:txBody>
                  <a:tcPr marL="112196" marR="112196" marT="56098" marB="56098" anchor="ctr"/>
                </a:tc>
                <a:tc>
                  <a:txBody>
                    <a:bodyPr/>
                    <a:lstStyle/>
                    <a:p>
                      <a:r>
                        <a:rPr lang="en-IN" sz="2200"/>
                        <a:t>✅ Yes</a:t>
                      </a:r>
                    </a:p>
                  </a:txBody>
                  <a:tcPr marL="112196" marR="112196" marT="56098" marB="56098" anchor="ctr"/>
                </a:tc>
                <a:tc>
                  <a:txBody>
                    <a:bodyPr/>
                    <a:lstStyle/>
                    <a:p>
                      <a:r>
                        <a:rPr lang="en-IN" sz="2200"/>
                        <a:t>✅ Yes</a:t>
                      </a:r>
                    </a:p>
                  </a:txBody>
                  <a:tcPr marL="112196" marR="112196" marT="56098" marB="56098" anchor="ctr"/>
                </a:tc>
                <a:extLst>
                  <a:ext uri="{0D108BD9-81ED-4DB2-BD59-A6C34878D82A}">
                    <a16:rowId xmlns:a16="http://schemas.microsoft.com/office/drawing/2014/main" val="3583110998"/>
                  </a:ext>
                </a:extLst>
              </a:tr>
              <a:tr h="830248">
                <a:tc>
                  <a:txBody>
                    <a:bodyPr/>
                    <a:lstStyle/>
                    <a:p>
                      <a:r>
                        <a:rPr lang="en-IN" sz="2200"/>
                        <a:t>.csv</a:t>
                      </a:r>
                    </a:p>
                  </a:txBody>
                  <a:tcPr marL="112196" marR="112196" marT="56098" marB="56098" anchor="ctr"/>
                </a:tc>
                <a:tc>
                  <a:txBody>
                    <a:bodyPr/>
                    <a:lstStyle/>
                    <a:p>
                      <a:r>
                        <a:rPr lang="en-IN" sz="2200"/>
                        <a:t>Flat tabular data (Excel)</a:t>
                      </a:r>
                    </a:p>
                  </a:txBody>
                  <a:tcPr marL="112196" marR="112196" marT="56098" marB="56098" anchor="ctr"/>
                </a:tc>
                <a:tc>
                  <a:txBody>
                    <a:bodyPr/>
                    <a:lstStyle/>
                    <a:p>
                      <a:r>
                        <a:rPr lang="en-IN" sz="2200"/>
                        <a:t>✅ Yes</a:t>
                      </a:r>
                    </a:p>
                  </a:txBody>
                  <a:tcPr marL="112196" marR="112196" marT="56098" marB="56098" anchor="ctr"/>
                </a:tc>
                <a:tc>
                  <a:txBody>
                    <a:bodyPr/>
                    <a:lstStyle/>
                    <a:p>
                      <a:r>
                        <a:rPr lang="en-IN" sz="2200"/>
                        <a:t>✅ Yes</a:t>
                      </a:r>
                    </a:p>
                  </a:txBody>
                  <a:tcPr marL="112196" marR="112196" marT="56098" marB="56098" anchor="ctr"/>
                </a:tc>
                <a:extLst>
                  <a:ext uri="{0D108BD9-81ED-4DB2-BD59-A6C34878D82A}">
                    <a16:rowId xmlns:a16="http://schemas.microsoft.com/office/drawing/2014/main" val="927161431"/>
                  </a:ext>
                </a:extLst>
              </a:tr>
              <a:tr h="1166835">
                <a:tc>
                  <a:txBody>
                    <a:bodyPr/>
                    <a:lstStyle/>
                    <a:p>
                      <a:r>
                        <a:rPr lang="en-IN" sz="2200"/>
                        <a:t>Binary</a:t>
                      </a:r>
                    </a:p>
                  </a:txBody>
                  <a:tcPr marL="112196" marR="112196" marT="56098" marB="56098" anchor="ctr"/>
                </a:tc>
                <a:tc>
                  <a:txBody>
                    <a:bodyPr/>
                    <a:lstStyle/>
                    <a:p>
                      <a:r>
                        <a:rPr lang="en-IN" sz="2200"/>
                        <a:t>Fast but non-human readable</a:t>
                      </a:r>
                    </a:p>
                  </a:txBody>
                  <a:tcPr marL="112196" marR="112196" marT="56098" marB="56098" anchor="ctr"/>
                </a:tc>
                <a:tc>
                  <a:txBody>
                    <a:bodyPr/>
                    <a:lstStyle/>
                    <a:p>
                      <a:r>
                        <a:rPr lang="en-IN" sz="2200"/>
                        <a:t>❌ No</a:t>
                      </a:r>
                    </a:p>
                  </a:txBody>
                  <a:tcPr marL="112196" marR="112196" marT="56098" marB="56098" anchor="ctr"/>
                </a:tc>
                <a:tc>
                  <a:txBody>
                    <a:bodyPr/>
                    <a:lstStyle/>
                    <a:p>
                      <a:r>
                        <a:rPr lang="en-IN" sz="2200"/>
                        <a:t>✅ With spec</a:t>
                      </a:r>
                    </a:p>
                  </a:txBody>
                  <a:tcPr marL="112196" marR="112196" marT="56098" marB="56098" anchor="ctr"/>
                </a:tc>
                <a:extLst>
                  <a:ext uri="{0D108BD9-81ED-4DB2-BD59-A6C34878D82A}">
                    <a16:rowId xmlns:a16="http://schemas.microsoft.com/office/drawing/2014/main" val="15793110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73685832"/>
      </p:ext>
    </p:extLst>
  </p:cSld>
  <p:clrMapOvr>
    <a:masterClrMapping/>
  </p:clrMapOvr>
</p:sld>
</file>

<file path=ppt/slides/slide3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A6304F8-40D4-C8B1-5BC5-FD0CA82449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Serialization to </a:t>
            </a:r>
            <a:r>
              <a:rPr lang="en-IN" dirty="0" err="1"/>
              <a:t>json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C20065-2CB8-4176-31F7-88B0384A94A9}"/>
              </a:ext>
            </a:extLst>
          </p:cNvPr>
          <p:cNvSpPr txBox="1"/>
          <p:nvPr/>
        </p:nvSpPr>
        <p:spPr>
          <a:xfrm>
            <a:off x="1219200" y="1951672"/>
            <a:ext cx="5715000" cy="193899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2400" dirty="0"/>
              <a:t>local </a:t>
            </a:r>
            <a:r>
              <a:rPr lang="en-IN" sz="2400" dirty="0" err="1"/>
              <a:t>json</a:t>
            </a:r>
            <a:r>
              <a:rPr lang="en-IN" sz="2400" dirty="0"/>
              <a:t> = require("</a:t>
            </a:r>
            <a:r>
              <a:rPr lang="en-IN" sz="2400" dirty="0" err="1"/>
              <a:t>dkjson</a:t>
            </a:r>
            <a:r>
              <a:rPr lang="en-IN" sz="2400" dirty="0"/>
              <a:t>")</a:t>
            </a:r>
          </a:p>
          <a:p>
            <a:r>
              <a:rPr lang="en-IN" sz="2400" dirty="0"/>
              <a:t>local encoded = </a:t>
            </a:r>
            <a:r>
              <a:rPr lang="en-IN" sz="2400" dirty="0" err="1"/>
              <a:t>json.encode</a:t>
            </a:r>
            <a:r>
              <a:rPr lang="en-IN" sz="2400" dirty="0"/>
              <a:t>(data)</a:t>
            </a:r>
          </a:p>
          <a:p>
            <a:r>
              <a:rPr lang="en-IN" sz="2400" dirty="0"/>
              <a:t>local f = </a:t>
            </a:r>
            <a:r>
              <a:rPr lang="en-IN" sz="2400" dirty="0" err="1"/>
              <a:t>io.open</a:t>
            </a:r>
            <a:r>
              <a:rPr lang="en-IN" sz="2400" dirty="0"/>
              <a:t>("</a:t>
            </a:r>
            <a:r>
              <a:rPr lang="en-IN" sz="2400" dirty="0" err="1"/>
              <a:t>data.json</a:t>
            </a:r>
            <a:r>
              <a:rPr lang="en-IN" sz="2400" dirty="0"/>
              <a:t>", "w")</a:t>
            </a:r>
          </a:p>
          <a:p>
            <a:r>
              <a:rPr lang="en-IN" sz="2400" dirty="0"/>
              <a:t>f:write(encoded)</a:t>
            </a:r>
          </a:p>
          <a:p>
            <a:r>
              <a:rPr lang="en-IN" sz="2400" dirty="0"/>
              <a:t>f:close()</a:t>
            </a:r>
          </a:p>
        </p:txBody>
      </p:sp>
    </p:spTree>
    <p:extLst>
      <p:ext uri="{BB962C8B-B14F-4D97-AF65-F5344CB8AC3E}">
        <p14:creationId xmlns:p14="http://schemas.microsoft.com/office/powerpoint/2010/main" val="3332935750"/>
      </p:ext>
    </p:extLst>
  </p:cSld>
  <p:clrMapOvr>
    <a:masterClrMapping/>
  </p:clrMapOvr>
</p:sld>
</file>

<file path=ppt/slides/slide3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AFDB52B-9512-60E0-BCFB-DEEE7B5E1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Without Cycles (Simple Tree)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4DD7FE1-F2F6-2F31-27B5-F199E3AF0DF4}"/>
              </a:ext>
            </a:extLst>
          </p:cNvPr>
          <p:cNvSpPr txBox="1"/>
          <p:nvPr/>
        </p:nvSpPr>
        <p:spPr>
          <a:xfrm>
            <a:off x="990600" y="1984542"/>
            <a:ext cx="6019800" cy="255454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 b="1" dirty="0"/>
              <a:t>local t1 = {</a:t>
            </a:r>
          </a:p>
          <a:p>
            <a:r>
              <a:rPr lang="en-US" sz="2000" b="1" dirty="0"/>
              <a:t>  name = "Alice",</a:t>
            </a:r>
          </a:p>
          <a:p>
            <a:r>
              <a:rPr lang="en-US" sz="2000" b="1" dirty="0"/>
              <a:t>  age = 25,</a:t>
            </a:r>
          </a:p>
          <a:p>
            <a:r>
              <a:rPr lang="en-US" sz="2000" b="1" dirty="0"/>
              <a:t>  address = {</a:t>
            </a:r>
          </a:p>
          <a:p>
            <a:r>
              <a:rPr lang="en-US" sz="2000" b="1" dirty="0"/>
              <a:t>    city = "New York",</a:t>
            </a:r>
          </a:p>
          <a:p>
            <a:r>
              <a:rPr lang="en-US" sz="2000" b="1" dirty="0"/>
              <a:t>    zip = "10001"</a:t>
            </a:r>
          </a:p>
          <a:p>
            <a:r>
              <a:rPr lang="en-US" sz="2000" b="1" dirty="0"/>
              <a:t>  }</a:t>
            </a:r>
          </a:p>
          <a:p>
            <a:r>
              <a:rPr lang="en-US" sz="2000" b="1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875349421"/>
      </p:ext>
    </p:extLst>
  </p:cSld>
  <p:clrMapOvr>
    <a:masterClrMapping/>
  </p:clrMapOvr>
</p:sld>
</file>

<file path=ppt/slides/slide3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5A3C660-BEA6-2F9A-4EBC-7F0BC445FD2E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IN" dirty="0"/>
              <a:t>local t2 = {}</a:t>
            </a:r>
          </a:p>
          <a:p>
            <a:r>
              <a:rPr lang="en-IN" dirty="0"/>
              <a:t>t2.name = "Bob"</a:t>
            </a:r>
          </a:p>
          <a:p>
            <a:r>
              <a:rPr lang="en-IN" dirty="0"/>
              <a:t>t2.self = t2  -- cycle here!</a:t>
            </a:r>
          </a:p>
          <a:p>
            <a:r>
              <a:rPr lang="en-US" dirty="0"/>
              <a:t>t2 references itself via t2.self.</a:t>
            </a:r>
          </a:p>
          <a:p>
            <a:r>
              <a:rPr lang="en-US" dirty="0"/>
              <a:t>This is a cyclic table — it cannot be saved with naive serializers.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D2F66D1-1FA5-9800-95A8-6473E9A8A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With Cycle (Self-Reference)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83855815"/>
      </p:ext>
    </p:extLst>
  </p:cSld>
  <p:clrMapOvr>
    <a:masterClrMapping/>
  </p:clrMapOvr>
</p:sld>
</file>

<file path=ppt/slides/slide3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BD8A76D-A0E5-8924-414F-13681BFCB967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local shared = { score = 100 }</a:t>
            </a:r>
          </a:p>
          <a:p>
            <a:endParaRPr lang="en-US" dirty="0"/>
          </a:p>
          <a:p>
            <a:r>
              <a:rPr lang="en-US" dirty="0"/>
              <a:t>local t3 = {</a:t>
            </a:r>
          </a:p>
          <a:p>
            <a:r>
              <a:rPr lang="en-US" dirty="0"/>
              <a:t>  player1 = shared,</a:t>
            </a:r>
          </a:p>
          <a:p>
            <a:r>
              <a:rPr lang="en-US" dirty="0"/>
              <a:t>  player2 = shared</a:t>
            </a:r>
          </a:p>
          <a:p>
            <a:r>
              <a:rPr lang="en-US" dirty="0"/>
              <a:t>}</a:t>
            </a:r>
          </a:p>
          <a:p>
            <a:r>
              <a:rPr lang="en-US" dirty="0"/>
              <a:t>Both player1 and player2 point to the same table, shared.</a:t>
            </a:r>
          </a:p>
          <a:p>
            <a:r>
              <a:rPr lang="en-US" dirty="0"/>
              <a:t>This is not a cycle, but it's a shared reference, which behaves like: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F0D01FA-0136-1D5E-46C9-F7F481D733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With Shared Sub table (Reference Cycle)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35850292"/>
      </p:ext>
    </p:extLst>
  </p:cSld>
  <p:clrMapOvr>
    <a:masterClrMapping/>
  </p:clrMapOvr>
</p:sld>
</file>

<file path=ppt/slides/slide3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EC2D373-DB43-F9D8-8851-ED4225A910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035" y="170122"/>
            <a:ext cx="8205261" cy="785553"/>
          </a:xfrm>
        </p:spPr>
        <p:txBody>
          <a:bodyPr anchor="b">
            <a:normAutofit/>
          </a:bodyPr>
          <a:lstStyle/>
          <a:p>
            <a:r>
              <a:rPr lang="en-IN" dirty="0"/>
              <a:t>Summary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548A71D-E7F9-8D10-3347-754277A1C8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1111212"/>
              </p:ext>
            </p:extLst>
          </p:nvPr>
        </p:nvGraphicFramePr>
        <p:xfrm>
          <a:off x="457201" y="1995821"/>
          <a:ext cx="8228013" cy="3595024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915454">
                  <a:extLst>
                    <a:ext uri="{9D8B030D-6E8A-4147-A177-3AD203B41FA5}">
                      <a16:colId xmlns:a16="http://schemas.microsoft.com/office/drawing/2014/main" val="2958033417"/>
                    </a:ext>
                  </a:extLst>
                </a:gridCol>
                <a:gridCol w="2820247">
                  <a:extLst>
                    <a:ext uri="{9D8B030D-6E8A-4147-A177-3AD203B41FA5}">
                      <a16:colId xmlns:a16="http://schemas.microsoft.com/office/drawing/2014/main" val="621868781"/>
                    </a:ext>
                  </a:extLst>
                </a:gridCol>
                <a:gridCol w="2492312">
                  <a:extLst>
                    <a:ext uri="{9D8B030D-6E8A-4147-A177-3AD203B41FA5}">
                      <a16:colId xmlns:a16="http://schemas.microsoft.com/office/drawing/2014/main" val="4098873568"/>
                    </a:ext>
                  </a:extLst>
                </a:gridCol>
              </a:tblGrid>
              <a:tr h="670259">
                <a:tc>
                  <a:txBody>
                    <a:bodyPr/>
                    <a:lstStyle/>
                    <a:p>
                      <a:r>
                        <a:rPr lang="en-IN" sz="3000"/>
                        <a:t>Type</a:t>
                      </a:r>
                    </a:p>
                  </a:txBody>
                  <a:tcPr marL="152331" marR="152331" marT="76166" marB="76166" anchor="ctr"/>
                </a:tc>
                <a:tc>
                  <a:txBody>
                    <a:bodyPr/>
                    <a:lstStyle/>
                    <a:p>
                      <a:r>
                        <a:rPr lang="en-IN" sz="3000"/>
                        <a:t>Example</a:t>
                      </a:r>
                    </a:p>
                  </a:txBody>
                  <a:tcPr marL="152331" marR="152331" marT="76166" marB="76166" anchor="ctr"/>
                </a:tc>
                <a:tc>
                  <a:txBody>
                    <a:bodyPr/>
                    <a:lstStyle/>
                    <a:p>
                      <a:r>
                        <a:rPr lang="en-IN" sz="3000"/>
                        <a:t>Cyclic?</a:t>
                      </a:r>
                    </a:p>
                  </a:txBody>
                  <a:tcPr marL="152331" marR="152331" marT="76166" marB="76166" anchor="ctr"/>
                </a:tc>
                <a:extLst>
                  <a:ext uri="{0D108BD9-81ED-4DB2-BD59-A6C34878D82A}">
                    <a16:rowId xmlns:a16="http://schemas.microsoft.com/office/drawing/2014/main" val="3624280351"/>
                  </a:ext>
                </a:extLst>
              </a:tr>
              <a:tr h="1127253">
                <a:tc>
                  <a:txBody>
                    <a:bodyPr/>
                    <a:lstStyle/>
                    <a:p>
                      <a:r>
                        <a:rPr lang="en-IN" sz="3000"/>
                        <a:t>No cycles (tree)</a:t>
                      </a:r>
                    </a:p>
                  </a:txBody>
                  <a:tcPr marL="152331" marR="152331" marT="76166" marB="76166" anchor="ctr"/>
                </a:tc>
                <a:tc>
                  <a:txBody>
                    <a:bodyPr/>
                    <a:lstStyle/>
                    <a:p>
                      <a:r>
                        <a:rPr lang="en-IN" sz="3000"/>
                        <a:t>t1</a:t>
                      </a:r>
                    </a:p>
                  </a:txBody>
                  <a:tcPr marL="152331" marR="152331" marT="76166" marB="76166" anchor="ctr"/>
                </a:tc>
                <a:tc>
                  <a:txBody>
                    <a:bodyPr/>
                    <a:lstStyle/>
                    <a:p>
                      <a:r>
                        <a:rPr lang="en-IN" sz="3000"/>
                        <a:t>❌ No</a:t>
                      </a:r>
                    </a:p>
                  </a:txBody>
                  <a:tcPr marL="152331" marR="152331" marT="76166" marB="76166" anchor="ctr"/>
                </a:tc>
                <a:extLst>
                  <a:ext uri="{0D108BD9-81ED-4DB2-BD59-A6C34878D82A}">
                    <a16:rowId xmlns:a16="http://schemas.microsoft.com/office/drawing/2014/main" val="442790824"/>
                  </a:ext>
                </a:extLst>
              </a:tr>
              <a:tr h="670259">
                <a:tc>
                  <a:txBody>
                    <a:bodyPr/>
                    <a:lstStyle/>
                    <a:p>
                      <a:r>
                        <a:rPr lang="en-IN" sz="3000"/>
                        <a:t>Self-reference</a:t>
                      </a:r>
                    </a:p>
                  </a:txBody>
                  <a:tcPr marL="152331" marR="152331" marT="76166" marB="76166" anchor="ctr"/>
                </a:tc>
                <a:tc>
                  <a:txBody>
                    <a:bodyPr/>
                    <a:lstStyle/>
                    <a:p>
                      <a:r>
                        <a:rPr lang="en-IN" sz="3000"/>
                        <a:t>t2.self = t2</a:t>
                      </a:r>
                    </a:p>
                  </a:txBody>
                  <a:tcPr marL="152331" marR="152331" marT="76166" marB="76166" anchor="ctr"/>
                </a:tc>
                <a:tc>
                  <a:txBody>
                    <a:bodyPr/>
                    <a:lstStyle/>
                    <a:p>
                      <a:r>
                        <a:rPr lang="en-IN" sz="3000"/>
                        <a:t>✅ Yes</a:t>
                      </a:r>
                    </a:p>
                  </a:txBody>
                  <a:tcPr marL="152331" marR="152331" marT="76166" marB="76166" anchor="ctr"/>
                </a:tc>
                <a:extLst>
                  <a:ext uri="{0D108BD9-81ED-4DB2-BD59-A6C34878D82A}">
                    <a16:rowId xmlns:a16="http://schemas.microsoft.com/office/drawing/2014/main" val="2897652706"/>
                  </a:ext>
                </a:extLst>
              </a:tr>
              <a:tr h="1127253">
                <a:tc>
                  <a:txBody>
                    <a:bodyPr/>
                    <a:lstStyle/>
                    <a:p>
                      <a:r>
                        <a:rPr lang="en-IN" sz="3000"/>
                        <a:t>Shared subtable</a:t>
                      </a:r>
                    </a:p>
                  </a:txBody>
                  <a:tcPr marL="152331" marR="152331" marT="76166" marB="76166" anchor="ctr"/>
                </a:tc>
                <a:tc>
                  <a:txBody>
                    <a:bodyPr/>
                    <a:lstStyle/>
                    <a:p>
                      <a:r>
                        <a:rPr lang="fr-FR" sz="3000"/>
                        <a:t>t3.player1 = t3.player2 = x</a:t>
                      </a:r>
                    </a:p>
                  </a:txBody>
                  <a:tcPr marL="152331" marR="152331" marT="76166" marB="76166" anchor="ctr"/>
                </a:tc>
                <a:tc>
                  <a:txBody>
                    <a:bodyPr/>
                    <a:lstStyle/>
                    <a:p>
                      <a:r>
                        <a:rPr lang="en-IN" sz="3000" dirty="0"/>
                        <a:t>✅ Yes* (shared ref)</a:t>
                      </a:r>
                    </a:p>
                  </a:txBody>
                  <a:tcPr marL="152331" marR="152331" marT="76166" marB="76166" anchor="ctr"/>
                </a:tc>
                <a:extLst>
                  <a:ext uri="{0D108BD9-81ED-4DB2-BD59-A6C34878D82A}">
                    <a16:rowId xmlns:a16="http://schemas.microsoft.com/office/drawing/2014/main" val="37200362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23274384"/>
      </p:ext>
    </p:extLst>
  </p:cSld>
  <p:clrMapOvr>
    <a:masterClrMapping/>
  </p:clrMapOvr>
</p:sld>
</file>

<file path=ppt/slides/slide3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0110594-5E22-2370-CDAC-27F52CBA54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035" y="170122"/>
            <a:ext cx="8205261" cy="785553"/>
          </a:xfrm>
        </p:spPr>
        <p:txBody>
          <a:bodyPr anchor="b">
            <a:normAutofit/>
          </a:bodyPr>
          <a:lstStyle/>
          <a:p>
            <a:r>
              <a:rPr lang="en-US" dirty="0"/>
              <a:t>Example: </a:t>
            </a:r>
            <a:r>
              <a:rPr lang="en-IN" dirty="0"/>
              <a:t>Summary Table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525F07E-6AF9-FAA7-CCA0-42B97E3B13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8427623"/>
              </p:ext>
            </p:extLst>
          </p:nvPr>
        </p:nvGraphicFramePr>
        <p:xfrm>
          <a:off x="711902" y="1381125"/>
          <a:ext cx="7718610" cy="4824415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699652">
                  <a:extLst>
                    <a:ext uri="{9D8B030D-6E8A-4147-A177-3AD203B41FA5}">
                      <a16:colId xmlns:a16="http://schemas.microsoft.com/office/drawing/2014/main" val="3394892958"/>
                    </a:ext>
                  </a:extLst>
                </a:gridCol>
                <a:gridCol w="2339537">
                  <a:extLst>
                    <a:ext uri="{9D8B030D-6E8A-4147-A177-3AD203B41FA5}">
                      <a16:colId xmlns:a16="http://schemas.microsoft.com/office/drawing/2014/main" val="2220686982"/>
                    </a:ext>
                  </a:extLst>
                </a:gridCol>
                <a:gridCol w="2679421">
                  <a:extLst>
                    <a:ext uri="{9D8B030D-6E8A-4147-A177-3AD203B41FA5}">
                      <a16:colId xmlns:a16="http://schemas.microsoft.com/office/drawing/2014/main" val="4255116872"/>
                    </a:ext>
                  </a:extLst>
                </a:gridCol>
              </a:tblGrid>
              <a:tr h="512740">
                <a:tc>
                  <a:txBody>
                    <a:bodyPr/>
                    <a:lstStyle/>
                    <a:p>
                      <a:r>
                        <a:rPr lang="en-IN" sz="2300"/>
                        <a:t>Feature</a:t>
                      </a:r>
                    </a:p>
                  </a:txBody>
                  <a:tcPr marL="116532" marR="116532" marT="58266" marB="58266" anchor="ctr"/>
                </a:tc>
                <a:tc>
                  <a:txBody>
                    <a:bodyPr/>
                    <a:lstStyle/>
                    <a:p>
                      <a:r>
                        <a:rPr lang="en-IN" sz="2300"/>
                        <a:t>With Cycle 🔁</a:t>
                      </a:r>
                    </a:p>
                  </a:txBody>
                  <a:tcPr marL="116532" marR="116532" marT="58266" marB="58266" anchor="ctr"/>
                </a:tc>
                <a:tc>
                  <a:txBody>
                    <a:bodyPr/>
                    <a:lstStyle/>
                    <a:p>
                      <a:r>
                        <a:rPr lang="en-IN" sz="2300"/>
                        <a:t>Without Cycle ✅</a:t>
                      </a:r>
                    </a:p>
                  </a:txBody>
                  <a:tcPr marL="116532" marR="116532" marT="58266" marB="58266" anchor="ctr"/>
                </a:tc>
                <a:extLst>
                  <a:ext uri="{0D108BD9-81ED-4DB2-BD59-A6C34878D82A}">
                    <a16:rowId xmlns:a16="http://schemas.microsoft.com/office/drawing/2014/main" val="2708224132"/>
                  </a:ext>
                </a:extLst>
              </a:tr>
              <a:tr h="862335">
                <a:tc>
                  <a:txBody>
                    <a:bodyPr/>
                    <a:lstStyle/>
                    <a:p>
                      <a:r>
                        <a:rPr lang="en-US" sz="2300"/>
                        <a:t>Easy to save (JSON/Lua file)</a:t>
                      </a:r>
                    </a:p>
                  </a:txBody>
                  <a:tcPr marL="116532" marR="116532" marT="58266" marB="58266" anchor="ctr"/>
                </a:tc>
                <a:tc>
                  <a:txBody>
                    <a:bodyPr/>
                    <a:lstStyle/>
                    <a:p>
                      <a:r>
                        <a:rPr lang="en-IN" sz="2300"/>
                        <a:t>❌ No</a:t>
                      </a:r>
                    </a:p>
                  </a:txBody>
                  <a:tcPr marL="116532" marR="116532" marT="58266" marB="58266" anchor="ctr"/>
                </a:tc>
                <a:tc>
                  <a:txBody>
                    <a:bodyPr/>
                    <a:lstStyle/>
                    <a:p>
                      <a:r>
                        <a:rPr lang="en-IN" sz="2300"/>
                        <a:t>✅ Yes</a:t>
                      </a:r>
                    </a:p>
                  </a:txBody>
                  <a:tcPr marL="116532" marR="116532" marT="58266" marB="58266" anchor="ctr"/>
                </a:tc>
                <a:extLst>
                  <a:ext uri="{0D108BD9-81ED-4DB2-BD59-A6C34878D82A}">
                    <a16:rowId xmlns:a16="http://schemas.microsoft.com/office/drawing/2014/main" val="1621676858"/>
                  </a:ext>
                </a:extLst>
              </a:tr>
              <a:tr h="862335">
                <a:tc>
                  <a:txBody>
                    <a:bodyPr/>
                    <a:lstStyle/>
                    <a:p>
                      <a:r>
                        <a:rPr lang="en-IN" sz="2300"/>
                        <a:t>Models real-world graphs</a:t>
                      </a:r>
                    </a:p>
                  </a:txBody>
                  <a:tcPr marL="116532" marR="116532" marT="58266" marB="58266" anchor="ctr"/>
                </a:tc>
                <a:tc>
                  <a:txBody>
                    <a:bodyPr/>
                    <a:lstStyle/>
                    <a:p>
                      <a:r>
                        <a:rPr lang="en-IN" sz="2300"/>
                        <a:t>✅ Yes</a:t>
                      </a:r>
                    </a:p>
                  </a:txBody>
                  <a:tcPr marL="116532" marR="116532" marT="58266" marB="58266" anchor="ctr"/>
                </a:tc>
                <a:tc>
                  <a:txBody>
                    <a:bodyPr/>
                    <a:lstStyle/>
                    <a:p>
                      <a:r>
                        <a:rPr lang="en-IN" sz="2300"/>
                        <a:t>❌ No</a:t>
                      </a:r>
                    </a:p>
                  </a:txBody>
                  <a:tcPr marL="116532" marR="116532" marT="58266" marB="58266" anchor="ctr"/>
                </a:tc>
                <a:extLst>
                  <a:ext uri="{0D108BD9-81ED-4DB2-BD59-A6C34878D82A}">
                    <a16:rowId xmlns:a16="http://schemas.microsoft.com/office/drawing/2014/main" val="262115610"/>
                  </a:ext>
                </a:extLst>
              </a:tr>
              <a:tr h="862335">
                <a:tc>
                  <a:txBody>
                    <a:bodyPr/>
                    <a:lstStyle/>
                    <a:p>
                      <a:r>
                        <a:rPr lang="en-IN" sz="2300"/>
                        <a:t>Risk of infinite loops</a:t>
                      </a:r>
                    </a:p>
                  </a:txBody>
                  <a:tcPr marL="116532" marR="116532" marT="58266" marB="58266" anchor="ctr"/>
                </a:tc>
                <a:tc>
                  <a:txBody>
                    <a:bodyPr/>
                    <a:lstStyle/>
                    <a:p>
                      <a:r>
                        <a:rPr lang="en-IN" sz="2300"/>
                        <a:t>❌ Yes</a:t>
                      </a:r>
                    </a:p>
                  </a:txBody>
                  <a:tcPr marL="116532" marR="116532" marT="58266" marB="58266" anchor="ctr"/>
                </a:tc>
                <a:tc>
                  <a:txBody>
                    <a:bodyPr/>
                    <a:lstStyle/>
                    <a:p>
                      <a:r>
                        <a:rPr lang="en-IN" sz="2300"/>
                        <a:t>✅ No</a:t>
                      </a:r>
                    </a:p>
                  </a:txBody>
                  <a:tcPr marL="116532" marR="116532" marT="58266" marB="58266" anchor="ctr"/>
                </a:tc>
                <a:extLst>
                  <a:ext uri="{0D108BD9-81ED-4DB2-BD59-A6C34878D82A}">
                    <a16:rowId xmlns:a16="http://schemas.microsoft.com/office/drawing/2014/main" val="3624460914"/>
                  </a:ext>
                </a:extLst>
              </a:tr>
              <a:tr h="862335">
                <a:tc>
                  <a:txBody>
                    <a:bodyPr/>
                    <a:lstStyle/>
                    <a:p>
                      <a:r>
                        <a:rPr lang="en-IN" sz="2300"/>
                        <a:t>Suitable for config/state</a:t>
                      </a:r>
                    </a:p>
                  </a:txBody>
                  <a:tcPr marL="116532" marR="116532" marT="58266" marB="58266" anchor="ctr"/>
                </a:tc>
                <a:tc>
                  <a:txBody>
                    <a:bodyPr/>
                    <a:lstStyle/>
                    <a:p>
                      <a:r>
                        <a:rPr lang="en-IN" sz="2300"/>
                        <a:t>⚠️ Sometimes</a:t>
                      </a:r>
                    </a:p>
                  </a:txBody>
                  <a:tcPr marL="116532" marR="116532" marT="58266" marB="58266" anchor="ctr"/>
                </a:tc>
                <a:tc>
                  <a:txBody>
                    <a:bodyPr/>
                    <a:lstStyle/>
                    <a:p>
                      <a:r>
                        <a:rPr lang="en-IN" sz="2300"/>
                        <a:t>✅ Yes</a:t>
                      </a:r>
                    </a:p>
                  </a:txBody>
                  <a:tcPr marL="116532" marR="116532" marT="58266" marB="58266" anchor="ctr"/>
                </a:tc>
                <a:extLst>
                  <a:ext uri="{0D108BD9-81ED-4DB2-BD59-A6C34878D82A}">
                    <a16:rowId xmlns:a16="http://schemas.microsoft.com/office/drawing/2014/main" val="2644806845"/>
                  </a:ext>
                </a:extLst>
              </a:tr>
              <a:tr h="862335">
                <a:tc>
                  <a:txBody>
                    <a:bodyPr/>
                    <a:lstStyle/>
                    <a:p>
                      <a:r>
                        <a:rPr lang="en-IN" sz="2300"/>
                        <a:t>Needs special serializers</a:t>
                      </a:r>
                    </a:p>
                  </a:txBody>
                  <a:tcPr marL="116532" marR="116532" marT="58266" marB="58266" anchor="ctr"/>
                </a:tc>
                <a:tc>
                  <a:txBody>
                    <a:bodyPr/>
                    <a:lstStyle/>
                    <a:p>
                      <a:r>
                        <a:rPr lang="en-IN" sz="2300"/>
                        <a:t>✅ Yes (track tables)</a:t>
                      </a:r>
                    </a:p>
                  </a:txBody>
                  <a:tcPr marL="116532" marR="116532" marT="58266" marB="58266" anchor="ctr"/>
                </a:tc>
                <a:tc>
                  <a:txBody>
                    <a:bodyPr/>
                    <a:lstStyle/>
                    <a:p>
                      <a:r>
                        <a:rPr lang="en-IN" sz="2300" dirty="0"/>
                        <a:t>❌ No (simple dump works)</a:t>
                      </a:r>
                    </a:p>
                  </a:txBody>
                  <a:tcPr marL="116532" marR="116532" marT="58266" marB="58266" anchor="ctr"/>
                </a:tc>
                <a:extLst>
                  <a:ext uri="{0D108BD9-81ED-4DB2-BD59-A6C34878D82A}">
                    <a16:rowId xmlns:a16="http://schemas.microsoft.com/office/drawing/2014/main" val="6255649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1933108"/>
      </p:ext>
    </p:extLst>
  </p:cSld>
  <p:clrMapOvr>
    <a:masterClrMapping/>
  </p:clrMapOvr>
</p:sld>
</file>

<file path=ppt/slides/slide3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934A082-E300-6946-6D60-0E051D841091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IN" dirty="0" err="1"/>
              <a:t>ipairs</a:t>
            </a:r>
            <a:r>
              <a:rPr lang="en-IN" dirty="0"/>
              <a:t>() – Sequential numeric keys (1..n)</a:t>
            </a:r>
          </a:p>
          <a:p>
            <a:r>
              <a:rPr lang="en-US" dirty="0"/>
              <a:t>pairs() – All key-value pairs (unordered)</a:t>
            </a:r>
          </a:p>
          <a:p>
            <a:r>
              <a:rPr lang="en-IN" dirty="0"/>
              <a:t>Custom Iterators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A68A476-1A19-F105-8526-2813F2ADB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Built-in Iterators</a:t>
            </a:r>
          </a:p>
        </p:txBody>
      </p:sp>
    </p:spTree>
    <p:extLst>
      <p:ext uri="{BB962C8B-B14F-4D97-AF65-F5344CB8AC3E}">
        <p14:creationId xmlns:p14="http://schemas.microsoft.com/office/powerpoint/2010/main" val="1587097620"/>
      </p:ext>
    </p:extLst>
  </p:cSld>
  <p:clrMapOvr>
    <a:masterClrMapping/>
  </p:clrMapOvr>
</p:sld>
</file>

<file path=ppt/slides/slide3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8F749C9-EDB1-D71B-13B0-41EE98CB0EC0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A dynamic iterator is an iterator function that responds to changes in state at runtime, rather than looping over a fixed, static collection like a table.</a:t>
            </a:r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3B0AB58-5BF1-2112-E884-3AADD42369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Dynamic Iterator</a:t>
            </a:r>
          </a:p>
        </p:txBody>
      </p:sp>
    </p:spTree>
    <p:extLst>
      <p:ext uri="{BB962C8B-B14F-4D97-AF65-F5344CB8AC3E}">
        <p14:creationId xmlns:p14="http://schemas.microsoft.com/office/powerpoint/2010/main" val="3721480656"/>
      </p:ext>
    </p:extLst>
  </p:cSld>
  <p:clrMapOvr>
    <a:masterClrMapping/>
  </p:clrMapOvr>
</p:sld>
</file>

<file path=ppt/slides/slide3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24C082-0EA4-AE89-9922-D9C93F578B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035" y="170122"/>
            <a:ext cx="8205261" cy="785553"/>
          </a:xfrm>
        </p:spPr>
        <p:txBody>
          <a:bodyPr anchor="b">
            <a:normAutofit/>
          </a:bodyPr>
          <a:lstStyle/>
          <a:p>
            <a:r>
              <a:rPr lang="en-IN" dirty="0"/>
              <a:t>Key Characteristics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3080883-30CE-6D8E-6AC0-154FFC278B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6498117"/>
              </p:ext>
            </p:extLst>
          </p:nvPr>
        </p:nvGraphicFramePr>
        <p:xfrm>
          <a:off x="747399" y="1381125"/>
          <a:ext cx="7647617" cy="4824415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558296">
                  <a:extLst>
                    <a:ext uri="{9D8B030D-6E8A-4147-A177-3AD203B41FA5}">
                      <a16:colId xmlns:a16="http://schemas.microsoft.com/office/drawing/2014/main" val="2078454086"/>
                    </a:ext>
                  </a:extLst>
                </a:gridCol>
                <a:gridCol w="2645948">
                  <a:extLst>
                    <a:ext uri="{9D8B030D-6E8A-4147-A177-3AD203B41FA5}">
                      <a16:colId xmlns:a16="http://schemas.microsoft.com/office/drawing/2014/main" val="2894283496"/>
                    </a:ext>
                  </a:extLst>
                </a:gridCol>
                <a:gridCol w="2443373">
                  <a:extLst>
                    <a:ext uri="{9D8B030D-6E8A-4147-A177-3AD203B41FA5}">
                      <a16:colId xmlns:a16="http://schemas.microsoft.com/office/drawing/2014/main" val="1844551319"/>
                    </a:ext>
                  </a:extLst>
                </a:gridCol>
              </a:tblGrid>
              <a:tr h="493661">
                <a:tc>
                  <a:txBody>
                    <a:bodyPr/>
                    <a:lstStyle/>
                    <a:p>
                      <a:r>
                        <a:rPr lang="en-IN" sz="2200"/>
                        <a:t>Feature</a:t>
                      </a:r>
                    </a:p>
                  </a:txBody>
                  <a:tcPr marL="112196" marR="112196" marT="56098" marB="56098" anchor="ctr"/>
                </a:tc>
                <a:tc>
                  <a:txBody>
                    <a:bodyPr/>
                    <a:lstStyle/>
                    <a:p>
                      <a:r>
                        <a:rPr lang="en-IN" sz="2200"/>
                        <a:t>Dynamic Iterator</a:t>
                      </a:r>
                    </a:p>
                  </a:txBody>
                  <a:tcPr marL="112196" marR="112196" marT="56098" marB="56098" anchor="ctr"/>
                </a:tc>
                <a:tc>
                  <a:txBody>
                    <a:bodyPr/>
                    <a:lstStyle/>
                    <a:p>
                      <a:r>
                        <a:rPr lang="en-IN" sz="2200"/>
                        <a:t>Static Iterator</a:t>
                      </a:r>
                    </a:p>
                  </a:txBody>
                  <a:tcPr marL="112196" marR="112196" marT="56098" marB="56098" anchor="ctr"/>
                </a:tc>
                <a:extLst>
                  <a:ext uri="{0D108BD9-81ED-4DB2-BD59-A6C34878D82A}">
                    <a16:rowId xmlns:a16="http://schemas.microsoft.com/office/drawing/2014/main" val="1524617439"/>
                  </a:ext>
                </a:extLst>
              </a:tr>
              <a:tr h="830248">
                <a:tc>
                  <a:txBody>
                    <a:bodyPr/>
                    <a:lstStyle/>
                    <a:p>
                      <a:r>
                        <a:rPr lang="en-IN" sz="2200"/>
                        <a:t>🔁 </a:t>
                      </a:r>
                      <a:r>
                        <a:rPr lang="en-IN" sz="2200" b="1"/>
                        <a:t>Changes During Iteration</a:t>
                      </a:r>
                      <a:endParaRPr lang="en-IN" sz="2200"/>
                    </a:p>
                  </a:txBody>
                  <a:tcPr marL="112196" marR="112196" marT="56098" marB="56098" anchor="ctr"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Yes – state can change mid-loop</a:t>
                      </a:r>
                    </a:p>
                  </a:txBody>
                  <a:tcPr marL="112196" marR="112196" marT="56098" marB="56098" anchor="ctr"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No – based on a fixed structure</a:t>
                      </a:r>
                    </a:p>
                  </a:txBody>
                  <a:tcPr marL="112196" marR="112196" marT="56098" marB="56098" anchor="ctr"/>
                </a:tc>
                <a:extLst>
                  <a:ext uri="{0D108BD9-81ED-4DB2-BD59-A6C34878D82A}">
                    <a16:rowId xmlns:a16="http://schemas.microsoft.com/office/drawing/2014/main" val="934728325"/>
                  </a:ext>
                </a:extLst>
              </a:tr>
              <a:tr h="1166835">
                <a:tc>
                  <a:txBody>
                    <a:bodyPr/>
                    <a:lstStyle/>
                    <a:p>
                      <a:r>
                        <a:rPr lang="en-IN" sz="2200"/>
                        <a:t>📦 </a:t>
                      </a:r>
                      <a:r>
                        <a:rPr lang="en-IN" sz="2200" b="1"/>
                        <a:t>Input</a:t>
                      </a:r>
                      <a:endParaRPr lang="en-IN" sz="2200"/>
                    </a:p>
                  </a:txBody>
                  <a:tcPr marL="112196" marR="112196" marT="56098" marB="56098" anchor="ctr"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Grows, shrinks, or updates dynamically</a:t>
                      </a:r>
                    </a:p>
                  </a:txBody>
                  <a:tcPr marL="112196" marR="112196" marT="56098" marB="56098" anchor="ctr"/>
                </a:tc>
                <a:tc>
                  <a:txBody>
                    <a:bodyPr/>
                    <a:lstStyle/>
                    <a:p>
                      <a:r>
                        <a:rPr lang="en-IN" sz="2200"/>
                        <a:t>Set at loop start</a:t>
                      </a:r>
                    </a:p>
                  </a:txBody>
                  <a:tcPr marL="112196" marR="112196" marT="56098" marB="56098" anchor="ctr"/>
                </a:tc>
                <a:extLst>
                  <a:ext uri="{0D108BD9-81ED-4DB2-BD59-A6C34878D82A}">
                    <a16:rowId xmlns:a16="http://schemas.microsoft.com/office/drawing/2014/main" val="289212388"/>
                  </a:ext>
                </a:extLst>
              </a:tr>
              <a:tr h="830248">
                <a:tc>
                  <a:txBody>
                    <a:bodyPr/>
                    <a:lstStyle/>
                    <a:p>
                      <a:r>
                        <a:rPr lang="en-IN" sz="2200"/>
                        <a:t>🧠 </a:t>
                      </a:r>
                      <a:r>
                        <a:rPr lang="en-IN" sz="2200" b="1"/>
                        <a:t>Memory of State</a:t>
                      </a:r>
                      <a:endParaRPr lang="en-IN" sz="2200"/>
                    </a:p>
                  </a:txBody>
                  <a:tcPr marL="112196" marR="112196" marT="56098" marB="56098" anchor="ctr"/>
                </a:tc>
                <a:tc>
                  <a:txBody>
                    <a:bodyPr/>
                    <a:lstStyle/>
                    <a:p>
                      <a:r>
                        <a:rPr lang="en-IN" sz="2200"/>
                        <a:t>Often keeps internal state</a:t>
                      </a:r>
                    </a:p>
                  </a:txBody>
                  <a:tcPr marL="112196" marR="112196" marT="56098" marB="56098" anchor="ctr"/>
                </a:tc>
                <a:tc>
                  <a:txBody>
                    <a:bodyPr/>
                    <a:lstStyle/>
                    <a:p>
                      <a:r>
                        <a:rPr lang="en-IN" sz="2200"/>
                        <a:t>Only uses loop variables</a:t>
                      </a:r>
                    </a:p>
                  </a:txBody>
                  <a:tcPr marL="112196" marR="112196" marT="56098" marB="56098" anchor="ctr"/>
                </a:tc>
                <a:extLst>
                  <a:ext uri="{0D108BD9-81ED-4DB2-BD59-A6C34878D82A}">
                    <a16:rowId xmlns:a16="http://schemas.microsoft.com/office/drawing/2014/main" val="3911979083"/>
                  </a:ext>
                </a:extLst>
              </a:tr>
              <a:tr h="1503423">
                <a:tc>
                  <a:txBody>
                    <a:bodyPr/>
                    <a:lstStyle/>
                    <a:p>
                      <a:r>
                        <a:rPr lang="en-IN" sz="2200"/>
                        <a:t>💡 </a:t>
                      </a:r>
                      <a:r>
                        <a:rPr lang="en-IN" sz="2200" b="1"/>
                        <a:t>Common Use Cases</a:t>
                      </a:r>
                      <a:endParaRPr lang="en-IN" sz="2200"/>
                    </a:p>
                  </a:txBody>
                  <a:tcPr marL="112196" marR="112196" marT="56098" marB="56098" anchor="ctr"/>
                </a:tc>
                <a:tc>
                  <a:txBody>
                    <a:bodyPr/>
                    <a:lstStyle/>
                    <a:p>
                      <a:r>
                        <a:rPr lang="en-IN" sz="2200"/>
                        <a:t>Queues, generators, schedulers, streams</a:t>
                      </a:r>
                    </a:p>
                  </a:txBody>
                  <a:tcPr marL="112196" marR="112196" marT="56098" marB="56098" anchor="ctr"/>
                </a:tc>
                <a:tc>
                  <a:txBody>
                    <a:bodyPr/>
                    <a:lstStyle/>
                    <a:p>
                      <a:r>
                        <a:rPr lang="en-IN" sz="2200" dirty="0"/>
                        <a:t>Tables, arrays, maps</a:t>
                      </a:r>
                    </a:p>
                  </a:txBody>
                  <a:tcPr marL="112196" marR="112196" marT="56098" marB="56098" anchor="ctr"/>
                </a:tc>
                <a:extLst>
                  <a:ext uri="{0D108BD9-81ED-4DB2-BD59-A6C34878D82A}">
                    <a16:rowId xmlns:a16="http://schemas.microsoft.com/office/drawing/2014/main" val="19317979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22348137"/>
      </p:ext>
    </p:extLst>
  </p:cSld>
  <p:clrMapOvr>
    <a:masterClrMapping/>
  </p:clrMapOvr>
</p:sld>
</file>

<file path=ppt/slides/slide3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670E742-6157-2D96-A517-015D08EC84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035" y="170122"/>
            <a:ext cx="8205261" cy="785553"/>
          </a:xfrm>
        </p:spPr>
        <p:txBody>
          <a:bodyPr anchor="b">
            <a:normAutofit/>
          </a:bodyPr>
          <a:lstStyle/>
          <a:p>
            <a:r>
              <a:rPr lang="en-US" dirty="0"/>
              <a:t>Use Cases in Real Life</a:t>
            </a: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D8E7DDA-1116-B809-61D9-6A1B46EB1C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5035804"/>
              </p:ext>
            </p:extLst>
          </p:nvPr>
        </p:nvGraphicFramePr>
        <p:xfrm>
          <a:off x="1209995" y="1381125"/>
          <a:ext cx="6722425" cy="4824415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970750">
                  <a:extLst>
                    <a:ext uri="{9D8B030D-6E8A-4147-A177-3AD203B41FA5}">
                      <a16:colId xmlns:a16="http://schemas.microsoft.com/office/drawing/2014/main" val="2413601333"/>
                    </a:ext>
                  </a:extLst>
                </a:gridCol>
                <a:gridCol w="3751675">
                  <a:extLst>
                    <a:ext uri="{9D8B030D-6E8A-4147-A177-3AD203B41FA5}">
                      <a16:colId xmlns:a16="http://schemas.microsoft.com/office/drawing/2014/main" val="882051419"/>
                    </a:ext>
                  </a:extLst>
                </a:gridCol>
              </a:tblGrid>
              <a:tr h="512740">
                <a:tc>
                  <a:txBody>
                    <a:bodyPr/>
                    <a:lstStyle/>
                    <a:p>
                      <a:r>
                        <a:rPr lang="en-IN" sz="2300"/>
                        <a:t>Use Case</a:t>
                      </a:r>
                    </a:p>
                  </a:txBody>
                  <a:tcPr marL="116532" marR="116532" marT="58266" marB="58266" anchor="ctr"/>
                </a:tc>
                <a:tc>
                  <a:txBody>
                    <a:bodyPr/>
                    <a:lstStyle/>
                    <a:p>
                      <a:r>
                        <a:rPr lang="en-IN" sz="2300"/>
                        <a:t>Why It’s Dynamic</a:t>
                      </a:r>
                    </a:p>
                  </a:txBody>
                  <a:tcPr marL="116532" marR="116532" marT="58266" marB="58266" anchor="ctr"/>
                </a:tc>
                <a:extLst>
                  <a:ext uri="{0D108BD9-81ED-4DB2-BD59-A6C34878D82A}">
                    <a16:rowId xmlns:a16="http://schemas.microsoft.com/office/drawing/2014/main" val="1943685083"/>
                  </a:ext>
                </a:extLst>
              </a:tr>
              <a:tr h="862335">
                <a:tc>
                  <a:txBody>
                    <a:bodyPr/>
                    <a:lstStyle/>
                    <a:p>
                      <a:r>
                        <a:rPr lang="en-IN" sz="2300"/>
                        <a:t>🕒 Task scheduler</a:t>
                      </a:r>
                    </a:p>
                  </a:txBody>
                  <a:tcPr marL="116532" marR="116532" marT="58266" marB="58266" anchor="ctr"/>
                </a:tc>
                <a:tc>
                  <a:txBody>
                    <a:bodyPr/>
                    <a:lstStyle/>
                    <a:p>
                      <a:r>
                        <a:rPr lang="en-US" sz="2300"/>
                        <a:t>Tasks may arrive during execution</a:t>
                      </a:r>
                    </a:p>
                  </a:txBody>
                  <a:tcPr marL="116532" marR="116532" marT="58266" marB="58266" anchor="ctr"/>
                </a:tc>
                <a:extLst>
                  <a:ext uri="{0D108BD9-81ED-4DB2-BD59-A6C34878D82A}">
                    <a16:rowId xmlns:a16="http://schemas.microsoft.com/office/drawing/2014/main" val="2647111347"/>
                  </a:ext>
                </a:extLst>
              </a:tr>
              <a:tr h="862335">
                <a:tc>
                  <a:txBody>
                    <a:bodyPr/>
                    <a:lstStyle/>
                    <a:p>
                      <a:r>
                        <a:rPr lang="en-IN" sz="2300"/>
                        <a:t>📥 Message queue</a:t>
                      </a:r>
                    </a:p>
                  </a:txBody>
                  <a:tcPr marL="116532" marR="116532" marT="58266" marB="58266" anchor="ctr"/>
                </a:tc>
                <a:tc>
                  <a:txBody>
                    <a:bodyPr/>
                    <a:lstStyle/>
                    <a:p>
                      <a:r>
                        <a:rPr lang="en-US" sz="2300"/>
                        <a:t>Messages come in during iteration</a:t>
                      </a:r>
                    </a:p>
                  </a:txBody>
                  <a:tcPr marL="116532" marR="116532" marT="58266" marB="58266" anchor="ctr"/>
                </a:tc>
                <a:extLst>
                  <a:ext uri="{0D108BD9-81ED-4DB2-BD59-A6C34878D82A}">
                    <a16:rowId xmlns:a16="http://schemas.microsoft.com/office/drawing/2014/main" val="4291108563"/>
                  </a:ext>
                </a:extLst>
              </a:tr>
              <a:tr h="862335">
                <a:tc>
                  <a:txBody>
                    <a:bodyPr/>
                    <a:lstStyle/>
                    <a:p>
                      <a:r>
                        <a:rPr lang="en-IN" sz="2300"/>
                        <a:t>🎛 Sensor stream</a:t>
                      </a:r>
                    </a:p>
                  </a:txBody>
                  <a:tcPr marL="116532" marR="116532" marT="58266" marB="58266" anchor="ctr"/>
                </a:tc>
                <a:tc>
                  <a:txBody>
                    <a:bodyPr/>
                    <a:lstStyle/>
                    <a:p>
                      <a:r>
                        <a:rPr lang="en-IN" sz="2300"/>
                        <a:t>Generates values in real-time</a:t>
                      </a:r>
                    </a:p>
                  </a:txBody>
                  <a:tcPr marL="116532" marR="116532" marT="58266" marB="58266" anchor="ctr"/>
                </a:tc>
                <a:extLst>
                  <a:ext uri="{0D108BD9-81ED-4DB2-BD59-A6C34878D82A}">
                    <a16:rowId xmlns:a16="http://schemas.microsoft.com/office/drawing/2014/main" val="3496367094"/>
                  </a:ext>
                </a:extLst>
              </a:tr>
              <a:tr h="862335">
                <a:tc>
                  <a:txBody>
                    <a:bodyPr/>
                    <a:lstStyle/>
                    <a:p>
                      <a:r>
                        <a:rPr lang="en-IN" sz="2300"/>
                        <a:t>🔁 Lazy generators</a:t>
                      </a:r>
                    </a:p>
                  </a:txBody>
                  <a:tcPr marL="116532" marR="116532" marT="58266" marB="58266" anchor="ctr"/>
                </a:tc>
                <a:tc>
                  <a:txBody>
                    <a:bodyPr/>
                    <a:lstStyle/>
                    <a:p>
                      <a:r>
                        <a:rPr lang="en-US" sz="2300"/>
                        <a:t>Only computes next when needed</a:t>
                      </a:r>
                    </a:p>
                  </a:txBody>
                  <a:tcPr marL="116532" marR="116532" marT="58266" marB="58266" anchor="ctr"/>
                </a:tc>
                <a:extLst>
                  <a:ext uri="{0D108BD9-81ED-4DB2-BD59-A6C34878D82A}">
                    <a16:rowId xmlns:a16="http://schemas.microsoft.com/office/drawing/2014/main" val="3483848222"/>
                  </a:ext>
                </a:extLst>
              </a:tr>
              <a:tr h="862335">
                <a:tc>
                  <a:txBody>
                    <a:bodyPr/>
                    <a:lstStyle/>
                    <a:p>
                      <a:r>
                        <a:rPr lang="en-IN" sz="2300"/>
                        <a:t>🧪 Polling loops</a:t>
                      </a:r>
                    </a:p>
                  </a:txBody>
                  <a:tcPr marL="116532" marR="116532" marT="58266" marB="58266" anchor="ctr"/>
                </a:tc>
                <a:tc>
                  <a:txBody>
                    <a:bodyPr/>
                    <a:lstStyle/>
                    <a:p>
                      <a:r>
                        <a:rPr lang="en-IN" sz="2300" dirty="0"/>
                        <a:t>Responds to changing state</a:t>
                      </a:r>
                    </a:p>
                  </a:txBody>
                  <a:tcPr marL="116532" marR="116532" marT="58266" marB="58266" anchor="ctr"/>
                </a:tc>
                <a:extLst>
                  <a:ext uri="{0D108BD9-81ED-4DB2-BD59-A6C34878D82A}">
                    <a16:rowId xmlns:a16="http://schemas.microsoft.com/office/drawing/2014/main" val="19227532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7504343"/>
      </p:ext>
    </p:extLst>
  </p:cSld>
  <p:clrMapOvr>
    <a:masterClrMapping/>
  </p:clrMapOvr>
</p:sld>
</file>

<file path=ppt/slides/slide3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8EED27-BE0D-CB8C-4919-37F3205E4000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An upvalue is a variable from an outer function's scope that is captured and kept alive by a nested function (closure) even after the outer function returns.</a:t>
            </a:r>
          </a:p>
          <a:p>
            <a:r>
              <a:rPr lang="en-US" dirty="0"/>
              <a:t>So, in the </a:t>
            </a:r>
            <a:r>
              <a:rPr lang="en-US" dirty="0" err="1"/>
              <a:t>example:countdown</a:t>
            </a:r>
            <a:r>
              <a:rPr lang="en-US" dirty="0"/>
              <a:t>(3) is called n = 3 is local to countdown.</a:t>
            </a:r>
          </a:p>
          <a:p>
            <a:r>
              <a:rPr lang="en-US" dirty="0"/>
              <a:t>But...the returned function keeps a reference to that n, as an upvalue.</a:t>
            </a:r>
          </a:p>
          <a:p>
            <a:r>
              <a:rPr lang="en-US" dirty="0"/>
              <a:t>That upvalue lives in memory if the closure exists, and it can be read and modified across multiple calls.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0A07E5F-18FF-44E6-10F0-C7C1E08E8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UpValue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8400079"/>
      </p:ext>
    </p:extLst>
  </p:cSld>
  <p:clrMapOvr>
    <a:masterClrMapping/>
  </p:clrMapOvr>
</p:sld>
</file>

<file path=ppt/slides/slide3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A85AF9A-EAE3-9259-9FB9-32DDF2C4B22C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A stateless iterator uses a closure to maintain internal state — meaning it returns a single function (not function + state + control like a stateful iterator).</a:t>
            </a:r>
            <a:endParaRPr lang="en-IN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5A41232-BFB9-6657-51AE-297AB241D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Stateless Iterator</a:t>
            </a:r>
          </a:p>
        </p:txBody>
      </p:sp>
    </p:spTree>
    <p:extLst>
      <p:ext uri="{BB962C8B-B14F-4D97-AF65-F5344CB8AC3E}">
        <p14:creationId xmlns:p14="http://schemas.microsoft.com/office/powerpoint/2010/main" val="3798429801"/>
      </p:ext>
    </p:extLst>
  </p:cSld>
  <p:clrMapOvr>
    <a:masterClrMapping/>
  </p:clrMapOvr>
</p:sld>
</file>

<file path=ppt/slides/slide3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91BF6EE-C33E-17A5-DFF1-02D439E75D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035" y="170122"/>
            <a:ext cx="8205261" cy="785553"/>
          </a:xfrm>
        </p:spPr>
        <p:txBody>
          <a:bodyPr anchor="b">
            <a:normAutofit/>
          </a:bodyPr>
          <a:lstStyle/>
          <a:p>
            <a:r>
              <a:rPr lang="en-IN" dirty="0"/>
              <a:t>Iteration Table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1CE4DE8-8E8E-BEF2-A9B9-1C1A8733C4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0658997"/>
              </p:ext>
            </p:extLst>
          </p:nvPr>
        </p:nvGraphicFramePr>
        <p:xfrm>
          <a:off x="457200" y="1831268"/>
          <a:ext cx="8382000" cy="3924133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1608341">
                  <a:extLst>
                    <a:ext uri="{9D8B030D-6E8A-4147-A177-3AD203B41FA5}">
                      <a16:colId xmlns:a16="http://schemas.microsoft.com/office/drawing/2014/main" val="1872003908"/>
                    </a:ext>
                  </a:extLst>
                </a:gridCol>
                <a:gridCol w="1841175">
                  <a:extLst>
                    <a:ext uri="{9D8B030D-6E8A-4147-A177-3AD203B41FA5}">
                      <a16:colId xmlns:a16="http://schemas.microsoft.com/office/drawing/2014/main" val="3659441470"/>
                    </a:ext>
                  </a:extLst>
                </a:gridCol>
                <a:gridCol w="1769533">
                  <a:extLst>
                    <a:ext uri="{9D8B030D-6E8A-4147-A177-3AD203B41FA5}">
                      <a16:colId xmlns:a16="http://schemas.microsoft.com/office/drawing/2014/main" val="3628946069"/>
                    </a:ext>
                  </a:extLst>
                </a:gridCol>
                <a:gridCol w="1393418">
                  <a:extLst>
                    <a:ext uri="{9D8B030D-6E8A-4147-A177-3AD203B41FA5}">
                      <a16:colId xmlns:a16="http://schemas.microsoft.com/office/drawing/2014/main" val="337419236"/>
                    </a:ext>
                  </a:extLst>
                </a:gridCol>
                <a:gridCol w="1769533">
                  <a:extLst>
                    <a:ext uri="{9D8B030D-6E8A-4147-A177-3AD203B41FA5}">
                      <a16:colId xmlns:a16="http://schemas.microsoft.com/office/drawing/2014/main" val="2585992394"/>
                    </a:ext>
                  </a:extLst>
                </a:gridCol>
              </a:tblGrid>
              <a:tr h="1696237">
                <a:tc>
                  <a:txBody>
                    <a:bodyPr/>
                    <a:lstStyle/>
                    <a:p>
                      <a:r>
                        <a:rPr lang="en-IN" sz="2500"/>
                        <a:t>Iteration</a:t>
                      </a:r>
                    </a:p>
                  </a:txBody>
                  <a:tcPr marL="126585" marR="126585" marT="63292" marB="63292" anchor="ctr"/>
                </a:tc>
                <a:tc>
                  <a:txBody>
                    <a:bodyPr/>
                    <a:lstStyle/>
                    <a:p>
                      <a:r>
                        <a:rPr lang="en-IN" sz="2500"/>
                        <a:t>n (Upvalue) Before Call</a:t>
                      </a:r>
                    </a:p>
                  </a:txBody>
                  <a:tcPr marL="126585" marR="126585" marT="63292" marB="63292" anchor="ctr"/>
                </a:tc>
                <a:tc>
                  <a:txBody>
                    <a:bodyPr/>
                    <a:lstStyle/>
                    <a:p>
                      <a:r>
                        <a:rPr lang="en-IN" sz="2500" dirty="0"/>
                        <a:t>Returned Value (</a:t>
                      </a:r>
                      <a:r>
                        <a:rPr lang="en-IN" sz="2500" dirty="0" err="1"/>
                        <a:t>i</a:t>
                      </a:r>
                      <a:r>
                        <a:rPr lang="en-IN" sz="2500" dirty="0"/>
                        <a:t>)</a:t>
                      </a:r>
                    </a:p>
                  </a:txBody>
                  <a:tcPr marL="126585" marR="126585" marT="63292" marB="63292" anchor="ctr"/>
                </a:tc>
                <a:tc>
                  <a:txBody>
                    <a:bodyPr/>
                    <a:lstStyle/>
                    <a:p>
                      <a:r>
                        <a:rPr lang="en-IN" sz="2500"/>
                        <a:t>n After Call</a:t>
                      </a:r>
                    </a:p>
                  </a:txBody>
                  <a:tcPr marL="126585" marR="126585" marT="63292" marB="63292" anchor="ctr"/>
                </a:tc>
                <a:tc>
                  <a:txBody>
                    <a:bodyPr/>
                    <a:lstStyle/>
                    <a:p>
                      <a:r>
                        <a:rPr lang="en-IN" sz="2500"/>
                        <a:t>Output of print(i)</a:t>
                      </a:r>
                    </a:p>
                  </a:txBody>
                  <a:tcPr marL="126585" marR="126585" marT="63292" marB="63292" anchor="ctr"/>
                </a:tc>
                <a:extLst>
                  <a:ext uri="{0D108BD9-81ED-4DB2-BD59-A6C34878D82A}">
                    <a16:rowId xmlns:a16="http://schemas.microsoft.com/office/drawing/2014/main" val="2239941323"/>
                  </a:ext>
                </a:extLst>
              </a:tr>
              <a:tr h="556974">
                <a:tc>
                  <a:txBody>
                    <a:bodyPr/>
                    <a:lstStyle/>
                    <a:p>
                      <a:r>
                        <a:rPr lang="en-IN" sz="2500"/>
                        <a:t>1</a:t>
                      </a:r>
                    </a:p>
                  </a:txBody>
                  <a:tcPr marL="126585" marR="126585" marT="63292" marB="63292" anchor="ctr"/>
                </a:tc>
                <a:tc>
                  <a:txBody>
                    <a:bodyPr/>
                    <a:lstStyle/>
                    <a:p>
                      <a:r>
                        <a:rPr lang="en-IN" sz="2500"/>
                        <a:t>3</a:t>
                      </a:r>
                    </a:p>
                  </a:txBody>
                  <a:tcPr marL="126585" marR="126585" marT="63292" marB="63292" anchor="ctr"/>
                </a:tc>
                <a:tc>
                  <a:txBody>
                    <a:bodyPr/>
                    <a:lstStyle/>
                    <a:p>
                      <a:r>
                        <a:rPr lang="en-IN" sz="2500"/>
                        <a:t>3</a:t>
                      </a:r>
                    </a:p>
                  </a:txBody>
                  <a:tcPr marL="126585" marR="126585" marT="63292" marB="63292" anchor="ctr"/>
                </a:tc>
                <a:tc>
                  <a:txBody>
                    <a:bodyPr/>
                    <a:lstStyle/>
                    <a:p>
                      <a:r>
                        <a:rPr lang="en-IN" sz="2500"/>
                        <a:t>2</a:t>
                      </a:r>
                    </a:p>
                  </a:txBody>
                  <a:tcPr marL="126585" marR="126585" marT="63292" marB="63292" anchor="ctr"/>
                </a:tc>
                <a:tc>
                  <a:txBody>
                    <a:bodyPr/>
                    <a:lstStyle/>
                    <a:p>
                      <a:r>
                        <a:rPr lang="en-IN" sz="2500"/>
                        <a:t>3</a:t>
                      </a:r>
                    </a:p>
                  </a:txBody>
                  <a:tcPr marL="126585" marR="126585" marT="63292" marB="63292" anchor="ctr"/>
                </a:tc>
                <a:extLst>
                  <a:ext uri="{0D108BD9-81ED-4DB2-BD59-A6C34878D82A}">
                    <a16:rowId xmlns:a16="http://schemas.microsoft.com/office/drawing/2014/main" val="3230674785"/>
                  </a:ext>
                </a:extLst>
              </a:tr>
              <a:tr h="556974">
                <a:tc>
                  <a:txBody>
                    <a:bodyPr/>
                    <a:lstStyle/>
                    <a:p>
                      <a:r>
                        <a:rPr lang="en-IN" sz="2500"/>
                        <a:t>2</a:t>
                      </a:r>
                    </a:p>
                  </a:txBody>
                  <a:tcPr marL="126585" marR="126585" marT="63292" marB="63292" anchor="ctr"/>
                </a:tc>
                <a:tc>
                  <a:txBody>
                    <a:bodyPr/>
                    <a:lstStyle/>
                    <a:p>
                      <a:r>
                        <a:rPr lang="en-IN" sz="2500"/>
                        <a:t>2</a:t>
                      </a:r>
                    </a:p>
                  </a:txBody>
                  <a:tcPr marL="126585" marR="126585" marT="63292" marB="63292" anchor="ctr"/>
                </a:tc>
                <a:tc>
                  <a:txBody>
                    <a:bodyPr/>
                    <a:lstStyle/>
                    <a:p>
                      <a:r>
                        <a:rPr lang="en-IN" sz="2500"/>
                        <a:t>2</a:t>
                      </a:r>
                    </a:p>
                  </a:txBody>
                  <a:tcPr marL="126585" marR="126585" marT="63292" marB="63292" anchor="ctr"/>
                </a:tc>
                <a:tc>
                  <a:txBody>
                    <a:bodyPr/>
                    <a:lstStyle/>
                    <a:p>
                      <a:r>
                        <a:rPr lang="en-IN" sz="2500"/>
                        <a:t>1</a:t>
                      </a:r>
                    </a:p>
                  </a:txBody>
                  <a:tcPr marL="126585" marR="126585" marT="63292" marB="63292" anchor="ctr"/>
                </a:tc>
                <a:tc>
                  <a:txBody>
                    <a:bodyPr/>
                    <a:lstStyle/>
                    <a:p>
                      <a:r>
                        <a:rPr lang="en-IN" sz="2500"/>
                        <a:t>2</a:t>
                      </a:r>
                    </a:p>
                  </a:txBody>
                  <a:tcPr marL="126585" marR="126585" marT="63292" marB="63292" anchor="ctr"/>
                </a:tc>
                <a:extLst>
                  <a:ext uri="{0D108BD9-81ED-4DB2-BD59-A6C34878D82A}">
                    <a16:rowId xmlns:a16="http://schemas.microsoft.com/office/drawing/2014/main" val="3173422672"/>
                  </a:ext>
                </a:extLst>
              </a:tr>
              <a:tr h="556974">
                <a:tc>
                  <a:txBody>
                    <a:bodyPr/>
                    <a:lstStyle/>
                    <a:p>
                      <a:r>
                        <a:rPr lang="en-IN" sz="2500"/>
                        <a:t>3</a:t>
                      </a:r>
                    </a:p>
                  </a:txBody>
                  <a:tcPr marL="126585" marR="126585" marT="63292" marB="63292" anchor="ctr"/>
                </a:tc>
                <a:tc>
                  <a:txBody>
                    <a:bodyPr/>
                    <a:lstStyle/>
                    <a:p>
                      <a:r>
                        <a:rPr lang="en-IN" sz="2500"/>
                        <a:t>1</a:t>
                      </a:r>
                    </a:p>
                  </a:txBody>
                  <a:tcPr marL="126585" marR="126585" marT="63292" marB="63292" anchor="ctr"/>
                </a:tc>
                <a:tc>
                  <a:txBody>
                    <a:bodyPr/>
                    <a:lstStyle/>
                    <a:p>
                      <a:r>
                        <a:rPr lang="en-IN" sz="2500"/>
                        <a:t>1</a:t>
                      </a:r>
                    </a:p>
                  </a:txBody>
                  <a:tcPr marL="126585" marR="126585" marT="63292" marB="63292" anchor="ctr"/>
                </a:tc>
                <a:tc>
                  <a:txBody>
                    <a:bodyPr/>
                    <a:lstStyle/>
                    <a:p>
                      <a:r>
                        <a:rPr lang="en-IN" sz="2500"/>
                        <a:t>0</a:t>
                      </a:r>
                    </a:p>
                  </a:txBody>
                  <a:tcPr marL="126585" marR="126585" marT="63292" marB="63292" anchor="ctr"/>
                </a:tc>
                <a:tc>
                  <a:txBody>
                    <a:bodyPr/>
                    <a:lstStyle/>
                    <a:p>
                      <a:r>
                        <a:rPr lang="en-IN" sz="2500"/>
                        <a:t>1</a:t>
                      </a:r>
                    </a:p>
                  </a:txBody>
                  <a:tcPr marL="126585" marR="126585" marT="63292" marB="63292" anchor="ctr"/>
                </a:tc>
                <a:extLst>
                  <a:ext uri="{0D108BD9-81ED-4DB2-BD59-A6C34878D82A}">
                    <a16:rowId xmlns:a16="http://schemas.microsoft.com/office/drawing/2014/main" val="3815102627"/>
                  </a:ext>
                </a:extLst>
              </a:tr>
              <a:tr h="556974">
                <a:tc>
                  <a:txBody>
                    <a:bodyPr/>
                    <a:lstStyle/>
                    <a:p>
                      <a:r>
                        <a:rPr lang="en-IN" sz="2500"/>
                        <a:t>4</a:t>
                      </a:r>
                    </a:p>
                  </a:txBody>
                  <a:tcPr marL="126585" marR="126585" marT="63292" marB="63292" anchor="ctr"/>
                </a:tc>
                <a:tc>
                  <a:txBody>
                    <a:bodyPr/>
                    <a:lstStyle/>
                    <a:p>
                      <a:r>
                        <a:rPr lang="en-IN" sz="2500"/>
                        <a:t>0</a:t>
                      </a:r>
                    </a:p>
                  </a:txBody>
                  <a:tcPr marL="126585" marR="126585" marT="63292" marB="63292" anchor="ctr"/>
                </a:tc>
                <a:tc>
                  <a:txBody>
                    <a:bodyPr/>
                    <a:lstStyle/>
                    <a:p>
                      <a:r>
                        <a:rPr lang="en-IN" sz="2500"/>
                        <a:t>nil</a:t>
                      </a:r>
                    </a:p>
                  </a:txBody>
                  <a:tcPr marL="126585" marR="126585" marT="63292" marB="63292" anchor="ctr"/>
                </a:tc>
                <a:tc>
                  <a:txBody>
                    <a:bodyPr/>
                    <a:lstStyle/>
                    <a:p>
                      <a:r>
                        <a:rPr lang="en-IN" sz="2500"/>
                        <a:t>0</a:t>
                      </a:r>
                    </a:p>
                  </a:txBody>
                  <a:tcPr marL="126585" marR="126585" marT="63292" marB="63292" anchor="ctr"/>
                </a:tc>
                <a:tc>
                  <a:txBody>
                    <a:bodyPr/>
                    <a:lstStyle/>
                    <a:p>
                      <a:r>
                        <a:rPr lang="en-IN" sz="2500" dirty="0"/>
                        <a:t>loop exits</a:t>
                      </a:r>
                    </a:p>
                  </a:txBody>
                  <a:tcPr marL="126585" marR="126585" marT="63292" marB="63292" anchor="ctr"/>
                </a:tc>
                <a:extLst>
                  <a:ext uri="{0D108BD9-81ED-4DB2-BD59-A6C34878D82A}">
                    <a16:rowId xmlns:a16="http://schemas.microsoft.com/office/drawing/2014/main" val="3757929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15405188"/>
      </p:ext>
    </p:extLst>
  </p:cSld>
  <p:clrMapOvr>
    <a:masterClrMapping/>
  </p:clrMapOvr>
</p:sld>
</file>

<file path=ppt/slides/slide3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B788506-1F14-29F4-22E6-F4972BBDFDAF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IN" dirty="0"/>
              <a:t>Countdowns / Sequences</a:t>
            </a:r>
          </a:p>
          <a:p>
            <a:r>
              <a:rPr lang="en-IN" dirty="0"/>
              <a:t>Repeat a Fixed Message</a:t>
            </a:r>
          </a:p>
          <a:p>
            <a:r>
              <a:rPr lang="en-US" dirty="0"/>
              <a:t>Generate Random Items on Demand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F0B9675-8A25-BEE8-1EC9-17664345F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Use cases</a:t>
            </a:r>
          </a:p>
        </p:txBody>
      </p:sp>
    </p:spTree>
    <p:extLst>
      <p:ext uri="{BB962C8B-B14F-4D97-AF65-F5344CB8AC3E}">
        <p14:creationId xmlns:p14="http://schemas.microsoft.com/office/powerpoint/2010/main" val="1292230220"/>
      </p:ext>
    </p:extLst>
  </p:cSld>
  <p:clrMapOvr>
    <a:masterClrMapping/>
  </p:clrMapOvr>
</p:sld>
</file>

<file path=ppt/slides/slide3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F9F113-C9CB-11C2-BFBF-6D5A690B12EE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Stateful iterator — the classic Lua “true” iterator used with for loops that explicitly separates:</a:t>
            </a:r>
          </a:p>
          <a:p>
            <a:r>
              <a:rPr lang="en-US" dirty="0"/>
              <a:t>the iterator function</a:t>
            </a:r>
          </a:p>
          <a:p>
            <a:r>
              <a:rPr lang="en-US" dirty="0"/>
              <a:t>the state (invariant value, like a table)</a:t>
            </a:r>
          </a:p>
          <a:p>
            <a:r>
              <a:rPr lang="en-US" dirty="0"/>
              <a:t>the control variable (like an index or key)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4C3A314-5972-AD60-DD08-C9852E3F8F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Stateful </a:t>
            </a:r>
            <a:r>
              <a:rPr lang="en-IN" dirty="0" err="1"/>
              <a:t>Iteraor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62785702"/>
      </p:ext>
    </p:extLst>
  </p:cSld>
  <p:clrMapOvr>
    <a:masterClrMapping/>
  </p:clrMapOvr>
</p:sld>
</file>

<file path=ppt/slides/slide3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391463E-A944-63DD-9075-436B607A9566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Iterating Over a Table with Sorted Keys</a:t>
            </a:r>
          </a:p>
          <a:p>
            <a:r>
              <a:rPr lang="en-IN" dirty="0"/>
              <a:t> Paged or Chunked Processing</a:t>
            </a:r>
          </a:p>
          <a:p>
            <a:r>
              <a:rPr lang="en-US" dirty="0"/>
              <a:t>Multiple Iterators on the Same Data</a:t>
            </a:r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5370F95-68F3-00F6-B910-C21576DF1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Use Cases</a:t>
            </a:r>
          </a:p>
        </p:txBody>
      </p:sp>
    </p:spTree>
    <p:extLst>
      <p:ext uri="{BB962C8B-B14F-4D97-AF65-F5344CB8AC3E}">
        <p14:creationId xmlns:p14="http://schemas.microsoft.com/office/powerpoint/2010/main" val="3375646861"/>
      </p:ext>
    </p:extLst>
  </p:cSld>
  <p:clrMapOvr>
    <a:masterClrMapping/>
  </p:clrMapOvr>
</p:sld>
</file>

<file path=ppt/slides/slide3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D4230EF-E10B-1190-9AE2-F698DC738FC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57201" y="1381125"/>
            <a:ext cx="8228012" cy="2352675"/>
          </a:xfrm>
        </p:spPr>
        <p:txBody>
          <a:bodyPr/>
          <a:lstStyle/>
          <a:p>
            <a:r>
              <a:rPr lang="en-US" dirty="0"/>
              <a:t>In Lua, a true iterator is a function used with the for loop that maintains its own internal state, returns successive values, and follows a specific protocol. </a:t>
            </a:r>
          </a:p>
          <a:p>
            <a:r>
              <a:rPr lang="en-US" dirty="0"/>
              <a:t>It's more than just a loop — it's a function + state + control variable trio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B3D70BF-F186-1655-2005-F9343D4019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True Iterator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BC0ED0-A334-1BF7-457D-4121D024630A}"/>
              </a:ext>
            </a:extLst>
          </p:cNvPr>
          <p:cNvSpPr txBox="1"/>
          <p:nvPr/>
        </p:nvSpPr>
        <p:spPr>
          <a:xfrm>
            <a:off x="457201" y="3789145"/>
            <a:ext cx="8000999" cy="92333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b="1" dirty="0"/>
              <a:t>for var_1, ..., </a:t>
            </a:r>
            <a:r>
              <a:rPr lang="en-IN" b="1" dirty="0" err="1"/>
              <a:t>var_n</a:t>
            </a:r>
            <a:r>
              <a:rPr lang="en-IN" b="1" dirty="0"/>
              <a:t> in </a:t>
            </a:r>
            <a:r>
              <a:rPr lang="en-IN" b="1" dirty="0" err="1"/>
              <a:t>iterator_function</a:t>
            </a:r>
            <a:r>
              <a:rPr lang="en-IN" b="1" dirty="0"/>
              <a:t>, </a:t>
            </a:r>
            <a:r>
              <a:rPr lang="en-IN" b="1" dirty="0" err="1"/>
              <a:t>invariant_state</a:t>
            </a:r>
            <a:r>
              <a:rPr lang="en-IN" b="1" dirty="0"/>
              <a:t>, </a:t>
            </a:r>
            <a:r>
              <a:rPr lang="en-IN" b="1" dirty="0" err="1"/>
              <a:t>control_var</a:t>
            </a:r>
            <a:r>
              <a:rPr lang="en-IN" b="1" dirty="0"/>
              <a:t> do</a:t>
            </a:r>
          </a:p>
          <a:p>
            <a:r>
              <a:rPr lang="en-IN" b="1" dirty="0"/>
              <a:t>    -- body</a:t>
            </a:r>
          </a:p>
          <a:p>
            <a:r>
              <a:rPr lang="en-IN" b="1" dirty="0"/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3977145691"/>
      </p:ext>
    </p:extLst>
  </p:cSld>
  <p:clrMapOvr>
    <a:masterClrMapping/>
  </p:clrMapOvr>
</p:sld>
</file>

<file path=ppt/slides/slide3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95A0A73-7225-6411-6E6F-163247FB8F22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IoT device task polling</a:t>
            </a:r>
          </a:p>
          <a:p>
            <a:r>
              <a:rPr lang="en-US" dirty="0"/>
              <a:t>Event-driven automation</a:t>
            </a:r>
          </a:p>
          <a:p>
            <a:r>
              <a:rPr lang="en-US" dirty="0"/>
              <a:t>Real-time game event triggering</a:t>
            </a:r>
          </a:p>
          <a:p>
            <a:r>
              <a:rPr lang="en-US" dirty="0"/>
              <a:t>Background job schedulers</a:t>
            </a:r>
          </a:p>
          <a:p>
            <a:r>
              <a:rPr lang="en-US" dirty="0"/>
              <a:t>Workflow engines (e.g., Camunda/</a:t>
            </a:r>
            <a:r>
              <a:rPr lang="en-US" dirty="0" err="1"/>
              <a:t>Zeebe</a:t>
            </a:r>
            <a:r>
              <a:rPr lang="en-US" dirty="0"/>
              <a:t>-like logic)</a:t>
            </a:r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968E7EC-4A87-48CA-300D-CB98647D68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Use Cases in Production</a:t>
            </a:r>
          </a:p>
        </p:txBody>
      </p:sp>
    </p:spTree>
    <p:extLst>
      <p:ext uri="{BB962C8B-B14F-4D97-AF65-F5344CB8AC3E}">
        <p14:creationId xmlns:p14="http://schemas.microsoft.com/office/powerpoint/2010/main" val="3071895864"/>
      </p:ext>
    </p:extLst>
  </p:cSld>
  <p:clrMapOvr>
    <a:masterClrMapping/>
  </p:clrMapOvr>
</p:sld>
</file>

<file path=ppt/slides/slide3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5650F1A-FC82-EA4D-DACC-EA8C8DACCF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035" y="170122"/>
            <a:ext cx="8205261" cy="785553"/>
          </a:xfrm>
        </p:spPr>
        <p:txBody>
          <a:bodyPr anchor="b">
            <a:normAutofit/>
          </a:bodyPr>
          <a:lstStyle/>
          <a:p>
            <a:r>
              <a:rPr lang="en-IN" dirty="0"/>
              <a:t>Summary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330835E-4B51-46D1-81B8-72646A975B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3321489"/>
              </p:ext>
            </p:extLst>
          </p:nvPr>
        </p:nvGraphicFramePr>
        <p:xfrm>
          <a:off x="457201" y="1571393"/>
          <a:ext cx="8228013" cy="485464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956747">
                  <a:extLst>
                    <a:ext uri="{9D8B030D-6E8A-4147-A177-3AD203B41FA5}">
                      <a16:colId xmlns:a16="http://schemas.microsoft.com/office/drawing/2014/main" val="1912722470"/>
                    </a:ext>
                  </a:extLst>
                </a:gridCol>
                <a:gridCol w="5271266">
                  <a:extLst>
                    <a:ext uri="{9D8B030D-6E8A-4147-A177-3AD203B41FA5}">
                      <a16:colId xmlns:a16="http://schemas.microsoft.com/office/drawing/2014/main" val="3881930879"/>
                    </a:ext>
                  </a:extLst>
                </a:gridCol>
              </a:tblGrid>
              <a:tr h="660577">
                <a:tc>
                  <a:txBody>
                    <a:bodyPr/>
                    <a:lstStyle/>
                    <a:p>
                      <a:r>
                        <a:rPr lang="en-IN" sz="3000"/>
                        <a:t>Type</a:t>
                      </a:r>
                    </a:p>
                  </a:txBody>
                  <a:tcPr marL="150131" marR="150131" marT="75065" marB="75065" anchor="ctr"/>
                </a:tc>
                <a:tc>
                  <a:txBody>
                    <a:bodyPr/>
                    <a:lstStyle/>
                    <a:p>
                      <a:r>
                        <a:rPr lang="en-IN" sz="3000"/>
                        <a:t>Description</a:t>
                      </a:r>
                    </a:p>
                  </a:txBody>
                  <a:tcPr marL="150131" marR="150131" marT="75065" marB="75065" anchor="ctr"/>
                </a:tc>
                <a:extLst>
                  <a:ext uri="{0D108BD9-81ED-4DB2-BD59-A6C34878D82A}">
                    <a16:rowId xmlns:a16="http://schemas.microsoft.com/office/drawing/2014/main" val="1881680785"/>
                  </a:ext>
                </a:extLst>
              </a:tr>
              <a:tr h="1110970">
                <a:tc>
                  <a:txBody>
                    <a:bodyPr/>
                    <a:lstStyle/>
                    <a:p>
                      <a:r>
                        <a:rPr lang="en-IN" sz="3000" b="1"/>
                        <a:t>Stateless</a:t>
                      </a:r>
                      <a:endParaRPr lang="en-IN" sz="3000"/>
                    </a:p>
                  </a:txBody>
                  <a:tcPr marL="150131" marR="150131" marT="75065" marB="75065" anchor="ctr"/>
                </a:tc>
                <a:tc>
                  <a:txBody>
                    <a:bodyPr/>
                    <a:lstStyle/>
                    <a:p>
                      <a:r>
                        <a:rPr lang="en-US" sz="3000"/>
                        <a:t>Only a function; uses </a:t>
                      </a:r>
                      <a:r>
                        <a:rPr lang="en-US" sz="3000" b="1"/>
                        <a:t>closure</a:t>
                      </a:r>
                      <a:r>
                        <a:rPr lang="en-US" sz="3000"/>
                        <a:t> to store state internally</a:t>
                      </a:r>
                    </a:p>
                  </a:txBody>
                  <a:tcPr marL="150131" marR="150131" marT="75065" marB="75065" anchor="ctr"/>
                </a:tc>
                <a:extLst>
                  <a:ext uri="{0D108BD9-81ED-4DB2-BD59-A6C34878D82A}">
                    <a16:rowId xmlns:a16="http://schemas.microsoft.com/office/drawing/2014/main" val="129021171"/>
                  </a:ext>
                </a:extLst>
              </a:tr>
              <a:tr h="1561363">
                <a:tc>
                  <a:txBody>
                    <a:bodyPr/>
                    <a:lstStyle/>
                    <a:p>
                      <a:r>
                        <a:rPr lang="en-IN" sz="3000" b="1"/>
                        <a:t>Stateful (true)</a:t>
                      </a:r>
                      <a:endParaRPr lang="en-IN" sz="3000"/>
                    </a:p>
                  </a:txBody>
                  <a:tcPr marL="150131" marR="150131" marT="75065" marB="75065" anchor="ctr"/>
                </a:tc>
                <a:tc>
                  <a:txBody>
                    <a:bodyPr/>
                    <a:lstStyle/>
                    <a:p>
                      <a:r>
                        <a:rPr lang="en-US" sz="3000"/>
                        <a:t>Returns 3 values: iterator function, state, and initial control</a:t>
                      </a:r>
                    </a:p>
                  </a:txBody>
                  <a:tcPr marL="150131" marR="150131" marT="75065" marB="75065" anchor="ctr"/>
                </a:tc>
                <a:extLst>
                  <a:ext uri="{0D108BD9-81ED-4DB2-BD59-A6C34878D82A}">
                    <a16:rowId xmlns:a16="http://schemas.microsoft.com/office/drawing/2014/main" val="529811701"/>
                  </a:ext>
                </a:extLst>
              </a:tr>
              <a:tr h="1110970">
                <a:tc>
                  <a:txBody>
                    <a:bodyPr/>
                    <a:lstStyle/>
                    <a:p>
                      <a:r>
                        <a:rPr lang="en-IN" sz="3000" b="1"/>
                        <a:t>True iterator</a:t>
                      </a:r>
                      <a:endParaRPr lang="en-IN" sz="3000"/>
                    </a:p>
                  </a:txBody>
                  <a:tcPr marL="150131" marR="150131" marT="75065" marB="75065" anchor="ctr"/>
                </a:tc>
                <a:tc>
                  <a:txBody>
                    <a:bodyPr/>
                    <a:lstStyle/>
                    <a:p>
                      <a:r>
                        <a:rPr lang="en-US" sz="3000" dirty="0"/>
                        <a:t>All for loops using in use this format under the hood</a:t>
                      </a:r>
                    </a:p>
                  </a:txBody>
                  <a:tcPr marL="150131" marR="150131" marT="75065" marB="75065" anchor="ctr"/>
                </a:tc>
                <a:extLst>
                  <a:ext uri="{0D108BD9-81ED-4DB2-BD59-A6C34878D82A}">
                    <a16:rowId xmlns:a16="http://schemas.microsoft.com/office/drawing/2014/main" val="27414835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62731899"/>
      </p:ext>
    </p:extLst>
  </p:cSld>
  <p:clrMapOvr>
    <a:masterClrMapping/>
  </p:clrMapOvr>
</p:sld>
</file>

<file path=ppt/slides/slide3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79028-4C20-A6F8-63E2-CD901B31C7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D899A9A-75B6-1B5C-82C4-8437857FA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035" y="170122"/>
            <a:ext cx="8205261" cy="785553"/>
          </a:xfrm>
        </p:spPr>
        <p:txBody>
          <a:bodyPr anchor="b">
            <a:normAutofit/>
          </a:bodyPr>
          <a:lstStyle/>
          <a:p>
            <a:r>
              <a:rPr lang="en-IN" dirty="0"/>
              <a:t>Summary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985BE01-26D4-4F60-1E7A-0F08F77305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9793379"/>
              </p:ext>
            </p:extLst>
          </p:nvPr>
        </p:nvGraphicFramePr>
        <p:xfrm>
          <a:off x="457200" y="2330291"/>
          <a:ext cx="8228013" cy="292608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742671">
                  <a:extLst>
                    <a:ext uri="{9D8B030D-6E8A-4147-A177-3AD203B41FA5}">
                      <a16:colId xmlns:a16="http://schemas.microsoft.com/office/drawing/2014/main" val="761260397"/>
                    </a:ext>
                  </a:extLst>
                </a:gridCol>
                <a:gridCol w="2742671">
                  <a:extLst>
                    <a:ext uri="{9D8B030D-6E8A-4147-A177-3AD203B41FA5}">
                      <a16:colId xmlns:a16="http://schemas.microsoft.com/office/drawing/2014/main" val="3171091613"/>
                    </a:ext>
                  </a:extLst>
                </a:gridCol>
                <a:gridCol w="2742671">
                  <a:extLst>
                    <a:ext uri="{9D8B030D-6E8A-4147-A177-3AD203B41FA5}">
                      <a16:colId xmlns:a16="http://schemas.microsoft.com/office/drawing/2014/main" val="332344513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/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/>
                        <a:t>Stateless (Closure)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/>
                        <a:t>Stateful (True Iterator)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982562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Return to for loop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Just a function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Function + state + control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808536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State stored 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Closure’s upvalues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Explicit parameters (state, control)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50039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Reusable?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❌ No — must recreate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✅ Yes — can restart with new state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168497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Example use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Simple sequences, countdowns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Arrays, maps, paginated data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661513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57497150"/>
      </p:ext>
    </p:extLst>
  </p:cSld>
  <p:clrMapOvr>
    <a:masterClrMapping/>
  </p:clrMapOvr>
</p:sld>
</file>

<file path=ppt/slides/slide3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Questions</a:t>
            </a:r>
          </a:p>
        </p:txBody>
      </p:sp>
    </p:spTree>
  </p:cSld>
  <p:clrMapOvr>
    <a:masterClrMapping/>
  </p:clrMapOvr>
</p:sld>
</file>

<file path=ppt/slides/slide3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IN" dirty="0"/>
              <a:t>Lua Getting Started</a:t>
            </a:r>
          </a:p>
          <a:p>
            <a:r>
              <a:rPr lang="en-IN" dirty="0"/>
              <a:t>Numbers</a:t>
            </a:r>
          </a:p>
          <a:p>
            <a:r>
              <a:rPr lang="en-IN" dirty="0"/>
              <a:t>Strings</a:t>
            </a:r>
          </a:p>
          <a:p>
            <a:pPr lvl="1"/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 Summary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1"/>
</p:tagLst>
</file>

<file path=ppt/theme/theme1.xml><?xml version="1.0" encoding="utf-8"?>
<a:theme xmlns:a="http://schemas.openxmlformats.org/drawingml/2006/main" name="Pencils_02_2012">
  <a:themeElements>
    <a:clrScheme name="SWF Template">
      <a:dk1>
        <a:srgbClr val="000000"/>
      </a:dk1>
      <a:lt1>
        <a:sysClr val="window" lastClr="FFFFFF"/>
      </a:lt1>
      <a:dk2>
        <a:srgbClr val="002266"/>
      </a:dk2>
      <a:lt2>
        <a:srgbClr val="BBBB00"/>
      </a:lt2>
      <a:accent1>
        <a:srgbClr val="00BBEE"/>
      </a:accent1>
      <a:accent2>
        <a:srgbClr val="FF9900"/>
      </a:accent2>
      <a:accent3>
        <a:srgbClr val="BBBB00"/>
      </a:accent3>
      <a:accent4>
        <a:srgbClr val="002266"/>
      </a:accent4>
      <a:accent5>
        <a:srgbClr val="DD4411"/>
      </a:accent5>
      <a:accent6>
        <a:srgbClr val="E1DD00"/>
      </a:accent6>
      <a:hlink>
        <a:srgbClr val="FF9900"/>
      </a:hlink>
      <a:folHlink>
        <a:srgbClr val="002266"/>
      </a:folHlink>
    </a:clrScheme>
    <a:fontScheme name="Accentur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104DE32136F4D4F8B91DE44C434FF89" ma:contentTypeVersion="0" ma:contentTypeDescription="Create a new document." ma:contentTypeScope="" ma:versionID="51781ce6f9edcc76a54a87506d8d8857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64490b4aec6201516c3a874156f37b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>
  <documentManagement/>
</p:properties>
</file>

<file path=customXml/itemProps1.xml><?xml version="1.0" encoding="utf-8"?>
<ds:datastoreItem xmlns:ds="http://schemas.openxmlformats.org/officeDocument/2006/customXml" ds:itemID="{69A6220E-5020-4ACE-A33D-0A412E4F470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81C72F5-E8DF-4294-BFF4-1725915F864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4514F291-B47C-48A1-B199-EBD0A7B4E780}">
  <ds:schemaRefs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http://purl.org/dc/dcmitype/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Pencils_02_2012</Template>
  <TotalTime>10322</TotalTime>
  <Words>16647</Words>
  <Application>Microsoft Office PowerPoint</Application>
  <PresentationFormat>On-screen Show (4:3)</PresentationFormat>
  <Paragraphs>2944</Paragraphs>
  <Slides>389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389</vt:i4>
      </vt:variant>
    </vt:vector>
  </HeadingPairs>
  <TitlesOfParts>
    <vt:vector size="393" baseType="lpstr">
      <vt:lpstr>Arial</vt:lpstr>
      <vt:lpstr>Calibri</vt:lpstr>
      <vt:lpstr>Consolas</vt:lpstr>
      <vt:lpstr>Pencils_02_2012</vt:lpstr>
      <vt:lpstr>PowerPoint Presentation</vt:lpstr>
      <vt:lpstr>Goals</vt:lpstr>
      <vt:lpstr>Goals</vt:lpstr>
      <vt:lpstr>Lua Getting Started</vt:lpstr>
      <vt:lpstr>Lua Getting Started</vt:lpstr>
      <vt:lpstr>Popular use cases for Lua</vt:lpstr>
      <vt:lpstr>Popular use cases for Lua</vt:lpstr>
      <vt:lpstr>Lua Getting Started</vt:lpstr>
      <vt:lpstr>Top Reasons to Use Lua</vt:lpstr>
      <vt:lpstr>Top Reasons to Use Lua</vt:lpstr>
      <vt:lpstr>Top Reasons to Use Lua</vt:lpstr>
      <vt:lpstr>Top Reasons to Use Lua</vt:lpstr>
      <vt:lpstr>Top Reasons to Use Lua</vt:lpstr>
      <vt:lpstr>Top Reasons to Use Lua</vt:lpstr>
      <vt:lpstr>Top Reasons to Use Lua</vt:lpstr>
      <vt:lpstr>Lua vs Other Scripting Languages</vt:lpstr>
      <vt:lpstr>Lua vs Other Scripting Languages</vt:lpstr>
      <vt:lpstr>Lua Architecture Overview</vt:lpstr>
      <vt:lpstr>Lua Architecture Overview</vt:lpstr>
      <vt:lpstr>Lua Architecture Overview</vt:lpstr>
      <vt:lpstr>Example: Lua Code → Compilation Flow (Source → Bytecode)</vt:lpstr>
      <vt:lpstr>What Is an Abstract Syntax Tree (AST)?</vt:lpstr>
      <vt:lpstr>What Is an Abstract Syntax Tree (AST)?</vt:lpstr>
      <vt:lpstr> Internals in Lua Source Code</vt:lpstr>
      <vt:lpstr>How to View or Generate the AST in Lua?</vt:lpstr>
      <vt:lpstr>How to View or Generate the AST in Lua?</vt:lpstr>
      <vt:lpstr>How to View or Generate the AST in Lua?</vt:lpstr>
      <vt:lpstr>Summary</vt:lpstr>
      <vt:lpstr>Execution Flow</vt:lpstr>
      <vt:lpstr>Lua VM</vt:lpstr>
      <vt:lpstr>Key Features of the Lua VM</vt:lpstr>
      <vt:lpstr>Lua VM Components</vt:lpstr>
      <vt:lpstr>3. Lua VM Components Instruction Set (Bytecode)</vt:lpstr>
      <vt:lpstr>4. Lua VM Dispatch Loop</vt:lpstr>
      <vt:lpstr>Example: Lua Code → Bytecode</vt:lpstr>
      <vt:lpstr>Common Bytecode Instructions</vt:lpstr>
      <vt:lpstr>Lua VM (Standard Lua Interpreter)</vt:lpstr>
      <vt:lpstr>Lua VM (Standard Lua Interpreter)</vt:lpstr>
      <vt:lpstr>Lua VM (Standard Lua Interpreter)</vt:lpstr>
      <vt:lpstr> LuaJIT (Just-In-Time Compiler)</vt:lpstr>
      <vt:lpstr> LuaJIT (Just-In-Time Compiler)</vt:lpstr>
      <vt:lpstr>Lua VM (Standard Lua Interpreter)</vt:lpstr>
      <vt:lpstr>Key Differences Table:</vt:lpstr>
      <vt:lpstr>When to Use Which?</vt:lpstr>
      <vt:lpstr>Bonus: LuaJIT’s FFI (Foreign Function Interface)</vt:lpstr>
      <vt:lpstr>Optimization: Lua JIT</vt:lpstr>
      <vt:lpstr>Detect Lua or LuaJIT:</vt:lpstr>
      <vt:lpstr>Detect Lua or LuaJIT:</vt:lpstr>
      <vt:lpstr>Detect Lua or LuaJIT:</vt:lpstr>
      <vt:lpstr>Summary</vt:lpstr>
      <vt:lpstr>Lua Core</vt:lpstr>
      <vt:lpstr>1. Components of Lua Core</vt:lpstr>
      <vt:lpstr>2. Key Data Structures</vt:lpstr>
      <vt:lpstr>2. Key Data Structures</vt:lpstr>
      <vt:lpstr>2. Key Data Structures</vt:lpstr>
      <vt:lpstr>3. How the Lua Core Executes Code Step-by-step</vt:lpstr>
      <vt:lpstr>4. Garbage Collection (GC)</vt:lpstr>
      <vt:lpstr>5. Lua C API Interface (lapi.c)</vt:lpstr>
      <vt:lpstr>6. Customization &amp; Portability</vt:lpstr>
      <vt:lpstr>Summary: Core Responsibilities</vt:lpstr>
      <vt:lpstr>Lua Memory Management</vt:lpstr>
      <vt:lpstr>Lua Memory Management</vt:lpstr>
      <vt:lpstr>Lua Memory Management - Garbage Collection Process </vt:lpstr>
      <vt:lpstr>Lua Memory Management - Memory Allocation Functions</vt:lpstr>
      <vt:lpstr>What Lua Collects</vt:lpstr>
      <vt:lpstr>Memory Management in Embedded Systems</vt:lpstr>
      <vt:lpstr>Source Code Pointers</vt:lpstr>
      <vt:lpstr>Best Practices for Efficient Memory Use</vt:lpstr>
      <vt:lpstr>Lua Version History</vt:lpstr>
      <vt:lpstr>Summary</vt:lpstr>
      <vt:lpstr>Installing Lua</vt:lpstr>
      <vt:lpstr>Installing Lua</vt:lpstr>
      <vt:lpstr>Installing Lua</vt:lpstr>
      <vt:lpstr>Installing Lua</vt:lpstr>
      <vt:lpstr>Installing Lua</vt:lpstr>
      <vt:lpstr>Installing Lua</vt:lpstr>
      <vt:lpstr>VS Code</vt:lpstr>
      <vt:lpstr>1. What Is a Chunk?</vt:lpstr>
      <vt:lpstr>1. What Is a Chunk?</vt:lpstr>
      <vt:lpstr>1. What Is a Chunk?</vt:lpstr>
      <vt:lpstr>1. What Is a Chunk?</vt:lpstr>
      <vt:lpstr>Internals of a Lua Chunk</vt:lpstr>
      <vt:lpstr>Internals of a Lua Chunk</vt:lpstr>
      <vt:lpstr>Internals of a Lua Chunk</vt:lpstr>
      <vt:lpstr>Chunk as Anonymous Function</vt:lpstr>
      <vt:lpstr>Internal Structure (Proto)</vt:lpstr>
      <vt:lpstr>Internal Structure (Proto)</vt:lpstr>
      <vt:lpstr>Execution Process</vt:lpstr>
      <vt:lpstr>Summary</vt:lpstr>
      <vt:lpstr>Why to use chunk</vt:lpstr>
      <vt:lpstr>Lexical Scoping in Chunks</vt:lpstr>
      <vt:lpstr>2. How Chunks Are Executed</vt:lpstr>
      <vt:lpstr>Types of Chunks</vt:lpstr>
      <vt:lpstr>Types of Chunks</vt:lpstr>
      <vt:lpstr>Types of Chunks</vt:lpstr>
      <vt:lpstr>File Chunk</vt:lpstr>
      <vt:lpstr>String Chunk</vt:lpstr>
      <vt:lpstr>Binary Chunk</vt:lpstr>
      <vt:lpstr>Binary Chunk - Compile to binary chunk using luac</vt:lpstr>
      <vt:lpstr>Binary Chunk – How to load Binary Chunk</vt:lpstr>
      <vt:lpstr>Chunk Structure</vt:lpstr>
      <vt:lpstr>Chunk Structure</vt:lpstr>
      <vt:lpstr>Chunks Are Functions</vt:lpstr>
      <vt:lpstr>Chunk Environments</vt:lpstr>
      <vt:lpstr>Precompiled Chunks (Bytecode)</vt:lpstr>
      <vt:lpstr>Example: Lua Code → Compilation Flow (Source → Bytecode)</vt:lpstr>
      <vt:lpstr>Practical Use Cases</vt:lpstr>
      <vt:lpstr>Lua Lexical Conventions &amp; Global Variables</vt:lpstr>
      <vt:lpstr>Lexical Elements in Lua</vt:lpstr>
      <vt:lpstr>Identifiers</vt:lpstr>
      <vt:lpstr>Keywords in Lua</vt:lpstr>
      <vt:lpstr>Global Variables</vt:lpstr>
      <vt:lpstr>Accessing/Modifying Globals Programmatically</vt:lpstr>
      <vt:lpstr>Literals</vt:lpstr>
      <vt:lpstr>Comments</vt:lpstr>
      <vt:lpstr>Types and Values Nil Booleans</vt:lpstr>
      <vt:lpstr>Type Checking</vt:lpstr>
      <vt:lpstr>Type: nil</vt:lpstr>
      <vt:lpstr>Type: boolean</vt:lpstr>
      <vt:lpstr>Type: boolean</vt:lpstr>
      <vt:lpstr>Summary Table</vt:lpstr>
      <vt:lpstr>Standalone Interpreter</vt:lpstr>
      <vt:lpstr>Definition</vt:lpstr>
      <vt:lpstr>Examples of Stand-Alone Interpreters</vt:lpstr>
      <vt:lpstr>Lua Example (Stand-Alone Interpreter)</vt:lpstr>
      <vt:lpstr>Features of Stand-Alone Interpreters</vt:lpstr>
      <vt:lpstr>Use Cases</vt:lpstr>
      <vt:lpstr>Numerals – In Programming and Scripting (e.g., Lua, Python)</vt:lpstr>
      <vt:lpstr>Types of Numerals</vt:lpstr>
      <vt:lpstr>Types of Numerals</vt:lpstr>
      <vt:lpstr>Types of Numerals</vt:lpstr>
      <vt:lpstr>Types of Numerals</vt:lpstr>
      <vt:lpstr>Arithmetic Operators</vt:lpstr>
      <vt:lpstr>Relational Operators</vt:lpstr>
      <vt:lpstr>Example in Lua</vt:lpstr>
      <vt:lpstr> The Mathematical Library </vt:lpstr>
      <vt:lpstr>Random-Number Generator Functions</vt:lpstr>
      <vt:lpstr>Rounding Functions</vt:lpstr>
      <vt:lpstr>Summary</vt:lpstr>
      <vt:lpstr>Representation Limits Conversions Precedence</vt:lpstr>
      <vt:lpstr>Representation Limits Conversions Precedence</vt:lpstr>
      <vt:lpstr>Representation Limits Conversions Precedence</vt:lpstr>
      <vt:lpstr>Representation Limits Conversions Precedence</vt:lpstr>
      <vt:lpstr>Representation Limits Conversions Precedence</vt:lpstr>
      <vt:lpstr>Operator Precedence in Lua</vt:lpstr>
      <vt:lpstr>Operator Precedence in Lua</vt:lpstr>
      <vt:lpstr>Lua Before Integers</vt:lpstr>
      <vt:lpstr>Lua Before Integers</vt:lpstr>
      <vt:lpstr>Lua Before Integers</vt:lpstr>
      <vt:lpstr>Lua Before Integers</vt:lpstr>
      <vt:lpstr>Lua Before Integers</vt:lpstr>
      <vt:lpstr>What Changed in Lua 5.3+</vt:lpstr>
      <vt:lpstr>Literal strings Long strings Coercions</vt:lpstr>
      <vt:lpstr>Literal strings Long strings Coercions</vt:lpstr>
      <vt:lpstr>Long Strings in Lua</vt:lpstr>
      <vt:lpstr>Long Strings in Lua</vt:lpstr>
      <vt:lpstr>Coercions in Lua</vt:lpstr>
      <vt:lpstr>Coercions in Lua</vt:lpstr>
      <vt:lpstr>Coercions in Lua</vt:lpstr>
      <vt:lpstr>Summary Table</vt:lpstr>
      <vt:lpstr>The String Library &amp; Unicode in Lua</vt:lpstr>
      <vt:lpstr>The string Library in Lua</vt:lpstr>
      <vt:lpstr>The string Library in Lua</vt:lpstr>
      <vt:lpstr>Unicode in Lua</vt:lpstr>
      <vt:lpstr>Handling Unicode (UTF-8) in Lua</vt:lpstr>
      <vt:lpstr>ASCII vs Unicode</vt:lpstr>
      <vt:lpstr>Summary</vt:lpstr>
      <vt:lpstr>Lua Regex</vt:lpstr>
      <vt:lpstr>Lua Regex</vt:lpstr>
      <vt:lpstr>Lua Regex</vt:lpstr>
      <vt:lpstr>Loops</vt:lpstr>
      <vt:lpstr>Loops</vt:lpstr>
      <vt:lpstr>External Libraries</vt:lpstr>
      <vt:lpstr>External Libraries</vt:lpstr>
      <vt:lpstr>Tables</vt:lpstr>
      <vt:lpstr>Table Constructor</vt:lpstr>
      <vt:lpstr>Table Constructor</vt:lpstr>
      <vt:lpstr>Table Constructor</vt:lpstr>
      <vt:lpstr>Table Indices</vt:lpstr>
      <vt:lpstr> Important Index Rules</vt:lpstr>
      <vt:lpstr>Tables</vt:lpstr>
      <vt:lpstr>Tables Iteration</vt:lpstr>
      <vt:lpstr>Tables as Arrays</vt:lpstr>
      <vt:lpstr>Table as Dictionary</vt:lpstr>
      <vt:lpstr>Tables as Objects (with functions)</vt:lpstr>
      <vt:lpstr>MetaTable</vt:lpstr>
      <vt:lpstr>Meta tables Missing Index</vt:lpstr>
      <vt:lpstr>Meta tables addition</vt:lpstr>
      <vt:lpstr>Extend to Other Operators</vt:lpstr>
      <vt:lpstr>Read-only table (__newindex)</vt:lpstr>
      <vt:lpstr>What is a Sequence in Lua?</vt:lpstr>
      <vt:lpstr>What is a Sequence in Lua?</vt:lpstr>
      <vt:lpstr>What is a Sequence in Lua?</vt:lpstr>
      <vt:lpstr>Useful Functions for Sequences (from table module)</vt:lpstr>
      <vt:lpstr>Table Sort</vt:lpstr>
      <vt:lpstr>Table Sort</vt:lpstr>
      <vt:lpstr>Table concat</vt:lpstr>
      <vt:lpstr>What Is Safe Navigation?</vt:lpstr>
      <vt:lpstr>Functions</vt:lpstr>
      <vt:lpstr>Types of functions</vt:lpstr>
      <vt:lpstr>Multiple Return</vt:lpstr>
      <vt:lpstr>Multiple Return</vt:lpstr>
      <vt:lpstr>Variadic Function</vt:lpstr>
      <vt:lpstr>Variadic Function</vt:lpstr>
      <vt:lpstr>Table.unpack</vt:lpstr>
      <vt:lpstr>Table.unpack</vt:lpstr>
      <vt:lpstr>Proper Tail Calls (PTC)</vt:lpstr>
      <vt:lpstr>Real Example: Recursive Tail Call</vt:lpstr>
      <vt:lpstr>Real Example: Recursive Tail Call</vt:lpstr>
      <vt:lpstr>Simple I/O Model (Interactive Console)</vt:lpstr>
      <vt:lpstr>Simple File Read/Write</vt:lpstr>
      <vt:lpstr>Read Text File</vt:lpstr>
      <vt:lpstr>Read XML file</vt:lpstr>
      <vt:lpstr>Summary Table</vt:lpstr>
      <vt:lpstr>System Calls</vt:lpstr>
      <vt:lpstr>Custom Date Formats with os.date(format)</vt:lpstr>
      <vt:lpstr>Custom Date Formats with os.date(format)</vt:lpstr>
      <vt:lpstr>Convert Table → String</vt:lpstr>
      <vt:lpstr>Convert String → Table</vt:lpstr>
      <vt:lpstr>os.setlocale(locale, category) — Overview</vt:lpstr>
      <vt:lpstr>os.setlocale(locale, category) — Overview</vt:lpstr>
      <vt:lpstr>Install GCC</vt:lpstr>
      <vt:lpstr>Lua Source and Binaries</vt:lpstr>
      <vt:lpstr>Call C code from Lua</vt:lpstr>
      <vt:lpstr>Call C dll from Lua</vt:lpstr>
      <vt:lpstr>Variable Scope</vt:lpstr>
      <vt:lpstr>Variable Scope</vt:lpstr>
      <vt:lpstr>Variable Scope</vt:lpstr>
      <vt:lpstr>Variable Scope</vt:lpstr>
      <vt:lpstr>Variable Scope</vt:lpstr>
      <vt:lpstr>Summary</vt:lpstr>
      <vt:lpstr>break</vt:lpstr>
      <vt:lpstr>goto</vt:lpstr>
      <vt:lpstr>Invalid goto</vt:lpstr>
      <vt:lpstr>Closures</vt:lpstr>
      <vt:lpstr>Anatomy of a Closure</vt:lpstr>
      <vt:lpstr>Anatomy of a Closure</vt:lpstr>
      <vt:lpstr>Scope Chain: Closures Capture Upvalues</vt:lpstr>
      <vt:lpstr>Scope Chain: Closures Capture Upvalues</vt:lpstr>
      <vt:lpstr>Internal Behavior (How Lua Stores It)</vt:lpstr>
      <vt:lpstr>Internal Behavior (How Lua Stores It)</vt:lpstr>
      <vt:lpstr>Internal Behavior (How Lua Stores It)</vt:lpstr>
      <vt:lpstr>Use Cases for Closures</vt:lpstr>
      <vt:lpstr>Use Cases for Closures</vt:lpstr>
      <vt:lpstr>Use Cases for Closures</vt:lpstr>
      <vt:lpstr>Use Cases for Closures</vt:lpstr>
      <vt:lpstr>Benefits of Closure Encapsulation</vt:lpstr>
      <vt:lpstr>Real-World Use Cases</vt:lpstr>
      <vt:lpstr>Functions as First-Class Values in Lua</vt:lpstr>
      <vt:lpstr>Assigning Functions to Variables</vt:lpstr>
      <vt:lpstr>Passing Functions as Arguments</vt:lpstr>
      <vt:lpstr>Returning Functions from Functions</vt:lpstr>
      <vt:lpstr>Non-Global Functions</vt:lpstr>
      <vt:lpstr>Local / Non-Global Function</vt:lpstr>
      <vt:lpstr>Summary Table</vt:lpstr>
      <vt:lpstr>String.find</vt:lpstr>
      <vt:lpstr>String.find</vt:lpstr>
      <vt:lpstr>String.find</vt:lpstr>
      <vt:lpstr>String.find</vt:lpstr>
      <vt:lpstr>Lua Pattern Character Classes</vt:lpstr>
      <vt:lpstr>String.match</vt:lpstr>
      <vt:lpstr> Inverted Match</vt:lpstr>
      <vt:lpstr>string.gsub</vt:lpstr>
      <vt:lpstr>string.gsub</vt:lpstr>
      <vt:lpstr>String.gsub</vt:lpstr>
      <vt:lpstr>String.gsub</vt:lpstr>
      <vt:lpstr>String.gsub</vt:lpstr>
      <vt:lpstr>String.gsub</vt:lpstr>
      <vt:lpstr>URL Encoding in Lua</vt:lpstr>
      <vt:lpstr>URL Encoding in Lua</vt:lpstr>
      <vt:lpstr>URL Encoding in Lua</vt:lpstr>
      <vt:lpstr>URL Decoding </vt:lpstr>
      <vt:lpstr> Tab Expansion</vt:lpstr>
      <vt:lpstr>Common Code Formats</vt:lpstr>
      <vt:lpstr>Date Time Manipulation</vt:lpstr>
      <vt:lpstr>Date Time Manipulation</vt:lpstr>
      <vt:lpstr>Date Time Manipulation</vt:lpstr>
      <vt:lpstr>Date Time Manipulation</vt:lpstr>
      <vt:lpstr>Date Time Manipulation</vt:lpstr>
      <vt:lpstr>Scheduled Job</vt:lpstr>
      <vt:lpstr>Summary</vt:lpstr>
      <vt:lpstr>Lua Socket</vt:lpstr>
      <vt:lpstr>Lua Socket</vt:lpstr>
      <vt:lpstr>Lua Socket</vt:lpstr>
      <vt:lpstr>Luasec for ssl</vt:lpstr>
      <vt:lpstr>Luasec for ssl</vt:lpstr>
      <vt:lpstr>Luasec for ssl</vt:lpstr>
      <vt:lpstr>Common Lua Database Connections</vt:lpstr>
      <vt:lpstr>Mysql Connection</vt:lpstr>
      <vt:lpstr>Mysql Connection</vt:lpstr>
      <vt:lpstr>Lua mysql</vt:lpstr>
      <vt:lpstr>Lua mysql</vt:lpstr>
      <vt:lpstr>Lua Mongodb</vt:lpstr>
      <vt:lpstr>Lua Mongodb</vt:lpstr>
      <vt:lpstr>Lua Mongodb</vt:lpstr>
      <vt:lpstr>Install mongodb</vt:lpstr>
      <vt:lpstr>Install mongodb</vt:lpstr>
      <vt:lpstr>Lua mongo</vt:lpstr>
      <vt:lpstr>Inmation System Architecture</vt:lpstr>
      <vt:lpstr>Inmation Architecture</vt:lpstr>
      <vt:lpstr>1. Core (System CORE)</vt:lpstr>
      <vt:lpstr> Connector (System CONNECT)</vt:lpstr>
      <vt:lpstr>Frontend Tools</vt:lpstr>
      <vt:lpstr> Historian &amp; Storage</vt:lpstr>
      <vt:lpstr>Security Layers</vt:lpstr>
      <vt:lpstr>Protocol Support</vt:lpstr>
      <vt:lpstr>🧠 Scripting &amp; Automation</vt:lpstr>
      <vt:lpstr>Real-Time Processing</vt:lpstr>
      <vt:lpstr> Integration</vt:lpstr>
      <vt:lpstr>Use Cases</vt:lpstr>
      <vt:lpstr>Typical Deployment Model</vt:lpstr>
      <vt:lpstr>The Function Table.unpack Proper Tail Calls</vt:lpstr>
      <vt:lpstr>The Function Table.unpack Proper Tail Calls</vt:lpstr>
      <vt:lpstr>Benefits:</vt:lpstr>
      <vt:lpstr>Proper Tail Calls – Optimized Recursive Calls</vt:lpstr>
      <vt:lpstr>Proper Tail Calls – Optimized Recursive Calls</vt:lpstr>
      <vt:lpstr>Why Tail Calls in inmation?</vt:lpstr>
      <vt:lpstr>Example: Recursive Watchdog for a Process Tag</vt:lpstr>
      <vt:lpstr>Real Use Cases in inmation Tail Call Scenarios</vt:lpstr>
      <vt:lpstr>URL encoding Tab expansion</vt:lpstr>
      <vt:lpstr>URL encoding Tab expansion Use Cases</vt:lpstr>
      <vt:lpstr>Real-Time inmation Use Case</vt:lpstr>
      <vt:lpstr>Step-by-step inmation Lua Script</vt:lpstr>
      <vt:lpstr>Send Encoded Data via HTTP (with LuaSec + socket.http)</vt:lpstr>
      <vt:lpstr>Send Encoded Data via HTTP (with LuaSec + socket.http)</vt:lpstr>
      <vt:lpstr>Pcall()</vt:lpstr>
      <vt:lpstr>When to Use pcall</vt:lpstr>
      <vt:lpstr>Tricks of the Trade</vt:lpstr>
      <vt:lpstr>Tricks of the Trade</vt:lpstr>
      <vt:lpstr>Tricks of the Trade</vt:lpstr>
      <vt:lpstr>Tricks of the Trade</vt:lpstr>
      <vt:lpstr>Tricks of the Trade</vt:lpstr>
      <vt:lpstr>Bitwise Operators</vt:lpstr>
      <vt:lpstr>Bitwise Operators in Lua (5.3+)</vt:lpstr>
      <vt:lpstr>Bitwise Operators in Lua (5.3+)</vt:lpstr>
      <vt:lpstr>Bitwise Operators in Lua (5.3+)</vt:lpstr>
      <vt:lpstr>Unsigned Integers</vt:lpstr>
      <vt:lpstr>🧠 What Is an Unsigned Integer?</vt:lpstr>
      <vt:lpstr>Real-Time Use Case: Inmation, OPC/Modbus Bitmasks</vt:lpstr>
      <vt:lpstr>Packing and Unpacking Binary Data</vt:lpstr>
      <vt:lpstr> Basic Concepts</vt:lpstr>
      <vt:lpstr>Packing and Unpacking Binary Data</vt:lpstr>
      <vt:lpstr>string.pack and string.unpack</vt:lpstr>
      <vt:lpstr>Packing and Unpacking Binary Data</vt:lpstr>
      <vt:lpstr>Packing and Unpacking Binary Data</vt:lpstr>
      <vt:lpstr>Packing and Unpacking Binary Data</vt:lpstr>
      <vt:lpstr>Binary Files</vt:lpstr>
      <vt:lpstr>Manipulate Image (Lua Bindings)</vt:lpstr>
      <vt:lpstr>Matrices and Multi Dimesional Arrays</vt:lpstr>
      <vt:lpstr>Matrices and Multi Dimensional Arrays</vt:lpstr>
      <vt:lpstr>Queues for Task Scheduling</vt:lpstr>
      <vt:lpstr>Double Ended Queue</vt:lpstr>
      <vt:lpstr>Reverse table</vt:lpstr>
      <vt:lpstr>Reverse Set</vt:lpstr>
      <vt:lpstr>Bag</vt:lpstr>
      <vt:lpstr>String Buffer graph</vt:lpstr>
      <vt:lpstr>String Buffer graph</vt:lpstr>
      <vt:lpstr>Common Lua Errors</vt:lpstr>
      <vt:lpstr>Error Handling</vt:lpstr>
      <vt:lpstr>Error Handling</vt:lpstr>
      <vt:lpstr>Error Handling</vt:lpstr>
      <vt:lpstr>Error Handling</vt:lpstr>
      <vt:lpstr>Error Traces</vt:lpstr>
      <vt:lpstr>Error Traces</vt:lpstr>
      <vt:lpstr>Data File Serialization</vt:lpstr>
      <vt:lpstr>Types of Serialization</vt:lpstr>
      <vt:lpstr>When to Use Which Format</vt:lpstr>
      <vt:lpstr>Serialization to json</vt:lpstr>
      <vt:lpstr>Table Without Cycles (Simple Tree)</vt:lpstr>
      <vt:lpstr>Table With Cycle (Self-Reference)</vt:lpstr>
      <vt:lpstr>Table With Shared Sub table (Reference Cycle)</vt:lpstr>
      <vt:lpstr>Summary</vt:lpstr>
      <vt:lpstr>Example: Summary Table</vt:lpstr>
      <vt:lpstr>Built-in Iterators</vt:lpstr>
      <vt:lpstr>Dynamic Iterator</vt:lpstr>
      <vt:lpstr>Key Characteristics</vt:lpstr>
      <vt:lpstr>Use Cases in Real Life</vt:lpstr>
      <vt:lpstr>UpValue</vt:lpstr>
      <vt:lpstr>Stateless Iterator</vt:lpstr>
      <vt:lpstr>Iteration Table</vt:lpstr>
      <vt:lpstr>Use cases</vt:lpstr>
      <vt:lpstr>Stateful Iteraor</vt:lpstr>
      <vt:lpstr>Use Cases</vt:lpstr>
      <vt:lpstr>True Iterator</vt:lpstr>
      <vt:lpstr>Use Cases in Production</vt:lpstr>
      <vt:lpstr>Summary</vt:lpstr>
      <vt:lpstr>Summary</vt:lpstr>
      <vt:lpstr>PowerPoint Presentation</vt:lpstr>
      <vt:lpstr>Module Summary</vt:lpstr>
    </vt:vector>
  </TitlesOfParts>
  <Company>Accenture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erica.l.moeser</dc:creator>
  <dc:description/>
  <cp:lastModifiedBy>Parameswari Ettiappan</cp:lastModifiedBy>
  <cp:revision>1461</cp:revision>
  <dcterms:created xsi:type="dcterms:W3CDTF">2012-03-13T15:47:14Z</dcterms:created>
  <dcterms:modified xsi:type="dcterms:W3CDTF">2025-07-02T08:45:26Z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UseProject">
    <vt:lpwstr>1</vt:lpwstr>
  </property>
  <property fmtid="{D5CDD505-2E9C-101B-9397-08002B2CF9AE}" pid="3" name="ArticulatePath">
    <vt:lpwstr>DH_PPT_012012_LEO</vt:lpwstr>
  </property>
  <property fmtid="{D5CDD505-2E9C-101B-9397-08002B2CF9AE}" pid="4" name="ArticulateGUID">
    <vt:lpwstr>AAA9661D-BB09-40B4-9621-E5DD34F7073B</vt:lpwstr>
  </property>
  <property fmtid="{D5CDD505-2E9C-101B-9397-08002B2CF9AE}" pid="5" name="ArticulateProjectFull">
    <vt:lpwstr>F:\PROJECTS\JohnsonBeesley\Accenture\Accenture_PPT_020412_LEO.ppta</vt:lpwstr>
  </property>
  <property fmtid="{D5CDD505-2E9C-101B-9397-08002B2CF9AE}" pid="6" name="ContentTypeId">
    <vt:lpwstr>0x0101003104DE32136F4D4F8B91DE44C434FF89</vt:lpwstr>
  </property>
</Properties>
</file>