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49"/>
  </p:notesMasterIdLst>
  <p:handoutMasterIdLst>
    <p:handoutMasterId r:id="rId50"/>
  </p:handoutMasterIdLst>
  <p:sldIdLst>
    <p:sldId id="682" r:id="rId5"/>
    <p:sldId id="650" r:id="rId6"/>
    <p:sldId id="653" r:id="rId7"/>
    <p:sldId id="654" r:id="rId8"/>
    <p:sldId id="655" r:id="rId9"/>
    <p:sldId id="659" r:id="rId10"/>
    <p:sldId id="660" r:id="rId11"/>
    <p:sldId id="661" r:id="rId12"/>
    <p:sldId id="651" r:id="rId13"/>
    <p:sldId id="652" r:id="rId14"/>
    <p:sldId id="656" r:id="rId15"/>
    <p:sldId id="657" r:id="rId16"/>
    <p:sldId id="658" r:id="rId17"/>
    <p:sldId id="662" r:id="rId18"/>
    <p:sldId id="663" r:id="rId19"/>
    <p:sldId id="664" r:id="rId20"/>
    <p:sldId id="665" r:id="rId21"/>
    <p:sldId id="666" r:id="rId22"/>
    <p:sldId id="667" r:id="rId23"/>
    <p:sldId id="669" r:id="rId24"/>
    <p:sldId id="681" r:id="rId25"/>
    <p:sldId id="670" r:id="rId26"/>
    <p:sldId id="671" r:id="rId27"/>
    <p:sldId id="672" r:id="rId28"/>
    <p:sldId id="673" r:id="rId29"/>
    <p:sldId id="674" r:id="rId30"/>
    <p:sldId id="675" r:id="rId31"/>
    <p:sldId id="676" r:id="rId32"/>
    <p:sldId id="677" r:id="rId33"/>
    <p:sldId id="678" r:id="rId34"/>
    <p:sldId id="679" r:id="rId35"/>
    <p:sldId id="680" r:id="rId36"/>
    <p:sldId id="668" r:id="rId37"/>
    <p:sldId id="683" r:id="rId38"/>
    <p:sldId id="684" r:id="rId39"/>
    <p:sldId id="685" r:id="rId40"/>
    <p:sldId id="686" r:id="rId41"/>
    <p:sldId id="687" r:id="rId42"/>
    <p:sldId id="688" r:id="rId43"/>
    <p:sldId id="689" r:id="rId44"/>
    <p:sldId id="690" r:id="rId45"/>
    <p:sldId id="691" r:id="rId46"/>
    <p:sldId id="339" r:id="rId47"/>
    <p:sldId id="364" r:id="rId48"/>
  </p:sldIdLst>
  <p:sldSz cx="9144000" cy="6858000" type="screen4x3"/>
  <p:notesSz cx="6858000" cy="9144000"/>
  <p:custDataLst>
    <p:tags r:id="rId5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">
          <p15:clr>
            <a:srgbClr val="A4A3A4"/>
          </p15:clr>
        </p15:guide>
        <p15:guide id="2" orient="horz" pos="4043">
          <p15:clr>
            <a:srgbClr val="A4A3A4"/>
          </p15:clr>
        </p15:guide>
        <p15:guide id="3" orient="horz" pos="2387">
          <p15:clr>
            <a:srgbClr val="A4A3A4"/>
          </p15:clr>
        </p15:guide>
        <p15:guide id="4" orient="horz" pos="4233">
          <p15:clr>
            <a:srgbClr val="A4A3A4"/>
          </p15:clr>
        </p15:guide>
        <p15:guide id="5" orient="horz" pos="924">
          <p15:clr>
            <a:srgbClr val="A4A3A4"/>
          </p15:clr>
        </p15:guide>
        <p15:guide id="6" orient="horz" pos="736">
          <p15:clr>
            <a:srgbClr val="A4A3A4"/>
          </p15:clr>
        </p15:guide>
        <p15:guide id="7" orient="horz" pos="2882">
          <p15:clr>
            <a:srgbClr val="A4A3A4"/>
          </p15:clr>
        </p15:guide>
        <p15:guide id="8" orient="horz" pos="560">
          <p15:clr>
            <a:srgbClr val="A4A3A4"/>
          </p15:clr>
        </p15:guide>
        <p15:guide id="9" pos="2880">
          <p15:clr>
            <a:srgbClr val="A4A3A4"/>
          </p15:clr>
        </p15:guide>
        <p15:guide id="10" pos="280">
          <p15:clr>
            <a:srgbClr val="A4A3A4"/>
          </p15:clr>
        </p15:guide>
        <p15:guide id="11" pos="5501">
          <p15:clr>
            <a:srgbClr val="A4A3A4"/>
          </p15:clr>
        </p15:guide>
        <p15:guide id="12" pos="2824">
          <p15:clr>
            <a:srgbClr val="A4A3A4"/>
          </p15:clr>
        </p15:guide>
        <p15:guide id="13" pos="2936">
          <p15:clr>
            <a:srgbClr val="A4A3A4"/>
          </p15:clr>
        </p15:guide>
        <p15:guide id="14" pos="4172">
          <p15:clr>
            <a:srgbClr val="A4A3A4"/>
          </p15:clr>
        </p15:guide>
        <p15:guide id="15" pos="158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dyJ" initials="J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CAED"/>
    <a:srgbClr val="000000"/>
    <a:srgbClr val="992222"/>
    <a:srgbClr val="00BBEE"/>
    <a:srgbClr val="7F7F7F"/>
    <a:srgbClr val="666666"/>
    <a:srgbClr val="FF0000"/>
    <a:srgbClr val="C85FC8"/>
    <a:srgbClr val="722772"/>
    <a:srgbClr val="869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78333" autoAdjust="0"/>
  </p:normalViewPr>
  <p:slideViewPr>
    <p:cSldViewPr snapToObjects="1" showGuides="1">
      <p:cViewPr varScale="1">
        <p:scale>
          <a:sx n="66" d="100"/>
          <a:sy n="66" d="100"/>
        </p:scale>
        <p:origin x="1304" y="272"/>
      </p:cViewPr>
      <p:guideLst>
        <p:guide orient="horz" pos="5"/>
        <p:guide orient="horz" pos="4043"/>
        <p:guide orient="horz" pos="2387"/>
        <p:guide orient="horz" pos="4233"/>
        <p:guide orient="horz" pos="924"/>
        <p:guide orient="horz" pos="736"/>
        <p:guide orient="horz" pos="2882"/>
        <p:guide orient="horz" pos="560"/>
        <p:guide pos="2880"/>
        <p:guide pos="280"/>
        <p:guide pos="5501"/>
        <p:guide pos="2824"/>
        <p:guide pos="2936"/>
        <p:guide pos="4172"/>
        <p:guide pos="158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763"/>
    </p:cViewPr>
  </p:sorterViewPr>
  <p:notesViewPr>
    <p:cSldViewPr snapToObjects="1" showGuides="1">
      <p:cViewPr varScale="1">
        <p:scale>
          <a:sx n="67" d="100"/>
          <a:sy n="67" d="100"/>
        </p:scale>
        <p:origin x="-279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handoutMaster" Target="handoutMasters/handoutMaster1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tags" Target="tags/tag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C2F836-A2FD-459B-85BF-8EF63BE464BF}" type="doc">
      <dgm:prSet loTypeId="urn:microsoft.com/office/officeart/2005/8/layout/arrow2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DAA50961-FF5E-4DA9-BAC4-FEE95213F6ED}">
      <dgm:prSet phldrT="[Text]"/>
      <dgm:spPr/>
      <dgm:t>
        <a:bodyPr/>
        <a:lstStyle/>
        <a:p>
          <a:r>
            <a:rPr lang="en-IN" dirty="0"/>
            <a:t>Front-End Apps</a:t>
          </a:r>
        </a:p>
        <a:p>
          <a:r>
            <a:rPr lang="en-IN" dirty="0"/>
            <a:t> (Dashboard, Excel Add-in, Studio) </a:t>
          </a:r>
        </a:p>
      </dgm:t>
    </dgm:pt>
    <dgm:pt modelId="{6D7DC031-95E9-45C8-B3BC-5EF1D2B3D984}" type="parTrans" cxnId="{6A9F6D32-9B64-4014-9F21-C1A394C53109}">
      <dgm:prSet/>
      <dgm:spPr/>
      <dgm:t>
        <a:bodyPr/>
        <a:lstStyle/>
        <a:p>
          <a:endParaRPr lang="en-IN"/>
        </a:p>
      </dgm:t>
    </dgm:pt>
    <dgm:pt modelId="{CB6FF617-0C83-490F-9832-4624F3246041}" type="sibTrans" cxnId="{6A9F6D32-9B64-4014-9F21-C1A394C53109}">
      <dgm:prSet/>
      <dgm:spPr/>
      <dgm:t>
        <a:bodyPr/>
        <a:lstStyle/>
        <a:p>
          <a:endParaRPr lang="en-IN"/>
        </a:p>
      </dgm:t>
    </dgm:pt>
    <dgm:pt modelId="{7FFEA315-B9A8-446F-BD59-10902F2EFD30}">
      <dgm:prSet phldrT="[Text]" phldr="1"/>
      <dgm:spPr/>
      <dgm:t>
        <a:bodyPr/>
        <a:lstStyle/>
        <a:p>
          <a:endParaRPr lang="en-IN" dirty="0"/>
        </a:p>
      </dgm:t>
    </dgm:pt>
    <dgm:pt modelId="{8A09DFCC-40BF-4F04-8277-A81DC903E7F8}" type="parTrans" cxnId="{CD912376-CEF3-4287-AECB-13E2D09FF5FA}">
      <dgm:prSet/>
      <dgm:spPr/>
      <dgm:t>
        <a:bodyPr/>
        <a:lstStyle/>
        <a:p>
          <a:endParaRPr lang="en-IN"/>
        </a:p>
      </dgm:t>
    </dgm:pt>
    <dgm:pt modelId="{EE53A655-BF15-4F61-89D8-3AB4568C9BF7}" type="sibTrans" cxnId="{CD912376-CEF3-4287-AECB-13E2D09FF5FA}">
      <dgm:prSet/>
      <dgm:spPr/>
      <dgm:t>
        <a:bodyPr/>
        <a:lstStyle/>
        <a:p>
          <a:endParaRPr lang="en-IN"/>
        </a:p>
      </dgm:t>
    </dgm:pt>
    <dgm:pt modelId="{396D8361-BFC8-4968-A03C-25ADE4EDDBF6}">
      <dgm:prSet phldrT="[Text]"/>
      <dgm:spPr/>
      <dgm:t>
        <a:bodyPr/>
        <a:lstStyle/>
        <a:p>
          <a:r>
            <a:rPr lang="en-IN" dirty="0"/>
            <a:t>Core Service (Server) </a:t>
          </a:r>
        </a:p>
      </dgm:t>
    </dgm:pt>
    <dgm:pt modelId="{1EEA1A5C-0760-44FE-8B51-AEF036391420}" type="parTrans" cxnId="{D521967A-B447-4420-A28C-480426FB1D17}">
      <dgm:prSet/>
      <dgm:spPr/>
      <dgm:t>
        <a:bodyPr/>
        <a:lstStyle/>
        <a:p>
          <a:endParaRPr lang="en-IN"/>
        </a:p>
      </dgm:t>
    </dgm:pt>
    <dgm:pt modelId="{C9E23432-7141-48CE-92BE-83ECBD1B0A91}" type="sibTrans" cxnId="{D521967A-B447-4420-A28C-480426FB1D17}">
      <dgm:prSet/>
      <dgm:spPr/>
      <dgm:t>
        <a:bodyPr/>
        <a:lstStyle/>
        <a:p>
          <a:endParaRPr lang="en-IN"/>
        </a:p>
      </dgm:t>
    </dgm:pt>
    <dgm:pt modelId="{EDE6F64A-E2B0-4584-9415-3B122FBE2A14}">
      <dgm:prSet phldrT="[Text]" phldr="1"/>
      <dgm:spPr/>
      <dgm:t>
        <a:bodyPr/>
        <a:lstStyle/>
        <a:p>
          <a:endParaRPr lang="en-IN"/>
        </a:p>
      </dgm:t>
    </dgm:pt>
    <dgm:pt modelId="{FE1FCB2A-5B63-4846-93CE-CC9501993BC5}" type="parTrans" cxnId="{C9D56AF6-3156-4DA1-A777-6F1E7909EB46}">
      <dgm:prSet/>
      <dgm:spPr/>
      <dgm:t>
        <a:bodyPr/>
        <a:lstStyle/>
        <a:p>
          <a:endParaRPr lang="en-IN"/>
        </a:p>
      </dgm:t>
    </dgm:pt>
    <dgm:pt modelId="{DCFD2923-3973-4D35-849B-9C506B79E8FF}" type="sibTrans" cxnId="{C9D56AF6-3156-4DA1-A777-6F1E7909EB46}">
      <dgm:prSet/>
      <dgm:spPr/>
      <dgm:t>
        <a:bodyPr/>
        <a:lstStyle/>
        <a:p>
          <a:endParaRPr lang="en-IN"/>
        </a:p>
      </dgm:t>
    </dgm:pt>
    <dgm:pt modelId="{3A5EE6FB-BEFA-49B5-B538-FB5CA7AEFBE9}">
      <dgm:prSet phldrT="[Text]"/>
      <dgm:spPr/>
      <dgm:t>
        <a:bodyPr/>
        <a:lstStyle/>
        <a:p>
          <a:r>
            <a:rPr lang="en-IN" dirty="0"/>
            <a:t>Data Source Connectors</a:t>
          </a:r>
        </a:p>
        <a:p>
          <a:r>
            <a:rPr lang="en-IN" dirty="0"/>
            <a:t>(OPC UA, MQTT, REST, SQL, etc.)</a:t>
          </a:r>
        </a:p>
      </dgm:t>
    </dgm:pt>
    <dgm:pt modelId="{2A7CC0AA-35C7-43F7-9D80-3B039DF28D33}" type="parTrans" cxnId="{A28E58E7-D449-4246-96A8-59F27C507C5C}">
      <dgm:prSet/>
      <dgm:spPr/>
      <dgm:t>
        <a:bodyPr/>
        <a:lstStyle/>
        <a:p>
          <a:endParaRPr lang="en-IN"/>
        </a:p>
      </dgm:t>
    </dgm:pt>
    <dgm:pt modelId="{462F0F76-10E6-47B4-BEC2-8DC1480EBFE7}" type="sibTrans" cxnId="{A28E58E7-D449-4246-96A8-59F27C507C5C}">
      <dgm:prSet/>
      <dgm:spPr/>
      <dgm:t>
        <a:bodyPr/>
        <a:lstStyle/>
        <a:p>
          <a:endParaRPr lang="en-IN"/>
        </a:p>
      </dgm:t>
    </dgm:pt>
    <dgm:pt modelId="{6A0B416B-34FE-48FC-AF5A-0C72031F4534}">
      <dgm:prSet phldrT="[Text]" phldr="1"/>
      <dgm:spPr/>
      <dgm:t>
        <a:bodyPr/>
        <a:lstStyle/>
        <a:p>
          <a:endParaRPr lang="en-IN"/>
        </a:p>
      </dgm:t>
    </dgm:pt>
    <dgm:pt modelId="{26937BDE-9965-4ACF-A826-D3B727B58576}" type="parTrans" cxnId="{759F0444-96C2-4995-9601-87CA9C28444C}">
      <dgm:prSet/>
      <dgm:spPr/>
      <dgm:t>
        <a:bodyPr/>
        <a:lstStyle/>
        <a:p>
          <a:endParaRPr lang="en-IN"/>
        </a:p>
      </dgm:t>
    </dgm:pt>
    <dgm:pt modelId="{2164FB75-9503-496C-BBA5-57833BEE9D9F}" type="sibTrans" cxnId="{759F0444-96C2-4995-9601-87CA9C28444C}">
      <dgm:prSet/>
      <dgm:spPr/>
      <dgm:t>
        <a:bodyPr/>
        <a:lstStyle/>
        <a:p>
          <a:endParaRPr lang="en-IN"/>
        </a:p>
      </dgm:t>
    </dgm:pt>
    <dgm:pt modelId="{F941C23B-6F9A-40A3-9823-905371E5A716}">
      <dgm:prSet phldrT="[Text]"/>
      <dgm:spPr/>
      <dgm:t>
        <a:bodyPr/>
        <a:lstStyle/>
        <a:p>
          <a:r>
            <a:rPr lang="en-IN" dirty="0"/>
            <a:t> Historian &amp; </a:t>
          </a:r>
          <a:r>
            <a:rPr lang="en-IN" dirty="0" err="1"/>
            <a:t>Archiv</a:t>
          </a:r>
          <a:r>
            <a:rPr lang="en-IN" dirty="0"/>
            <a:t> Layer </a:t>
          </a:r>
        </a:p>
      </dgm:t>
    </dgm:pt>
    <dgm:pt modelId="{5D3E25A8-5C7B-41EA-86FF-0E856DC9C553}" type="parTrans" cxnId="{D2E5A156-4657-4EDF-BC93-DB4990117FE2}">
      <dgm:prSet/>
      <dgm:spPr/>
      <dgm:t>
        <a:bodyPr/>
        <a:lstStyle/>
        <a:p>
          <a:endParaRPr lang="en-IN"/>
        </a:p>
      </dgm:t>
    </dgm:pt>
    <dgm:pt modelId="{8D02B93E-0A6B-47BE-89AA-D8997DCD8106}" type="sibTrans" cxnId="{D2E5A156-4657-4EDF-BC93-DB4990117FE2}">
      <dgm:prSet/>
      <dgm:spPr/>
      <dgm:t>
        <a:bodyPr/>
        <a:lstStyle/>
        <a:p>
          <a:endParaRPr lang="en-IN"/>
        </a:p>
      </dgm:t>
    </dgm:pt>
    <dgm:pt modelId="{57C75200-E31D-4789-8B0B-751BB3ED86D2}">
      <dgm:prSet phldrT="[Text]"/>
      <dgm:spPr/>
      <dgm:t>
        <a:bodyPr/>
        <a:lstStyle/>
        <a:p>
          <a:r>
            <a:rPr lang="en-IN" dirty="0"/>
            <a:t>External Systems / Cloud  </a:t>
          </a:r>
          <a:r>
            <a:rPr lang="en-US" dirty="0"/>
            <a:t>(SAP, Azure, AWS, Data Lakes)</a:t>
          </a:r>
          <a:endParaRPr lang="en-IN" dirty="0"/>
        </a:p>
        <a:p>
          <a:endParaRPr lang="en-IN" dirty="0"/>
        </a:p>
      </dgm:t>
    </dgm:pt>
    <dgm:pt modelId="{11507A3D-7AE0-4DFA-8D9C-D5E5BC35ED30}" type="parTrans" cxnId="{E23FC8D1-E622-4421-BE0A-EB5EF873A094}">
      <dgm:prSet/>
      <dgm:spPr/>
      <dgm:t>
        <a:bodyPr/>
        <a:lstStyle/>
        <a:p>
          <a:endParaRPr lang="en-IN"/>
        </a:p>
      </dgm:t>
    </dgm:pt>
    <dgm:pt modelId="{98FF43E9-5D90-474C-8D69-1CBFE67DCF50}" type="sibTrans" cxnId="{E23FC8D1-E622-4421-BE0A-EB5EF873A094}">
      <dgm:prSet/>
      <dgm:spPr/>
      <dgm:t>
        <a:bodyPr/>
        <a:lstStyle/>
        <a:p>
          <a:endParaRPr lang="en-IN"/>
        </a:p>
      </dgm:t>
    </dgm:pt>
    <dgm:pt modelId="{D35835E7-670A-45CD-A586-B5E8DE7A0BB7}" type="pres">
      <dgm:prSet presAssocID="{6BC2F836-A2FD-459B-85BF-8EF63BE464BF}" presName="arrowDiagram" presStyleCnt="0">
        <dgm:presLayoutVars>
          <dgm:chMax val="5"/>
          <dgm:dir/>
          <dgm:resizeHandles val="exact"/>
        </dgm:presLayoutVars>
      </dgm:prSet>
      <dgm:spPr/>
    </dgm:pt>
    <dgm:pt modelId="{904605E2-1B63-462D-9F54-E2ED44A4B512}" type="pres">
      <dgm:prSet presAssocID="{6BC2F836-A2FD-459B-85BF-8EF63BE464BF}" presName="arrow" presStyleLbl="bgShp" presStyleIdx="0" presStyleCnt="1"/>
      <dgm:spPr/>
    </dgm:pt>
    <dgm:pt modelId="{38376B6C-3F9D-4563-9D98-BDF857945FA6}" type="pres">
      <dgm:prSet presAssocID="{6BC2F836-A2FD-459B-85BF-8EF63BE464BF}" presName="arrowDiagram5" presStyleCnt="0"/>
      <dgm:spPr/>
    </dgm:pt>
    <dgm:pt modelId="{B69D2AA4-60BC-44B0-8455-F652280B6863}" type="pres">
      <dgm:prSet presAssocID="{DAA50961-FF5E-4DA9-BAC4-FEE95213F6ED}" presName="bullet5a" presStyleLbl="node1" presStyleIdx="0" presStyleCnt="5"/>
      <dgm:spPr/>
    </dgm:pt>
    <dgm:pt modelId="{A9635C94-DB23-400B-9408-FE7CAB7A6205}" type="pres">
      <dgm:prSet presAssocID="{DAA50961-FF5E-4DA9-BAC4-FEE95213F6ED}" presName="textBox5a" presStyleLbl="revTx" presStyleIdx="0" presStyleCnt="5">
        <dgm:presLayoutVars>
          <dgm:bulletEnabled val="1"/>
        </dgm:presLayoutVars>
      </dgm:prSet>
      <dgm:spPr/>
    </dgm:pt>
    <dgm:pt modelId="{E51C4985-5E77-48F3-947C-9F2ADB43F25A}" type="pres">
      <dgm:prSet presAssocID="{396D8361-BFC8-4968-A03C-25ADE4EDDBF6}" presName="bullet5b" presStyleLbl="node1" presStyleIdx="1" presStyleCnt="5"/>
      <dgm:spPr/>
    </dgm:pt>
    <dgm:pt modelId="{A50F89F1-879D-4ACE-A54B-4BB75BF9B3A2}" type="pres">
      <dgm:prSet presAssocID="{396D8361-BFC8-4968-A03C-25ADE4EDDBF6}" presName="textBox5b" presStyleLbl="revTx" presStyleIdx="1" presStyleCnt="5">
        <dgm:presLayoutVars>
          <dgm:bulletEnabled val="1"/>
        </dgm:presLayoutVars>
      </dgm:prSet>
      <dgm:spPr/>
    </dgm:pt>
    <dgm:pt modelId="{996B3EA7-E7A1-4CEA-828B-EE7B96D3B4B8}" type="pres">
      <dgm:prSet presAssocID="{3A5EE6FB-BEFA-49B5-B538-FB5CA7AEFBE9}" presName="bullet5c" presStyleLbl="node1" presStyleIdx="2" presStyleCnt="5"/>
      <dgm:spPr/>
    </dgm:pt>
    <dgm:pt modelId="{2C6D1F27-25BF-4583-A584-455FBA74D4E6}" type="pres">
      <dgm:prSet presAssocID="{3A5EE6FB-BEFA-49B5-B538-FB5CA7AEFBE9}" presName="textBox5c" presStyleLbl="revTx" presStyleIdx="2" presStyleCnt="5">
        <dgm:presLayoutVars>
          <dgm:bulletEnabled val="1"/>
        </dgm:presLayoutVars>
      </dgm:prSet>
      <dgm:spPr/>
    </dgm:pt>
    <dgm:pt modelId="{E394A321-9982-4C20-96B7-BE57AFD7959F}" type="pres">
      <dgm:prSet presAssocID="{F941C23B-6F9A-40A3-9823-905371E5A716}" presName="bullet5d" presStyleLbl="node1" presStyleIdx="3" presStyleCnt="5"/>
      <dgm:spPr/>
    </dgm:pt>
    <dgm:pt modelId="{5EA659C1-8EFD-449E-89B0-4FF9C3A371D9}" type="pres">
      <dgm:prSet presAssocID="{F941C23B-6F9A-40A3-9823-905371E5A716}" presName="textBox5d" presStyleLbl="revTx" presStyleIdx="3" presStyleCnt="5">
        <dgm:presLayoutVars>
          <dgm:bulletEnabled val="1"/>
        </dgm:presLayoutVars>
      </dgm:prSet>
      <dgm:spPr/>
    </dgm:pt>
    <dgm:pt modelId="{7FF48ABF-5440-42FD-AC18-9A1FE3438A12}" type="pres">
      <dgm:prSet presAssocID="{57C75200-E31D-4789-8B0B-751BB3ED86D2}" presName="bullet5e" presStyleLbl="node1" presStyleIdx="4" presStyleCnt="5"/>
      <dgm:spPr/>
    </dgm:pt>
    <dgm:pt modelId="{1B1850D6-DD5D-4C33-85B2-EDF954648E70}" type="pres">
      <dgm:prSet presAssocID="{57C75200-E31D-4789-8B0B-751BB3ED86D2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21A2E110-F93E-4846-B1B8-B39FD8A3EBE3}" type="presOf" srcId="{EDE6F64A-E2B0-4584-9415-3B122FBE2A14}" destId="{A50F89F1-879D-4ACE-A54B-4BB75BF9B3A2}" srcOrd="0" destOrd="1" presId="urn:microsoft.com/office/officeart/2005/8/layout/arrow2"/>
    <dgm:cxn modelId="{0DC3581C-111D-4ED3-BA9D-69C4FB85A20B}" type="presOf" srcId="{F941C23B-6F9A-40A3-9823-905371E5A716}" destId="{5EA659C1-8EFD-449E-89B0-4FF9C3A371D9}" srcOrd="0" destOrd="0" presId="urn:microsoft.com/office/officeart/2005/8/layout/arrow2"/>
    <dgm:cxn modelId="{7AEBCE27-9B17-4006-A5A9-2B5FB835BF95}" type="presOf" srcId="{7FFEA315-B9A8-446F-BD59-10902F2EFD30}" destId="{A9635C94-DB23-400B-9408-FE7CAB7A6205}" srcOrd="0" destOrd="1" presId="urn:microsoft.com/office/officeart/2005/8/layout/arrow2"/>
    <dgm:cxn modelId="{6A9F6D32-9B64-4014-9F21-C1A394C53109}" srcId="{6BC2F836-A2FD-459B-85BF-8EF63BE464BF}" destId="{DAA50961-FF5E-4DA9-BAC4-FEE95213F6ED}" srcOrd="0" destOrd="0" parTransId="{6D7DC031-95E9-45C8-B3BC-5EF1D2B3D984}" sibTransId="{CB6FF617-0C83-490F-9832-4624F3246041}"/>
    <dgm:cxn modelId="{48DBFD34-1DFF-4058-8A26-1B466260200D}" type="presOf" srcId="{6BC2F836-A2FD-459B-85BF-8EF63BE464BF}" destId="{D35835E7-670A-45CD-A586-B5E8DE7A0BB7}" srcOrd="0" destOrd="0" presId="urn:microsoft.com/office/officeart/2005/8/layout/arrow2"/>
    <dgm:cxn modelId="{AA420837-C28B-4F1B-978C-0912C955FFBF}" type="presOf" srcId="{57C75200-E31D-4789-8B0B-751BB3ED86D2}" destId="{1B1850D6-DD5D-4C33-85B2-EDF954648E70}" srcOrd="0" destOrd="0" presId="urn:microsoft.com/office/officeart/2005/8/layout/arrow2"/>
    <dgm:cxn modelId="{759F0444-96C2-4995-9601-87CA9C28444C}" srcId="{3A5EE6FB-BEFA-49B5-B538-FB5CA7AEFBE9}" destId="{6A0B416B-34FE-48FC-AF5A-0C72031F4534}" srcOrd="0" destOrd="0" parTransId="{26937BDE-9965-4ACF-A826-D3B727B58576}" sibTransId="{2164FB75-9503-496C-BBA5-57833BEE9D9F}"/>
    <dgm:cxn modelId="{2F45EB52-3FD6-40BE-9F1E-9314D1C85362}" type="presOf" srcId="{6A0B416B-34FE-48FC-AF5A-0C72031F4534}" destId="{2C6D1F27-25BF-4583-A584-455FBA74D4E6}" srcOrd="0" destOrd="1" presId="urn:microsoft.com/office/officeart/2005/8/layout/arrow2"/>
    <dgm:cxn modelId="{297E6855-29FF-44FF-90B2-6CC187538362}" type="presOf" srcId="{DAA50961-FF5E-4DA9-BAC4-FEE95213F6ED}" destId="{A9635C94-DB23-400B-9408-FE7CAB7A6205}" srcOrd="0" destOrd="0" presId="urn:microsoft.com/office/officeart/2005/8/layout/arrow2"/>
    <dgm:cxn modelId="{CD912376-CEF3-4287-AECB-13E2D09FF5FA}" srcId="{DAA50961-FF5E-4DA9-BAC4-FEE95213F6ED}" destId="{7FFEA315-B9A8-446F-BD59-10902F2EFD30}" srcOrd="0" destOrd="0" parTransId="{8A09DFCC-40BF-4F04-8277-A81DC903E7F8}" sibTransId="{EE53A655-BF15-4F61-89D8-3AB4568C9BF7}"/>
    <dgm:cxn modelId="{D2E5A156-4657-4EDF-BC93-DB4990117FE2}" srcId="{6BC2F836-A2FD-459B-85BF-8EF63BE464BF}" destId="{F941C23B-6F9A-40A3-9823-905371E5A716}" srcOrd="3" destOrd="0" parTransId="{5D3E25A8-5C7B-41EA-86FF-0E856DC9C553}" sibTransId="{8D02B93E-0A6B-47BE-89AA-D8997DCD8106}"/>
    <dgm:cxn modelId="{D521967A-B447-4420-A28C-480426FB1D17}" srcId="{6BC2F836-A2FD-459B-85BF-8EF63BE464BF}" destId="{396D8361-BFC8-4968-A03C-25ADE4EDDBF6}" srcOrd="1" destOrd="0" parTransId="{1EEA1A5C-0760-44FE-8B51-AEF036391420}" sibTransId="{C9E23432-7141-48CE-92BE-83ECBD1B0A91}"/>
    <dgm:cxn modelId="{CFA331B8-5471-40B1-892D-BEBC919EF416}" type="presOf" srcId="{396D8361-BFC8-4968-A03C-25ADE4EDDBF6}" destId="{A50F89F1-879D-4ACE-A54B-4BB75BF9B3A2}" srcOrd="0" destOrd="0" presId="urn:microsoft.com/office/officeart/2005/8/layout/arrow2"/>
    <dgm:cxn modelId="{FA97BEC4-EA48-4825-A5A6-05C8C00CE132}" type="presOf" srcId="{3A5EE6FB-BEFA-49B5-B538-FB5CA7AEFBE9}" destId="{2C6D1F27-25BF-4583-A584-455FBA74D4E6}" srcOrd="0" destOrd="0" presId="urn:microsoft.com/office/officeart/2005/8/layout/arrow2"/>
    <dgm:cxn modelId="{E23FC8D1-E622-4421-BE0A-EB5EF873A094}" srcId="{6BC2F836-A2FD-459B-85BF-8EF63BE464BF}" destId="{57C75200-E31D-4789-8B0B-751BB3ED86D2}" srcOrd="4" destOrd="0" parTransId="{11507A3D-7AE0-4DFA-8D9C-D5E5BC35ED30}" sibTransId="{98FF43E9-5D90-474C-8D69-1CBFE67DCF50}"/>
    <dgm:cxn modelId="{A28E58E7-D449-4246-96A8-59F27C507C5C}" srcId="{6BC2F836-A2FD-459B-85BF-8EF63BE464BF}" destId="{3A5EE6FB-BEFA-49B5-B538-FB5CA7AEFBE9}" srcOrd="2" destOrd="0" parTransId="{2A7CC0AA-35C7-43F7-9D80-3B039DF28D33}" sibTransId="{462F0F76-10E6-47B4-BEC2-8DC1480EBFE7}"/>
    <dgm:cxn modelId="{C9D56AF6-3156-4DA1-A777-6F1E7909EB46}" srcId="{396D8361-BFC8-4968-A03C-25ADE4EDDBF6}" destId="{EDE6F64A-E2B0-4584-9415-3B122FBE2A14}" srcOrd="0" destOrd="0" parTransId="{FE1FCB2A-5B63-4846-93CE-CC9501993BC5}" sibTransId="{DCFD2923-3973-4D35-849B-9C506B79E8FF}"/>
    <dgm:cxn modelId="{903427B7-9629-431C-9393-3285855ECD76}" type="presParOf" srcId="{D35835E7-670A-45CD-A586-B5E8DE7A0BB7}" destId="{904605E2-1B63-462D-9F54-E2ED44A4B512}" srcOrd="0" destOrd="0" presId="urn:microsoft.com/office/officeart/2005/8/layout/arrow2"/>
    <dgm:cxn modelId="{6E5090E1-7419-40C4-A975-6C1B5FD510E5}" type="presParOf" srcId="{D35835E7-670A-45CD-A586-B5E8DE7A0BB7}" destId="{38376B6C-3F9D-4563-9D98-BDF857945FA6}" srcOrd="1" destOrd="0" presId="urn:microsoft.com/office/officeart/2005/8/layout/arrow2"/>
    <dgm:cxn modelId="{D07A7D06-0118-431B-AB5B-72F202228C1B}" type="presParOf" srcId="{38376B6C-3F9D-4563-9D98-BDF857945FA6}" destId="{B69D2AA4-60BC-44B0-8455-F652280B6863}" srcOrd="0" destOrd="0" presId="urn:microsoft.com/office/officeart/2005/8/layout/arrow2"/>
    <dgm:cxn modelId="{C8A6A0AB-F169-49D1-ADCC-B01898D20A74}" type="presParOf" srcId="{38376B6C-3F9D-4563-9D98-BDF857945FA6}" destId="{A9635C94-DB23-400B-9408-FE7CAB7A6205}" srcOrd="1" destOrd="0" presId="urn:microsoft.com/office/officeart/2005/8/layout/arrow2"/>
    <dgm:cxn modelId="{CCB30336-A984-4985-A93D-A90D3E1F3839}" type="presParOf" srcId="{38376B6C-3F9D-4563-9D98-BDF857945FA6}" destId="{E51C4985-5E77-48F3-947C-9F2ADB43F25A}" srcOrd="2" destOrd="0" presId="urn:microsoft.com/office/officeart/2005/8/layout/arrow2"/>
    <dgm:cxn modelId="{130372A8-847A-4458-A5BD-922AB25C2409}" type="presParOf" srcId="{38376B6C-3F9D-4563-9D98-BDF857945FA6}" destId="{A50F89F1-879D-4ACE-A54B-4BB75BF9B3A2}" srcOrd="3" destOrd="0" presId="urn:microsoft.com/office/officeart/2005/8/layout/arrow2"/>
    <dgm:cxn modelId="{C364A2CE-9895-4A0C-9EB3-A8FF8B84364B}" type="presParOf" srcId="{38376B6C-3F9D-4563-9D98-BDF857945FA6}" destId="{996B3EA7-E7A1-4CEA-828B-EE7B96D3B4B8}" srcOrd="4" destOrd="0" presId="urn:microsoft.com/office/officeart/2005/8/layout/arrow2"/>
    <dgm:cxn modelId="{F6EF063B-39F0-42D1-8F19-0BAC6C821F69}" type="presParOf" srcId="{38376B6C-3F9D-4563-9D98-BDF857945FA6}" destId="{2C6D1F27-25BF-4583-A584-455FBA74D4E6}" srcOrd="5" destOrd="0" presId="urn:microsoft.com/office/officeart/2005/8/layout/arrow2"/>
    <dgm:cxn modelId="{837D6A2D-074C-4F53-BA46-EBCB0B433B03}" type="presParOf" srcId="{38376B6C-3F9D-4563-9D98-BDF857945FA6}" destId="{E394A321-9982-4C20-96B7-BE57AFD7959F}" srcOrd="6" destOrd="0" presId="urn:microsoft.com/office/officeart/2005/8/layout/arrow2"/>
    <dgm:cxn modelId="{C2E3DBD5-4D0E-41ED-88DC-5665B097C038}" type="presParOf" srcId="{38376B6C-3F9D-4563-9D98-BDF857945FA6}" destId="{5EA659C1-8EFD-449E-89B0-4FF9C3A371D9}" srcOrd="7" destOrd="0" presId="urn:microsoft.com/office/officeart/2005/8/layout/arrow2"/>
    <dgm:cxn modelId="{69F68D29-A398-4C78-B2D2-3B052B901F1F}" type="presParOf" srcId="{38376B6C-3F9D-4563-9D98-BDF857945FA6}" destId="{7FF48ABF-5440-42FD-AC18-9A1FE3438A12}" srcOrd="8" destOrd="0" presId="urn:microsoft.com/office/officeart/2005/8/layout/arrow2"/>
    <dgm:cxn modelId="{26AFD812-E0AA-4194-8EFE-8576547FD704}" type="presParOf" srcId="{38376B6C-3F9D-4563-9D98-BDF857945FA6}" destId="{1B1850D6-DD5D-4C33-85B2-EDF954648E70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4605E2-1B63-462D-9F54-E2ED44A4B512}">
      <dsp:nvSpPr>
        <dsp:cNvPr id="0" name=""/>
        <dsp:cNvSpPr/>
      </dsp:nvSpPr>
      <dsp:spPr>
        <a:xfrm>
          <a:off x="43802" y="0"/>
          <a:ext cx="8290560" cy="5181600"/>
        </a:xfrm>
        <a:prstGeom prst="swooshArrow">
          <a:avLst>
            <a:gd name="adj1" fmla="val 25000"/>
            <a:gd name="adj2" fmla="val 2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9D2AA4-60BC-44B0-8455-F652280B6863}">
      <dsp:nvSpPr>
        <dsp:cNvPr id="0" name=""/>
        <dsp:cNvSpPr/>
      </dsp:nvSpPr>
      <dsp:spPr>
        <a:xfrm>
          <a:off x="860422" y="3853037"/>
          <a:ext cx="190682" cy="19068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635C94-DB23-400B-9408-FE7CAB7A6205}">
      <dsp:nvSpPr>
        <dsp:cNvPr id="0" name=""/>
        <dsp:cNvSpPr/>
      </dsp:nvSpPr>
      <dsp:spPr>
        <a:xfrm>
          <a:off x="955764" y="3948379"/>
          <a:ext cx="1086063" cy="1233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039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Front-End Apps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 (Dashboard, Excel Add-in, Studio)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000" kern="1200" dirty="0"/>
        </a:p>
      </dsp:txBody>
      <dsp:txXfrm>
        <a:off x="955764" y="3948379"/>
        <a:ext cx="1086063" cy="1233220"/>
      </dsp:txXfrm>
    </dsp:sp>
    <dsp:sp modelId="{E51C4985-5E77-48F3-947C-9F2ADB43F25A}">
      <dsp:nvSpPr>
        <dsp:cNvPr id="0" name=""/>
        <dsp:cNvSpPr/>
      </dsp:nvSpPr>
      <dsp:spPr>
        <a:xfrm>
          <a:off x="1892597" y="2861279"/>
          <a:ext cx="298460" cy="2984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0F89F1-879D-4ACE-A54B-4BB75BF9B3A2}">
      <dsp:nvSpPr>
        <dsp:cNvPr id="0" name=""/>
        <dsp:cNvSpPr/>
      </dsp:nvSpPr>
      <dsp:spPr>
        <a:xfrm>
          <a:off x="2041827" y="3010509"/>
          <a:ext cx="1376232" cy="2171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48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Core Service (Server)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000" kern="1200"/>
        </a:p>
      </dsp:txBody>
      <dsp:txXfrm>
        <a:off x="2041827" y="3010509"/>
        <a:ext cx="1376232" cy="2171090"/>
      </dsp:txXfrm>
    </dsp:sp>
    <dsp:sp modelId="{996B3EA7-E7A1-4CEA-828B-EE7B96D3B4B8}">
      <dsp:nvSpPr>
        <dsp:cNvPr id="0" name=""/>
        <dsp:cNvSpPr/>
      </dsp:nvSpPr>
      <dsp:spPr>
        <a:xfrm>
          <a:off x="3219086" y="2070567"/>
          <a:ext cx="397946" cy="3979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D1F27-25BF-4583-A584-455FBA74D4E6}">
      <dsp:nvSpPr>
        <dsp:cNvPr id="0" name=""/>
        <dsp:cNvSpPr/>
      </dsp:nvSpPr>
      <dsp:spPr>
        <a:xfrm>
          <a:off x="3418060" y="2269540"/>
          <a:ext cx="1600078" cy="2912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864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Data Source Connectors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(OPC UA, MQTT, REST, SQL, etc.)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000" kern="1200"/>
        </a:p>
      </dsp:txBody>
      <dsp:txXfrm>
        <a:off x="3418060" y="2269540"/>
        <a:ext cx="1600078" cy="2912059"/>
      </dsp:txXfrm>
    </dsp:sp>
    <dsp:sp modelId="{E394A321-9982-4C20-96B7-BE57AFD7959F}">
      <dsp:nvSpPr>
        <dsp:cNvPr id="0" name=""/>
        <dsp:cNvSpPr/>
      </dsp:nvSpPr>
      <dsp:spPr>
        <a:xfrm>
          <a:off x="4761131" y="1452920"/>
          <a:ext cx="514014" cy="51401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659C1-8EFD-449E-89B0-4FF9C3A371D9}">
      <dsp:nvSpPr>
        <dsp:cNvPr id="0" name=""/>
        <dsp:cNvSpPr/>
      </dsp:nvSpPr>
      <dsp:spPr>
        <a:xfrm>
          <a:off x="5018138" y="1709928"/>
          <a:ext cx="1658112" cy="3471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366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 Historian &amp; </a:t>
          </a:r>
          <a:r>
            <a:rPr lang="en-IN" sz="1300" kern="1200" dirty="0" err="1"/>
            <a:t>Archiv</a:t>
          </a:r>
          <a:r>
            <a:rPr lang="en-IN" sz="1300" kern="1200" dirty="0"/>
            <a:t> Layer </a:t>
          </a:r>
        </a:p>
      </dsp:txBody>
      <dsp:txXfrm>
        <a:off x="5018138" y="1709928"/>
        <a:ext cx="1658112" cy="3471672"/>
      </dsp:txXfrm>
    </dsp:sp>
    <dsp:sp modelId="{7FF48ABF-5440-42FD-AC18-9A1FE3438A12}">
      <dsp:nvSpPr>
        <dsp:cNvPr id="0" name=""/>
        <dsp:cNvSpPr/>
      </dsp:nvSpPr>
      <dsp:spPr>
        <a:xfrm>
          <a:off x="6348773" y="1040465"/>
          <a:ext cx="654954" cy="65495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1850D6-DD5D-4C33-85B2-EDF954648E70}">
      <dsp:nvSpPr>
        <dsp:cNvPr id="0" name=""/>
        <dsp:cNvSpPr/>
      </dsp:nvSpPr>
      <dsp:spPr>
        <a:xfrm>
          <a:off x="6676250" y="1367942"/>
          <a:ext cx="1658112" cy="3813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7047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External Systems / Cloud  </a:t>
          </a:r>
          <a:r>
            <a:rPr lang="en-US" sz="1300" kern="1200" dirty="0"/>
            <a:t>(SAP, Azure, AWS, Data Lakes)</a:t>
          </a:r>
          <a:endParaRPr lang="en-IN" sz="130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 dirty="0"/>
        </a:p>
      </dsp:txBody>
      <dsp:txXfrm>
        <a:off x="6676250" y="1367942"/>
        <a:ext cx="1658112" cy="38136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FA3CA-5725-4BA7-A851-72A62AC5A8EE}" type="datetimeFigureOut">
              <a:rPr lang="en-CA" smtClean="0"/>
              <a:pPr/>
              <a:t>2025-06-30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73CA4-7EF9-467F-99BD-6DDCB9451CF6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5470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B58700-9FA2-48CE-AC88-D71D45EB490A}" type="datetimeFigureOut">
              <a:rPr lang="en-US" smtClean="0"/>
              <a:pPr/>
              <a:t>6/30/2025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BC4E5-2BC1-4F43-85DD-A1B8F74CB7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04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BC4E5-2BC1-4F43-85DD-A1B8F74CB7E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64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BC4E5-2BC1-4F43-85DD-A1B8F74CB7E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826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Black Sign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swf_photo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58788" y="544531"/>
            <a:ext cx="4811856" cy="1854206"/>
          </a:xfrm>
        </p:spPr>
        <p:txBody>
          <a:bodyPr anchor="b" anchorCtr="0">
            <a:noAutofit/>
          </a:bodyPr>
          <a:lstStyle>
            <a:lvl1pPr marL="0" indent="0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sz="360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Master Title Slide Headline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5701703" y="2274980"/>
            <a:ext cx="3074395" cy="2060440"/>
            <a:chOff x="5701703" y="682760"/>
            <a:chExt cx="3074395" cy="2060440"/>
          </a:xfrm>
        </p:grpSpPr>
        <p:sp>
          <p:nvSpPr>
            <p:cNvPr id="5" name="Freeform 4"/>
            <p:cNvSpPr/>
            <p:nvPr/>
          </p:nvSpPr>
          <p:spPr>
            <a:xfrm>
              <a:off x="6164291" y="682760"/>
              <a:ext cx="2013677" cy="2060440"/>
            </a:xfrm>
            <a:custGeom>
              <a:avLst/>
              <a:gdLst>
                <a:gd name="connsiteX0" fmla="*/ 0 w 4457700"/>
                <a:gd name="connsiteY0" fmla="*/ 0 h 4552950"/>
                <a:gd name="connsiteX1" fmla="*/ 4457700 w 4457700"/>
                <a:gd name="connsiteY1" fmla="*/ 1828800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24037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16893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62462"/>
                <a:gd name="connsiteY0" fmla="*/ 0 h 4552950"/>
                <a:gd name="connsiteX1" fmla="*/ 4462462 w 4462462"/>
                <a:gd name="connsiteY1" fmla="*/ 1819275 h 4552950"/>
                <a:gd name="connsiteX2" fmla="*/ 4457700 w 4462462"/>
                <a:gd name="connsiteY2" fmla="*/ 2743200 h 4552950"/>
                <a:gd name="connsiteX3" fmla="*/ 0 w 4462462"/>
                <a:gd name="connsiteY3" fmla="*/ 4552950 h 4552950"/>
                <a:gd name="connsiteX4" fmla="*/ 0 w 4462462"/>
                <a:gd name="connsiteY4" fmla="*/ 3543300 h 4552950"/>
                <a:gd name="connsiteX5" fmla="*/ 3282950 w 4462462"/>
                <a:gd name="connsiteY5" fmla="*/ 2286000 h 4552950"/>
                <a:gd name="connsiteX6" fmla="*/ 0 w 4462462"/>
                <a:gd name="connsiteY6" fmla="*/ 1016000 h 4552950"/>
                <a:gd name="connsiteX7" fmla="*/ 0 w 4462462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82950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75807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57713"/>
                <a:gd name="connsiteX1" fmla="*/ 4462462 w 4462921"/>
                <a:gd name="connsiteY1" fmla="*/ 1819275 h 4557713"/>
                <a:gd name="connsiteX2" fmla="*/ 4462463 w 4462921"/>
                <a:gd name="connsiteY2" fmla="*/ 2747962 h 4557713"/>
                <a:gd name="connsiteX3" fmla="*/ 2381 w 4462921"/>
                <a:gd name="connsiteY3" fmla="*/ 4557713 h 4557713"/>
                <a:gd name="connsiteX4" fmla="*/ 0 w 4462921"/>
                <a:gd name="connsiteY4" fmla="*/ 3543300 h 4557713"/>
                <a:gd name="connsiteX5" fmla="*/ 3275807 w 4462921"/>
                <a:gd name="connsiteY5" fmla="*/ 2286000 h 4557713"/>
                <a:gd name="connsiteX6" fmla="*/ 0 w 4462921"/>
                <a:gd name="connsiteY6" fmla="*/ 1016000 h 4557713"/>
                <a:gd name="connsiteX7" fmla="*/ 0 w 4462921"/>
                <a:gd name="connsiteY7" fmla="*/ 0 h 4557713"/>
                <a:gd name="connsiteX0" fmla="*/ 0 w 4462921"/>
                <a:gd name="connsiteY0" fmla="*/ 0 h 4562475"/>
                <a:gd name="connsiteX1" fmla="*/ 4462462 w 4462921"/>
                <a:gd name="connsiteY1" fmla="*/ 1819275 h 4562475"/>
                <a:gd name="connsiteX2" fmla="*/ 4462463 w 4462921"/>
                <a:gd name="connsiteY2" fmla="*/ 2747962 h 4562475"/>
                <a:gd name="connsiteX3" fmla="*/ 2381 w 4462921"/>
                <a:gd name="connsiteY3" fmla="*/ 4562475 h 4562475"/>
                <a:gd name="connsiteX4" fmla="*/ 0 w 4462921"/>
                <a:gd name="connsiteY4" fmla="*/ 3543300 h 4562475"/>
                <a:gd name="connsiteX5" fmla="*/ 3275807 w 4462921"/>
                <a:gd name="connsiteY5" fmla="*/ 2286000 h 4562475"/>
                <a:gd name="connsiteX6" fmla="*/ 0 w 4462921"/>
                <a:gd name="connsiteY6" fmla="*/ 1016000 h 4562475"/>
                <a:gd name="connsiteX7" fmla="*/ 0 w 4462921"/>
                <a:gd name="connsiteY7" fmla="*/ 0 h 4562475"/>
                <a:gd name="connsiteX0" fmla="*/ 2486 w 4465407"/>
                <a:gd name="connsiteY0" fmla="*/ 0 h 4564856"/>
                <a:gd name="connsiteX1" fmla="*/ 4464948 w 4465407"/>
                <a:gd name="connsiteY1" fmla="*/ 1819275 h 4564856"/>
                <a:gd name="connsiteX2" fmla="*/ 4464949 w 4465407"/>
                <a:gd name="connsiteY2" fmla="*/ 2747962 h 4564856"/>
                <a:gd name="connsiteX3" fmla="*/ 105 w 4465407"/>
                <a:gd name="connsiteY3" fmla="*/ 4564856 h 4564856"/>
                <a:gd name="connsiteX4" fmla="*/ 2486 w 4465407"/>
                <a:gd name="connsiteY4" fmla="*/ 3543300 h 4564856"/>
                <a:gd name="connsiteX5" fmla="*/ 3278293 w 4465407"/>
                <a:gd name="connsiteY5" fmla="*/ 2286000 h 4564856"/>
                <a:gd name="connsiteX6" fmla="*/ 2486 w 4465407"/>
                <a:gd name="connsiteY6" fmla="*/ 1016000 h 4564856"/>
                <a:gd name="connsiteX7" fmla="*/ 2486 w 4465407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47962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0343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5106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16000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9275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64129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5066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18079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7262"/>
                <a:gd name="connsiteX1" fmla="*/ 4467527 w 4467986"/>
                <a:gd name="connsiteY1" fmla="*/ 1814537 h 4567262"/>
                <a:gd name="connsiteX2" fmla="*/ 4467529 w 4467986"/>
                <a:gd name="connsiteY2" fmla="*/ 2757512 h 4567262"/>
                <a:gd name="connsiteX3" fmla="*/ 2685 w 4467986"/>
                <a:gd name="connsiteY3" fmla="*/ 4567262 h 4567262"/>
                <a:gd name="connsiteX4" fmla="*/ 2684 w 4467986"/>
                <a:gd name="connsiteY4" fmla="*/ 3548087 h 4567262"/>
                <a:gd name="connsiteX5" fmla="*/ 3266585 w 4467986"/>
                <a:gd name="connsiteY5" fmla="*/ 2290788 h 4567262"/>
                <a:gd name="connsiteX6" fmla="*/ 2533 w 4467986"/>
                <a:gd name="connsiteY6" fmla="*/ 1025551 h 4567262"/>
                <a:gd name="connsiteX7" fmla="*/ 0 w 4467986"/>
                <a:gd name="connsiteY7" fmla="*/ 0 h 4567262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50493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57411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5956" h="4569668">
                  <a:moveTo>
                    <a:pt x="377" y="0"/>
                  </a:moveTo>
                  <a:lnTo>
                    <a:pt x="4465497" y="1816943"/>
                  </a:lnTo>
                  <a:cubicBezTo>
                    <a:pt x="4463910" y="2124918"/>
                    <a:pt x="4467086" y="2451943"/>
                    <a:pt x="4465499" y="2759918"/>
                  </a:cubicBezTo>
                  <a:lnTo>
                    <a:pt x="655" y="4569668"/>
                  </a:lnTo>
                  <a:cubicBezTo>
                    <a:pt x="-139" y="4230737"/>
                    <a:pt x="1448" y="3887042"/>
                    <a:pt x="654" y="3548111"/>
                  </a:cubicBezTo>
                  <a:lnTo>
                    <a:pt x="3257411" y="2293194"/>
                  </a:lnTo>
                  <a:lnTo>
                    <a:pt x="503" y="1027957"/>
                  </a:lnTo>
                  <a:cubicBezTo>
                    <a:pt x="-1186" y="686909"/>
                    <a:pt x="2066" y="341048"/>
                    <a:pt x="3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1703" y="1523009"/>
              <a:ext cx="3074395" cy="251999"/>
            </a:xfrm>
            <a:prstGeom prst="rect">
              <a:avLst/>
            </a:prstGeom>
          </p:spPr>
        </p:pic>
      </p:grp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817" y="6279323"/>
            <a:ext cx="2520922" cy="176078"/>
          </a:xfrm>
          <a:prstGeom prst="rect">
            <a:avLst/>
          </a:prstGeom>
        </p:spPr>
      </p:pic>
      <p:cxnSp>
        <p:nvCxnSpPr>
          <p:cNvPr id="12" name="Straight Connector 11"/>
          <p:cNvCxnSpPr/>
          <p:nvPr userDrawn="1"/>
        </p:nvCxnSpPr>
        <p:spPr>
          <a:xfrm>
            <a:off x="457200" y="6570921"/>
            <a:ext cx="8686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459320" y="2543510"/>
            <a:ext cx="4811323" cy="1233311"/>
          </a:xfrm>
        </p:spPr>
        <p:txBody>
          <a:bodyPr>
            <a:noAutofit/>
          </a:bodyPr>
          <a:lstStyle>
            <a:lvl1pPr marL="0" indent="0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sz="2400" baseline="0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Master Title Slide Headline</a:t>
            </a:r>
          </a:p>
        </p:txBody>
      </p:sp>
    </p:spTree>
    <p:extLst>
      <p:ext uri="{BB962C8B-B14F-4D97-AF65-F5344CB8AC3E}">
        <p14:creationId xmlns:p14="http://schemas.microsoft.com/office/powerpoint/2010/main" val="4195377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k318019rkn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310097"/>
            <a:ext cx="8228013" cy="670326"/>
          </a:xfrm>
        </p:spPr>
        <p:txBody>
          <a:bodyPr lIns="0" rIns="0" anchor="b" anchorCtr="0">
            <a:noAutofit/>
          </a:bodyPr>
          <a:lstStyle>
            <a:lvl1pPr marL="0" indent="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sz="4000" b="0" baseline="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Master Divider Slide Headline</a:t>
            </a:r>
          </a:p>
        </p:txBody>
      </p:sp>
    </p:spTree>
    <p:extLst>
      <p:ext uri="{BB962C8B-B14F-4D97-AF65-F5344CB8AC3E}">
        <p14:creationId xmlns:p14="http://schemas.microsoft.com/office/powerpoint/2010/main" val="2309944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1pPr marL="0" indent="0">
              <a:spcBef>
                <a:spcPts val="1200"/>
              </a:spcBef>
              <a:spcAft>
                <a:spcPts val="0"/>
              </a:spcAft>
              <a:buNone/>
              <a:defRPr sz="2400" b="1">
                <a:solidFill>
                  <a:schemeClr val="bg2"/>
                </a:solidFill>
              </a:defRPr>
            </a:lvl1pPr>
            <a:lvl2pPr marL="231775" indent="-231775">
              <a:spcBef>
                <a:spcPts val="624"/>
              </a:spcBef>
              <a:buFont typeface="Arial" pitchFamily="34" charset="0"/>
              <a:buChar char="•"/>
              <a:defRPr/>
            </a:lvl2pPr>
            <a:lvl3pPr marL="457200" indent="-231775">
              <a:buFont typeface="Arial" pitchFamily="34" charset="0"/>
              <a:buChar char="–"/>
              <a:defRPr/>
            </a:lvl3pPr>
            <a:lvl4pPr marL="688975" indent="-225425">
              <a:buFont typeface="Arial" pitchFamily="34" charset="0"/>
              <a:buChar char="•"/>
              <a:defRPr/>
            </a:lvl4pPr>
            <a:lvl5pPr marL="914400" indent="-225425">
              <a:buFont typeface="Arial" pitchFamily="34" charset="0"/>
              <a:buChar char="–"/>
              <a:tabLst/>
              <a:defRPr/>
            </a:lvl5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1" y="1381125"/>
            <a:ext cx="4025899" cy="482441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 hasCustomPrompt="1"/>
          </p:nvPr>
        </p:nvSpPr>
        <p:spPr>
          <a:xfrm>
            <a:off x="4659314" y="1381125"/>
            <a:ext cx="4025899" cy="482441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02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-content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2" y="1381125"/>
            <a:ext cx="4025898" cy="48244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</a:defRPr>
            </a:lvl1pPr>
            <a:lvl2pPr marL="231775" indent="-231775">
              <a:buFont typeface="Arial" pitchFamily="34" charset="0"/>
              <a:buChar char="•"/>
              <a:defRPr sz="2000"/>
            </a:lvl2pPr>
            <a:lvl3pPr marL="457200" indent="-231775">
              <a:buFont typeface="Arial" pitchFamily="34" charset="0"/>
              <a:buChar char="–"/>
              <a:defRPr sz="1800"/>
            </a:lvl3pPr>
            <a:lvl4pPr marL="688975" indent="-225425">
              <a:buFont typeface="Arial" pitchFamily="34" charset="0"/>
              <a:buChar char="•"/>
              <a:defRPr sz="1600"/>
            </a:lvl4pPr>
            <a:lvl5pPr marL="914400" indent="-225425">
              <a:buFont typeface="Arial" pitchFamily="34" charset="0"/>
              <a:buChar char="–"/>
              <a:tabLst/>
              <a:defRPr sz="1400"/>
            </a:lvl5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sp>
        <p:nvSpPr>
          <p:cNvPr id="8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4660900" y="1381125"/>
            <a:ext cx="4025898" cy="48244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</a:defRPr>
            </a:lvl1pPr>
            <a:lvl2pPr marL="231775" indent="-231775">
              <a:buFont typeface="Arial" pitchFamily="34" charset="0"/>
              <a:buChar char="•"/>
              <a:defRPr sz="2000"/>
            </a:lvl2pPr>
            <a:lvl3pPr marL="457200" indent="-231775">
              <a:buFont typeface="Arial" pitchFamily="34" charset="0"/>
              <a:buChar char="–"/>
              <a:defRPr sz="1800"/>
            </a:lvl3pPr>
            <a:lvl4pPr marL="688975" indent="-225425">
              <a:buFont typeface="Arial" pitchFamily="34" charset="0"/>
              <a:buChar char="•"/>
              <a:defRPr sz="1600"/>
            </a:lvl4pPr>
            <a:lvl5pPr marL="914400" indent="-225425">
              <a:buFont typeface="Arial" pitchFamily="34" charset="0"/>
              <a:buChar char="–"/>
              <a:tabLst/>
              <a:defRPr sz="1400"/>
            </a:lvl5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666666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666666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00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293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23583599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359082"/>
            <a:ext cx="8228013" cy="605012"/>
          </a:xfrm>
        </p:spPr>
        <p:txBody>
          <a:bodyPr lIns="0" rIns="0" anchor="b" anchorCtr="0">
            <a:noAutofit/>
          </a:bodyPr>
          <a:lstStyle>
            <a:lvl1pPr marL="0" indent="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sz="4000" b="0" baseline="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Master Divider Slide Headline</a:t>
            </a:r>
          </a:p>
        </p:txBody>
      </p:sp>
    </p:spTree>
    <p:extLst>
      <p:ext uri="{BB962C8B-B14F-4D97-AF65-F5344CB8AC3E}">
        <p14:creationId xmlns:p14="http://schemas.microsoft.com/office/powerpoint/2010/main" val="2309944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tk153597rke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359082"/>
            <a:ext cx="8228013" cy="605012"/>
          </a:xfrm>
        </p:spPr>
        <p:txBody>
          <a:bodyPr lIns="0" rIns="0" anchor="b" anchorCtr="0">
            <a:noAutofit/>
          </a:bodyPr>
          <a:lstStyle>
            <a:lvl1pPr marL="0" indent="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sz="4000" b="0" baseline="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Master Divider Slide Headline</a:t>
            </a:r>
          </a:p>
        </p:txBody>
      </p:sp>
    </p:spTree>
    <p:extLst>
      <p:ext uri="{BB962C8B-B14F-4D97-AF65-F5344CB8AC3E}">
        <p14:creationId xmlns:p14="http://schemas.microsoft.com/office/powerpoint/2010/main" val="2309944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x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1" y="1381125"/>
            <a:ext cx="8228012" cy="5037138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nowledge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Light Bulb_PC [Converted]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15201" y="170122"/>
            <a:ext cx="1388650" cy="2239199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1" y="1381125"/>
            <a:ext cx="8228012" cy="5037138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Magnify_PC [Converted]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17943" y="158624"/>
            <a:ext cx="2000897" cy="2006852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1" y="1381125"/>
            <a:ext cx="8228012" cy="5037138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u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peaker_PC [Converted]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642376" y="195281"/>
            <a:ext cx="2191150" cy="1808840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1" y="1381125"/>
            <a:ext cx="8228012" cy="5037138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140258517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89368" y="3429000"/>
            <a:ext cx="4114286" cy="3419048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100605056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218677" y="3062745"/>
            <a:ext cx="2447619" cy="3657143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rse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A053798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510986" y="4689478"/>
            <a:ext cx="5485715" cy="2019048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rs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A053797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510986" y="4584716"/>
            <a:ext cx="5485715" cy="2123810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l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kd186908sdc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405212" y="3953896"/>
            <a:ext cx="3657143" cy="2733334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381125"/>
            <a:ext cx="8228012" cy="482441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pic>
        <p:nvPicPr>
          <p:cNvPr id="2" name="Picture 2" descr="Lua language Icons, Logos, Symbols ...">
            <a:extLst>
              <a:ext uri="{FF2B5EF4-FFF2-40B4-BE49-F238E27FC236}">
                <a16:creationId xmlns:a16="http://schemas.microsoft.com/office/drawing/2014/main" id="{4227A58B-F1DD-DF02-824E-4F1798E44E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49102"/>
            <a:ext cx="609600" cy="627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1531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1" r:id="rId10"/>
    <p:sldLayoutId id="2147483657" r:id="rId11"/>
    <p:sldLayoutId id="2147483658" r:id="rId12"/>
    <p:sldLayoutId id="2147483659" r:id="rId13"/>
    <p:sldLayoutId id="2147483663" r:id="rId14"/>
    <p:sldLayoutId id="2147483662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lvl1pPr algn="l" defTabSz="914400" rtl="0" eaLnBrk="1" latinLnBrk="0" hangingPunct="1">
        <a:lnSpc>
          <a:spcPts val="2600"/>
        </a:lnSpc>
        <a:spcBef>
          <a:spcPct val="0"/>
        </a:spcBef>
        <a:buNone/>
        <a:defRPr sz="2600" b="1" kern="1200">
          <a:solidFill>
            <a:schemeClr val="accent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231775" indent="-231775" algn="l" defTabSz="9144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•"/>
        <a:defRPr sz="2600" b="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457200" indent="-231775" algn="l" defTabSz="914400" rtl="0" eaLnBrk="1" latinLnBrk="0" hangingPunct="1">
        <a:lnSpc>
          <a:spcPct val="100000"/>
        </a:lnSpc>
        <a:spcBef>
          <a:spcPts val="624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–"/>
        <a:defRPr sz="2400" kern="1200">
          <a:solidFill>
            <a:srgbClr val="000000"/>
          </a:solidFill>
          <a:latin typeface="Arial" pitchFamily="34" charset="0"/>
          <a:ea typeface="+mn-ea"/>
          <a:cs typeface="Arial" pitchFamily="34" charset="0"/>
        </a:defRPr>
      </a:lvl2pPr>
      <a:lvl3pPr marL="688975" indent="-231775" algn="l" defTabSz="914400" rtl="0" eaLnBrk="1" latinLnBrk="0" hangingPunct="1">
        <a:lnSpc>
          <a:spcPct val="100000"/>
        </a:lnSpc>
        <a:spcBef>
          <a:spcPts val="576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•"/>
        <a:defRPr sz="2000" kern="1200" baseline="0">
          <a:solidFill>
            <a:srgbClr val="000000"/>
          </a:solidFill>
          <a:latin typeface="Arial" pitchFamily="34" charset="0"/>
          <a:ea typeface="+mn-ea"/>
          <a:cs typeface="Arial" pitchFamily="34" charset="0"/>
        </a:defRPr>
      </a:lvl3pPr>
      <a:lvl4pPr marL="914400" indent="-225425" algn="l" defTabSz="914400" rtl="0" eaLnBrk="1" latinLnBrk="0" hangingPunct="1">
        <a:lnSpc>
          <a:spcPct val="100000"/>
        </a:lnSpc>
        <a:spcBef>
          <a:spcPts val="528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–"/>
        <a:defRPr sz="1800" kern="1200" baseline="0">
          <a:solidFill>
            <a:srgbClr val="000000"/>
          </a:solidFill>
          <a:latin typeface="Arial" pitchFamily="34" charset="0"/>
          <a:ea typeface="+mn-ea"/>
          <a:cs typeface="Arial" pitchFamily="34" charset="0"/>
        </a:defRPr>
      </a:lvl4pPr>
      <a:lvl5pPr marL="1146175" indent="-231775" algn="l" defTabSz="914400" rtl="0" eaLnBrk="1" latinLnBrk="0" hangingPunct="1">
        <a:lnSpc>
          <a:spcPct val="100000"/>
        </a:lnSpc>
        <a:spcBef>
          <a:spcPts val="480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•"/>
        <a:defRPr sz="1600" kern="1200" baseline="0">
          <a:solidFill>
            <a:srgbClr val="000000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ithub.com/alain-riedinger/luasocket/releases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2ECDFA-86C9-D891-4B2C-A96A48E84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Scheduled Job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18D354-4859-AF56-8489-F8AC589C3A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33" t="4000" r="18333" b="29333"/>
          <a:stretch>
            <a:fillRect/>
          </a:stretch>
        </p:blipFill>
        <p:spPr>
          <a:xfrm>
            <a:off x="838200" y="1524000"/>
            <a:ext cx="7162800" cy="490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832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9C4180-EDAD-2161-2114-69DB942D5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899C13-AE66-FEC0-5E7A-D0D2B3731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138948"/>
              </p:ext>
            </p:extLst>
          </p:nvPr>
        </p:nvGraphicFramePr>
        <p:xfrm>
          <a:off x="457201" y="1825424"/>
          <a:ext cx="8228013" cy="39358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954274">
                  <a:extLst>
                    <a:ext uri="{9D8B030D-6E8A-4147-A177-3AD203B41FA5}">
                      <a16:colId xmlns:a16="http://schemas.microsoft.com/office/drawing/2014/main" val="2392000953"/>
                    </a:ext>
                  </a:extLst>
                </a:gridCol>
                <a:gridCol w="4273739">
                  <a:extLst>
                    <a:ext uri="{9D8B030D-6E8A-4147-A177-3AD203B41FA5}">
                      <a16:colId xmlns:a16="http://schemas.microsoft.com/office/drawing/2014/main" val="3843380566"/>
                    </a:ext>
                  </a:extLst>
                </a:gridCol>
              </a:tblGrid>
              <a:tr h="562260">
                <a:tc>
                  <a:txBody>
                    <a:bodyPr/>
                    <a:lstStyle/>
                    <a:p>
                      <a:r>
                        <a:rPr lang="en-IN" sz="2500"/>
                        <a:t>Task</a:t>
                      </a:r>
                    </a:p>
                  </a:txBody>
                  <a:tcPr marL="127786" marR="127786" marT="63893" marB="63893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Function</a:t>
                      </a:r>
                    </a:p>
                  </a:txBody>
                  <a:tcPr marL="127786" marR="127786" marT="63893" marB="63893" anchor="ctr"/>
                </a:tc>
                <a:extLst>
                  <a:ext uri="{0D108BD9-81ED-4DB2-BD59-A6C34878D82A}">
                    <a16:rowId xmlns:a16="http://schemas.microsoft.com/office/drawing/2014/main" val="89196900"/>
                  </a:ext>
                </a:extLst>
              </a:tr>
              <a:tr h="562260">
                <a:tc>
                  <a:txBody>
                    <a:bodyPr/>
                    <a:lstStyle/>
                    <a:p>
                      <a:r>
                        <a:rPr lang="en-IN" sz="2500"/>
                        <a:t>Get current time</a:t>
                      </a:r>
                    </a:p>
                  </a:txBody>
                  <a:tcPr marL="127786" marR="127786" marT="63893" marB="63893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os.date() / os.time()</a:t>
                      </a:r>
                    </a:p>
                  </a:txBody>
                  <a:tcPr marL="127786" marR="127786" marT="63893" marB="63893" anchor="ctr"/>
                </a:tc>
                <a:extLst>
                  <a:ext uri="{0D108BD9-81ED-4DB2-BD59-A6C34878D82A}">
                    <a16:rowId xmlns:a16="http://schemas.microsoft.com/office/drawing/2014/main" val="4142145854"/>
                  </a:ext>
                </a:extLst>
              </a:tr>
              <a:tr h="562260">
                <a:tc>
                  <a:txBody>
                    <a:bodyPr/>
                    <a:lstStyle/>
                    <a:p>
                      <a:r>
                        <a:rPr lang="en-IN" sz="2500"/>
                        <a:t>Format date string</a:t>
                      </a:r>
                    </a:p>
                  </a:txBody>
                  <a:tcPr marL="127786" marR="127786" marT="63893" marB="63893" anchor="ctr"/>
                </a:tc>
                <a:tc>
                  <a:txBody>
                    <a:bodyPr/>
                    <a:lstStyle/>
                    <a:p>
                      <a:r>
                        <a:rPr lang="es-ES" sz="2500"/>
                        <a:t>os.date("%Y-%m-%d")</a:t>
                      </a:r>
                    </a:p>
                  </a:txBody>
                  <a:tcPr marL="127786" marR="127786" marT="63893" marB="63893" anchor="ctr"/>
                </a:tc>
                <a:extLst>
                  <a:ext uri="{0D108BD9-81ED-4DB2-BD59-A6C34878D82A}">
                    <a16:rowId xmlns:a16="http://schemas.microsoft.com/office/drawing/2014/main" val="4051155517"/>
                  </a:ext>
                </a:extLst>
              </a:tr>
              <a:tr h="562260">
                <a:tc>
                  <a:txBody>
                    <a:bodyPr/>
                    <a:lstStyle/>
                    <a:p>
                      <a:r>
                        <a:rPr lang="en-IN" sz="2500"/>
                        <a:t>Parse date → timestamp</a:t>
                      </a:r>
                    </a:p>
                  </a:txBody>
                  <a:tcPr marL="127786" marR="127786" marT="63893" marB="63893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os.time{year=..., month=...}</a:t>
                      </a:r>
                    </a:p>
                  </a:txBody>
                  <a:tcPr marL="127786" marR="127786" marT="63893" marB="63893" anchor="ctr"/>
                </a:tc>
                <a:extLst>
                  <a:ext uri="{0D108BD9-81ED-4DB2-BD59-A6C34878D82A}">
                    <a16:rowId xmlns:a16="http://schemas.microsoft.com/office/drawing/2014/main" val="325247670"/>
                  </a:ext>
                </a:extLst>
              </a:tr>
              <a:tr h="562260">
                <a:tc>
                  <a:txBody>
                    <a:bodyPr/>
                    <a:lstStyle/>
                    <a:p>
                      <a:r>
                        <a:rPr lang="en-IN" sz="2500"/>
                        <a:t>Timestamp → date</a:t>
                      </a:r>
                    </a:p>
                  </a:txBody>
                  <a:tcPr marL="127786" marR="127786" marT="63893" marB="63893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os.date(nil, ts)</a:t>
                      </a:r>
                    </a:p>
                  </a:txBody>
                  <a:tcPr marL="127786" marR="127786" marT="63893" marB="63893" anchor="ctr"/>
                </a:tc>
                <a:extLst>
                  <a:ext uri="{0D108BD9-81ED-4DB2-BD59-A6C34878D82A}">
                    <a16:rowId xmlns:a16="http://schemas.microsoft.com/office/drawing/2014/main" val="3181395367"/>
                  </a:ext>
                </a:extLst>
              </a:tr>
              <a:tr h="562260">
                <a:tc>
                  <a:txBody>
                    <a:bodyPr/>
                    <a:lstStyle/>
                    <a:p>
                      <a:r>
                        <a:rPr lang="en-IN" sz="2500"/>
                        <a:t>Difference in seconds</a:t>
                      </a:r>
                    </a:p>
                  </a:txBody>
                  <a:tcPr marL="127786" marR="127786" marT="63893" marB="63893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os.difftime(t1, t2)</a:t>
                      </a:r>
                    </a:p>
                  </a:txBody>
                  <a:tcPr marL="127786" marR="127786" marT="63893" marB="63893" anchor="ctr"/>
                </a:tc>
                <a:extLst>
                  <a:ext uri="{0D108BD9-81ED-4DB2-BD59-A6C34878D82A}">
                    <a16:rowId xmlns:a16="http://schemas.microsoft.com/office/drawing/2014/main" val="256963412"/>
                  </a:ext>
                </a:extLst>
              </a:tr>
              <a:tr h="562260">
                <a:tc>
                  <a:txBody>
                    <a:bodyPr/>
                    <a:lstStyle/>
                    <a:p>
                      <a:r>
                        <a:rPr lang="en-IN" sz="2500"/>
                        <a:t>Add/subtract time</a:t>
                      </a:r>
                    </a:p>
                  </a:txBody>
                  <a:tcPr marL="127786" marR="127786" marT="63893" marB="63893" anchor="ctr"/>
                </a:tc>
                <a:tc>
                  <a:txBody>
                    <a:bodyPr/>
                    <a:lstStyle/>
                    <a:p>
                      <a:r>
                        <a:rPr lang="en-IN" sz="2500" dirty="0" err="1"/>
                        <a:t>os.time</a:t>
                      </a:r>
                      <a:r>
                        <a:rPr lang="en-IN" sz="2500" dirty="0"/>
                        <a:t>() ± seconds</a:t>
                      </a:r>
                    </a:p>
                  </a:txBody>
                  <a:tcPr marL="127786" marR="127786" marT="63893" marB="63893" anchor="ctr"/>
                </a:tc>
                <a:extLst>
                  <a:ext uri="{0D108BD9-81ED-4DB2-BD59-A6C34878D82A}">
                    <a16:rowId xmlns:a16="http://schemas.microsoft.com/office/drawing/2014/main" val="4055728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432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72D4C-3296-B0E4-C540-F4C07FA4854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2428875"/>
          </a:xfrm>
        </p:spPr>
        <p:txBody>
          <a:bodyPr>
            <a:normAutofit lnSpcReduction="10000"/>
          </a:bodyPr>
          <a:lstStyle/>
          <a:p>
            <a:r>
              <a:rPr lang="en-IN" dirty="0"/>
              <a:t>Download </a:t>
            </a:r>
            <a:r>
              <a:rPr lang="en-IN" dirty="0" err="1"/>
              <a:t>Luasocket</a:t>
            </a:r>
            <a:r>
              <a:rPr lang="en-IN" dirty="0"/>
              <a:t> from </a:t>
            </a:r>
            <a:r>
              <a:rPr lang="en-IN" dirty="0" err="1"/>
              <a:t>Luarocks</a:t>
            </a:r>
            <a:endParaRPr lang="en-IN" dirty="0"/>
          </a:p>
          <a:p>
            <a:r>
              <a:rPr lang="en-IN" dirty="0">
                <a:hlinkClick r:id="rId2"/>
              </a:rPr>
              <a:t>https://github.com/alain-riedinger/luasocket/releases</a:t>
            </a:r>
            <a:endParaRPr lang="en-IN" dirty="0"/>
          </a:p>
          <a:p>
            <a:r>
              <a:rPr lang="en-IN" dirty="0"/>
              <a:t>Create socket folder and keep </a:t>
            </a:r>
            <a:r>
              <a:rPr lang="en-IN" dirty="0" err="1"/>
              <a:t>socet</a:t>
            </a:r>
            <a:r>
              <a:rPr lang="en-IN" dirty="0"/>
              <a:t> c, header and </a:t>
            </a:r>
            <a:r>
              <a:rPr lang="en-IN" dirty="0" err="1"/>
              <a:t>lua</a:t>
            </a:r>
            <a:endParaRPr lang="en-IN" dirty="0"/>
          </a:p>
          <a:p>
            <a:r>
              <a:rPr lang="en-IN" dirty="0"/>
              <a:t>Create mime folder to keep lib</a:t>
            </a:r>
          </a:p>
          <a:p>
            <a:r>
              <a:rPr lang="en-IN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3588BB-0BD4-FD0A-3DE6-66BE6B91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Socket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D66179-179D-A671-9414-A0BB99D694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500" b="66000"/>
          <a:stretch>
            <a:fillRect/>
          </a:stretch>
        </p:blipFill>
        <p:spPr>
          <a:xfrm>
            <a:off x="2590800" y="3429000"/>
            <a:ext cx="3386000" cy="319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228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9275B-9F71-1876-8FAC-2DA2FC534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2D4812-DA7D-D7BD-660F-22D3F8209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Socket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D96427-4ACD-E1CE-BCFC-AF00033374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33" t="3333" r="25000" b="38000"/>
          <a:stretch>
            <a:fillRect/>
          </a:stretch>
        </p:blipFill>
        <p:spPr>
          <a:xfrm>
            <a:off x="838200" y="1600200"/>
            <a:ext cx="7239000" cy="490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300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5742A-B65F-0116-A31E-2C2391F9F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36E711-5104-E392-2427-3C8DDAADF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Socket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6ACFA3-C96F-62E9-59C5-1E86FF883E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66" t="58001" r="6797" b="5999"/>
          <a:stretch>
            <a:fillRect/>
          </a:stretch>
        </p:blipFill>
        <p:spPr>
          <a:xfrm>
            <a:off x="469056" y="1905000"/>
            <a:ext cx="8237248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642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3ED7F4-F1F6-01FB-4861-F8219448C53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sudo apt update</a:t>
            </a:r>
          </a:p>
          <a:p>
            <a:r>
              <a:rPr lang="en-IN" dirty="0"/>
              <a:t>sudo apt install </a:t>
            </a:r>
            <a:r>
              <a:rPr lang="en-IN" dirty="0" err="1"/>
              <a:t>openssl</a:t>
            </a:r>
            <a:r>
              <a:rPr lang="en-IN" dirty="0"/>
              <a:t> </a:t>
            </a:r>
            <a:r>
              <a:rPr lang="en-IN" dirty="0" err="1"/>
              <a:t>libssl</a:t>
            </a:r>
            <a:r>
              <a:rPr lang="en-IN" dirty="0"/>
              <a:t>-dev</a:t>
            </a:r>
          </a:p>
          <a:p>
            <a:r>
              <a:rPr lang="en-IN" dirty="0"/>
              <a:t>sudo apt install </a:t>
            </a:r>
            <a:r>
              <a:rPr lang="en-IN" dirty="0" err="1"/>
              <a:t>libssl</a:t>
            </a:r>
            <a:r>
              <a:rPr lang="en-IN" dirty="0"/>
              <a:t>-dev</a:t>
            </a:r>
          </a:p>
          <a:p>
            <a:r>
              <a:rPr lang="en-IN" dirty="0" err="1"/>
              <a:t>openssl</a:t>
            </a:r>
            <a:r>
              <a:rPr lang="en-IN" dirty="0"/>
              <a:t> version</a:t>
            </a:r>
          </a:p>
          <a:p>
            <a:r>
              <a:rPr lang="en-US" dirty="0" err="1"/>
              <a:t>dpkg</a:t>
            </a:r>
            <a:r>
              <a:rPr lang="en-US" dirty="0"/>
              <a:t> -L </a:t>
            </a:r>
            <a:r>
              <a:rPr lang="en-US" dirty="0" err="1"/>
              <a:t>libssl</a:t>
            </a:r>
            <a:r>
              <a:rPr lang="en-US" dirty="0"/>
              <a:t>-dev | grep include</a:t>
            </a:r>
          </a:p>
          <a:p>
            <a:r>
              <a:rPr lang="en-IN" dirty="0"/>
              <a:t>sudo apt update</a:t>
            </a:r>
          </a:p>
          <a:p>
            <a:r>
              <a:rPr lang="en-IN" dirty="0"/>
              <a:t>sudo apt install </a:t>
            </a:r>
            <a:r>
              <a:rPr lang="en-IN" dirty="0" err="1"/>
              <a:t>libssl</a:t>
            </a:r>
            <a:r>
              <a:rPr lang="en-IN" dirty="0"/>
              <a:t>-dev</a:t>
            </a:r>
          </a:p>
          <a:p>
            <a:r>
              <a:rPr lang="en-IN" dirty="0"/>
              <a:t>ls /</a:t>
            </a:r>
            <a:r>
              <a:rPr lang="en-IN" dirty="0" err="1"/>
              <a:t>usr</a:t>
            </a:r>
            <a:r>
              <a:rPr lang="en-IN" dirty="0"/>
              <a:t>/include/</a:t>
            </a:r>
            <a:r>
              <a:rPr lang="en-IN" dirty="0" err="1"/>
              <a:t>openssl</a:t>
            </a:r>
            <a:r>
              <a:rPr lang="en-IN" dirty="0"/>
              <a:t>/</a:t>
            </a:r>
            <a:r>
              <a:rPr lang="en-IN" dirty="0" err="1"/>
              <a:t>ssl.h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C20A1C-01CF-477C-1A8E-B9819718F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Luasec</a:t>
            </a:r>
            <a:r>
              <a:rPr lang="en-IN" dirty="0"/>
              <a:t> for </a:t>
            </a:r>
            <a:r>
              <a:rPr lang="en-IN" dirty="0" err="1"/>
              <a:t>ssl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0336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73FA3-4A10-8E98-DACB-7A0C09CEC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190E43-6196-086B-A6B0-EC4CD736078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sudo </a:t>
            </a:r>
            <a:r>
              <a:rPr lang="en-IN" dirty="0" err="1"/>
              <a:t>luarocks</a:t>
            </a:r>
            <a:r>
              <a:rPr lang="en-IN" dirty="0"/>
              <a:t> install </a:t>
            </a:r>
            <a:r>
              <a:rPr lang="en-IN" dirty="0" err="1"/>
              <a:t>luasec</a:t>
            </a:r>
            <a:r>
              <a:rPr lang="en-IN" dirty="0"/>
              <a:t> OPENSSL_INCDIR=/</a:t>
            </a:r>
            <a:r>
              <a:rPr lang="en-IN" dirty="0" err="1"/>
              <a:t>usr</a:t>
            </a:r>
            <a:r>
              <a:rPr lang="en-IN" dirty="0"/>
              <a:t>/include OPENSSL_LIBDIR=/</a:t>
            </a:r>
            <a:r>
              <a:rPr lang="en-IN" dirty="0" err="1"/>
              <a:t>usr</a:t>
            </a:r>
            <a:r>
              <a:rPr lang="en-IN" dirty="0"/>
              <a:t>/lib/x86_64-linux-gnu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C80AAA-098A-19D5-A3A7-7FDAA5E03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Luasec</a:t>
            </a:r>
            <a:r>
              <a:rPr lang="en-IN" dirty="0"/>
              <a:t> for </a:t>
            </a:r>
            <a:r>
              <a:rPr lang="en-IN" dirty="0" err="1"/>
              <a:t>ssl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5833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C22ED-96CA-44F2-9682-8D360D2EB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418627-1DC7-0371-F243-9CD109FA7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Luasec</a:t>
            </a:r>
            <a:r>
              <a:rPr lang="en-IN" dirty="0"/>
              <a:t> for </a:t>
            </a:r>
            <a:r>
              <a:rPr lang="en-IN" dirty="0" err="1"/>
              <a:t>ssl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D11097-48D5-D7A6-D032-A133BB819E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333"/>
          <a:stretch>
            <a:fillRect/>
          </a:stretch>
        </p:blipFill>
        <p:spPr>
          <a:xfrm>
            <a:off x="444993" y="1600200"/>
            <a:ext cx="8454366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97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1622F0-5845-D058-5255-7BEF752B1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Lua Database Connections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ED5810-2906-EDF9-D312-A240B82D0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532950"/>
              </p:ext>
            </p:extLst>
          </p:nvPr>
        </p:nvGraphicFramePr>
        <p:xfrm>
          <a:off x="457200" y="1735931"/>
          <a:ext cx="8228012" cy="4114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57003">
                  <a:extLst>
                    <a:ext uri="{9D8B030D-6E8A-4147-A177-3AD203B41FA5}">
                      <a16:colId xmlns:a16="http://schemas.microsoft.com/office/drawing/2014/main" val="2619283436"/>
                    </a:ext>
                  </a:extLst>
                </a:gridCol>
                <a:gridCol w="2057003">
                  <a:extLst>
                    <a:ext uri="{9D8B030D-6E8A-4147-A177-3AD203B41FA5}">
                      <a16:colId xmlns:a16="http://schemas.microsoft.com/office/drawing/2014/main" val="3035171151"/>
                    </a:ext>
                  </a:extLst>
                </a:gridCol>
                <a:gridCol w="2057003">
                  <a:extLst>
                    <a:ext uri="{9D8B030D-6E8A-4147-A177-3AD203B41FA5}">
                      <a16:colId xmlns:a16="http://schemas.microsoft.com/office/drawing/2014/main" val="3998460082"/>
                    </a:ext>
                  </a:extLst>
                </a:gridCol>
                <a:gridCol w="2057003">
                  <a:extLst>
                    <a:ext uri="{9D8B030D-6E8A-4147-A177-3AD203B41FA5}">
                      <a16:colId xmlns:a16="http://schemas.microsoft.com/office/drawing/2014/main" val="20644967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Lua Library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LuaRocks Package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217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SQLite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lsqlite3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luarocks</a:t>
                      </a:r>
                      <a:r>
                        <a:rPr lang="en-IN" dirty="0"/>
                        <a:t> install lsqlite3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Easiest, no server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303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MySQL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luasql.mysql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luarocks install luasql-mysql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Needs MySQL client installed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470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PostgreSQL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luasql.postgres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luarocks install luasql-postgres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Needs PostgreSQL client installed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208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MongoDB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luamongo (C++) or 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Manual build or 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Complex to build, or use via HTTP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245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Via Python/REST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Any DB via bridge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 os.execute or io.popen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Practical and lightweight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0523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93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4C314C-6A31-87FD-5767-A67C2EDDF7D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IN" dirty="0"/>
              <a:t>Now, to install MySQL 8, simply type:</a:t>
            </a:r>
          </a:p>
          <a:p>
            <a:r>
              <a:rPr lang="en-IN" dirty="0"/>
              <a:t>sudo apt install </a:t>
            </a:r>
            <a:r>
              <a:rPr lang="en-IN" dirty="0" err="1"/>
              <a:t>mysql</a:t>
            </a:r>
            <a:r>
              <a:rPr lang="en-IN" dirty="0"/>
              <a:t>-server</a:t>
            </a:r>
          </a:p>
          <a:p>
            <a:r>
              <a:rPr lang="en-IN" dirty="0"/>
              <a:t>sudo nano /etc/</a:t>
            </a:r>
            <a:r>
              <a:rPr lang="en-IN" dirty="0" err="1"/>
              <a:t>mysql</a:t>
            </a:r>
            <a:r>
              <a:rPr lang="en-IN" dirty="0"/>
              <a:t>/</a:t>
            </a:r>
            <a:r>
              <a:rPr lang="en-IN" dirty="0" err="1"/>
              <a:t>mysql.conf.d</a:t>
            </a:r>
            <a:r>
              <a:rPr lang="en-IN" dirty="0"/>
              <a:t>/</a:t>
            </a:r>
            <a:r>
              <a:rPr lang="en-IN" dirty="0" err="1"/>
              <a:t>mysqld.cnf</a:t>
            </a:r>
            <a:r>
              <a:rPr lang="en-IN" dirty="0"/>
              <a:t>(change port)</a:t>
            </a:r>
          </a:p>
          <a:p>
            <a:r>
              <a:rPr lang="en-IN" dirty="0"/>
              <a:t>sudo service </a:t>
            </a:r>
            <a:r>
              <a:rPr lang="en-IN" dirty="0" err="1"/>
              <a:t>mysql</a:t>
            </a:r>
            <a:r>
              <a:rPr lang="en-IN" dirty="0"/>
              <a:t> start</a:t>
            </a:r>
          </a:p>
          <a:p>
            <a:r>
              <a:rPr lang="en-IN" dirty="0"/>
              <a:t>sudo </a:t>
            </a:r>
            <a:r>
              <a:rPr lang="en-IN" dirty="0" err="1"/>
              <a:t>mysql_secure_installation</a:t>
            </a:r>
            <a:endParaRPr lang="en-IN" dirty="0"/>
          </a:p>
          <a:p>
            <a:r>
              <a:rPr lang="en-IN" dirty="0"/>
              <a:t>#login as admin</a:t>
            </a:r>
          </a:p>
          <a:p>
            <a:r>
              <a:rPr lang="en-IN" dirty="0"/>
              <a:t>sudo </a:t>
            </a:r>
            <a:r>
              <a:rPr lang="en-IN" dirty="0" err="1"/>
              <a:t>mysql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02ECF2-171C-E5DA-0AF4-CEE08F835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Mysql</a:t>
            </a:r>
            <a:r>
              <a:rPr lang="en-IN" dirty="0"/>
              <a:t> Connection</a:t>
            </a:r>
          </a:p>
        </p:txBody>
      </p:sp>
    </p:spTree>
    <p:extLst>
      <p:ext uri="{BB962C8B-B14F-4D97-AF65-F5344CB8AC3E}">
        <p14:creationId xmlns:p14="http://schemas.microsoft.com/office/powerpoint/2010/main" val="969051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ADEC3-D916-C41A-537D-72ADB62AF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614285-D71A-CF8D-9DF9-B5F8B607CC8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IN" dirty="0"/>
              <a:t>#after that set password</a:t>
            </a:r>
          </a:p>
          <a:p>
            <a:r>
              <a:rPr lang="en-IN" dirty="0"/>
              <a:t>ALTER USER '</a:t>
            </a:r>
            <a:r>
              <a:rPr lang="en-IN" dirty="0" err="1"/>
              <a:t>root'@'localhost</a:t>
            </a:r>
            <a:r>
              <a:rPr lang="en-IN" dirty="0"/>
              <a:t>' IDENTIFIED WITH </a:t>
            </a:r>
            <a:r>
              <a:rPr lang="en-IN" dirty="0" err="1"/>
              <a:t>mysql_native_password</a:t>
            </a:r>
            <a:r>
              <a:rPr lang="en-IN" dirty="0"/>
              <a:t> BY '</a:t>
            </a:r>
            <a:r>
              <a:rPr lang="en-IN" dirty="0" err="1"/>
              <a:t>newpassword</a:t>
            </a:r>
            <a:r>
              <a:rPr lang="en-IN" dirty="0"/>
              <a:t>';</a:t>
            </a:r>
          </a:p>
          <a:p>
            <a:r>
              <a:rPr lang="en-IN" dirty="0" err="1"/>
              <a:t>mysql</a:t>
            </a:r>
            <a:r>
              <a:rPr lang="en-IN" dirty="0"/>
              <a:t> -u root  -p</a:t>
            </a:r>
          </a:p>
          <a:p>
            <a:r>
              <a:rPr lang="en-IN" dirty="0"/>
              <a:t>create database </a:t>
            </a:r>
            <a:r>
              <a:rPr lang="en-IN" dirty="0" err="1"/>
              <a:t>ecommercedb</a:t>
            </a:r>
            <a:r>
              <a:rPr lang="en-IN" dirty="0"/>
              <a:t>;</a:t>
            </a:r>
          </a:p>
          <a:p>
            <a:r>
              <a:rPr lang="en-IN" dirty="0"/>
              <a:t>use </a:t>
            </a:r>
            <a:r>
              <a:rPr lang="en-IN" dirty="0" err="1"/>
              <a:t>ecommercedb</a:t>
            </a:r>
            <a:r>
              <a:rPr lang="en-IN" dirty="0"/>
              <a:t>;</a:t>
            </a:r>
          </a:p>
          <a:p>
            <a:r>
              <a:rPr lang="en-IN" dirty="0"/>
              <a:t>create table Product(</a:t>
            </a:r>
            <a:r>
              <a:rPr lang="en-IN" dirty="0" err="1"/>
              <a:t>ProductId</a:t>
            </a:r>
            <a:r>
              <a:rPr lang="en-IN" dirty="0"/>
              <a:t> int primary key, Name varchar(50), Cost int);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AB0E0F-EA7C-88AB-19F0-E82CB0DD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Mysql</a:t>
            </a:r>
            <a:r>
              <a:rPr lang="en-IN" dirty="0"/>
              <a:t> Connection</a:t>
            </a:r>
          </a:p>
        </p:txBody>
      </p:sp>
    </p:spTree>
    <p:extLst>
      <p:ext uri="{BB962C8B-B14F-4D97-AF65-F5344CB8AC3E}">
        <p14:creationId xmlns:p14="http://schemas.microsoft.com/office/powerpoint/2010/main" val="3146433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115492-B5A1-37B1-8055-3F425ACD798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600075"/>
          </a:xfrm>
        </p:spPr>
        <p:txBody>
          <a:bodyPr/>
          <a:lstStyle/>
          <a:p>
            <a:r>
              <a:rPr lang="en-IN" dirty="0"/>
              <a:t>sudo apt-get install </a:t>
            </a:r>
            <a:r>
              <a:rPr lang="en-IN" dirty="0" err="1"/>
              <a:t>lua-sql-mysql</a:t>
            </a:r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01B8AA-5075-BBC8-074E-C752E33D6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</a:t>
            </a:r>
            <a:r>
              <a:rPr lang="en-IN" dirty="0" err="1"/>
              <a:t>mysql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E55777-19E5-2516-EF67-FEAEFF436E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5333" r="48713" b="26000"/>
          <a:stretch>
            <a:fillRect/>
          </a:stretch>
        </p:blipFill>
        <p:spPr>
          <a:xfrm>
            <a:off x="609600" y="1831206"/>
            <a:ext cx="7315199" cy="4901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406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45F0B-6D75-2FA4-9BF2-BD5652149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F74CCE-3EDB-A0E7-294F-AAE298BBDEB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600075"/>
          </a:xfrm>
        </p:spPr>
        <p:txBody>
          <a:bodyPr/>
          <a:lstStyle/>
          <a:p>
            <a:r>
              <a:rPr lang="en-IN" dirty="0"/>
              <a:t>Lua </a:t>
            </a:r>
            <a:r>
              <a:rPr lang="en-IN" dirty="0" err="1"/>
              <a:t>testmysql.lua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2C6EB9-20D4-E358-EF36-B832D4032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</a:t>
            </a:r>
            <a:r>
              <a:rPr lang="en-IN" dirty="0" err="1"/>
              <a:t>mysql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4DD695-D886-6E12-B600-3E5979C4FE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000" r="67500" b="10000"/>
          <a:stretch>
            <a:fillRect/>
          </a:stretch>
        </p:blipFill>
        <p:spPr>
          <a:xfrm>
            <a:off x="838199" y="2666999"/>
            <a:ext cx="7181853" cy="220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68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C93EA0-A47D-89BF-7DB7-9168550F931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4"/>
            <a:ext cx="8228012" cy="5095875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sudo apt update</a:t>
            </a:r>
          </a:p>
          <a:p>
            <a:r>
              <a:rPr lang="en-IN" dirty="0"/>
              <a:t>sudo apt install </a:t>
            </a:r>
            <a:r>
              <a:rPr lang="en-IN" dirty="0" err="1"/>
              <a:t>libbson</a:t>
            </a:r>
            <a:r>
              <a:rPr lang="en-IN" dirty="0"/>
              <a:t>-dev </a:t>
            </a:r>
            <a:r>
              <a:rPr lang="en-IN" dirty="0" err="1"/>
              <a:t>libmongoc</a:t>
            </a:r>
            <a:r>
              <a:rPr lang="en-IN" dirty="0"/>
              <a:t>-dev</a:t>
            </a:r>
          </a:p>
          <a:p>
            <a:r>
              <a:rPr lang="en-US" dirty="0"/>
              <a:t>ls /</a:t>
            </a:r>
            <a:r>
              <a:rPr lang="en-US" dirty="0" err="1"/>
              <a:t>usr</a:t>
            </a:r>
            <a:r>
              <a:rPr lang="en-US" dirty="0"/>
              <a:t>/include/libbson-1.0/</a:t>
            </a:r>
            <a:r>
              <a:rPr lang="en-US" dirty="0" err="1"/>
              <a:t>bson</a:t>
            </a:r>
            <a:r>
              <a:rPr lang="en-US" dirty="0"/>
              <a:t>/</a:t>
            </a:r>
            <a:r>
              <a:rPr lang="en-US" dirty="0" err="1"/>
              <a:t>bson.h</a:t>
            </a:r>
            <a:endParaRPr lang="en-US" dirty="0"/>
          </a:p>
          <a:p>
            <a:r>
              <a:rPr lang="en-US" dirty="0" err="1"/>
              <a:t>sudo</a:t>
            </a:r>
            <a:r>
              <a:rPr lang="en-US" dirty="0"/>
              <a:t> apt install </a:t>
            </a:r>
            <a:r>
              <a:rPr lang="en-US" dirty="0" err="1"/>
              <a:t>cmake</a:t>
            </a:r>
            <a:r>
              <a:rPr lang="en-US" dirty="0"/>
              <a:t> build-essential pkg-config </a:t>
            </a:r>
            <a:r>
              <a:rPr lang="en-US" dirty="0" err="1"/>
              <a:t>libssl</a:t>
            </a:r>
            <a:r>
              <a:rPr lang="en-US" dirty="0"/>
              <a:t>-dev</a:t>
            </a:r>
          </a:p>
          <a:p>
            <a:r>
              <a:rPr lang="en-US" dirty="0"/>
              <a:t>git clone https://github.com/mongodb/mongo-c-driver.git</a:t>
            </a:r>
          </a:p>
          <a:p>
            <a:r>
              <a:rPr lang="en-US" dirty="0"/>
              <a:t>cd mongo-c-driver</a:t>
            </a:r>
          </a:p>
          <a:p>
            <a:r>
              <a:rPr lang="en-US" dirty="0"/>
              <a:t>git checkout 1.24.4  # Use a stable version</a:t>
            </a:r>
          </a:p>
          <a:p>
            <a:r>
              <a:rPr lang="en-US" dirty="0" err="1"/>
              <a:t>mkdir</a:t>
            </a:r>
            <a:r>
              <a:rPr lang="en-US" dirty="0"/>
              <a:t> </a:t>
            </a:r>
            <a:r>
              <a:rPr lang="en-US" dirty="0" err="1"/>
              <a:t>cmake</a:t>
            </a:r>
            <a:r>
              <a:rPr lang="en-US" dirty="0"/>
              <a:t>-build</a:t>
            </a:r>
          </a:p>
          <a:p>
            <a:r>
              <a:rPr lang="en-US" dirty="0"/>
              <a:t>cd </a:t>
            </a:r>
            <a:r>
              <a:rPr lang="en-US" dirty="0" err="1"/>
              <a:t>cmake</a:t>
            </a:r>
            <a:r>
              <a:rPr lang="en-US" dirty="0"/>
              <a:t>-build</a:t>
            </a:r>
          </a:p>
          <a:p>
            <a:r>
              <a:rPr lang="en-US" dirty="0" err="1"/>
              <a:t>cmake</a:t>
            </a:r>
            <a:r>
              <a:rPr lang="en-US" dirty="0"/>
              <a:t> -DENABLE_AUTOMATIC_INIT_AND_CLEANUP=OFF ..</a:t>
            </a:r>
          </a:p>
          <a:p>
            <a:r>
              <a:rPr lang="en-US" dirty="0"/>
              <a:t>make -j$(</a:t>
            </a:r>
            <a:r>
              <a:rPr lang="en-US" dirty="0" err="1"/>
              <a:t>nproc</a:t>
            </a:r>
            <a:r>
              <a:rPr lang="en-US" dirty="0"/>
              <a:t>)</a:t>
            </a:r>
          </a:p>
          <a:p>
            <a:r>
              <a:rPr lang="en-US" dirty="0" err="1"/>
              <a:t>sudo</a:t>
            </a:r>
            <a:r>
              <a:rPr lang="en-US" dirty="0"/>
              <a:t> make install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EF5EE3-37F5-EC03-43EB-E065FCE91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</a:t>
            </a:r>
            <a:r>
              <a:rPr lang="en-IN" dirty="0" err="1"/>
              <a:t>Mongodb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8091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48007-A14D-7572-05F0-F58E3D02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C0F502-7E2E-1B66-7906-6DB2AF7A86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4"/>
            <a:ext cx="8228012" cy="5095875"/>
          </a:xfrm>
        </p:spPr>
        <p:txBody>
          <a:bodyPr>
            <a:normAutofit/>
          </a:bodyPr>
          <a:lstStyle/>
          <a:p>
            <a:r>
              <a:rPr lang="en-IN" dirty="0"/>
              <a:t>sudo </a:t>
            </a:r>
            <a:r>
              <a:rPr lang="en-IN" dirty="0" err="1"/>
              <a:t>luarocks</a:t>
            </a:r>
            <a:r>
              <a:rPr lang="en-IN" dirty="0"/>
              <a:t> install </a:t>
            </a:r>
            <a:r>
              <a:rPr lang="en-IN" dirty="0" err="1"/>
              <a:t>lua</a:t>
            </a:r>
            <a:r>
              <a:rPr lang="en-IN" dirty="0"/>
              <a:t>-mongo \</a:t>
            </a:r>
          </a:p>
          <a:p>
            <a:r>
              <a:rPr lang="en-IN" dirty="0"/>
              <a:t>  LIBBSON_INCDIR=/</a:t>
            </a:r>
            <a:r>
              <a:rPr lang="en-IN" dirty="0" err="1"/>
              <a:t>usr</a:t>
            </a:r>
            <a:r>
              <a:rPr lang="en-IN" dirty="0"/>
              <a:t>/local/include/libbson-1.0 \</a:t>
            </a:r>
          </a:p>
          <a:p>
            <a:r>
              <a:rPr lang="en-IN" dirty="0"/>
              <a:t>  LIBMONGOC_INCDIR=/</a:t>
            </a:r>
            <a:r>
              <a:rPr lang="en-IN" dirty="0" err="1"/>
              <a:t>usr</a:t>
            </a:r>
            <a:r>
              <a:rPr lang="en-IN" dirty="0"/>
              <a:t>/local/include/libmongoc-1.0 \</a:t>
            </a:r>
          </a:p>
          <a:p>
            <a:r>
              <a:rPr lang="en-IN" dirty="0"/>
              <a:t>  LIBBSON_LIBDIR=/</a:t>
            </a:r>
            <a:r>
              <a:rPr lang="en-IN" dirty="0" err="1"/>
              <a:t>usr</a:t>
            </a:r>
            <a:r>
              <a:rPr lang="en-IN" dirty="0"/>
              <a:t>/local/lib \</a:t>
            </a:r>
          </a:p>
          <a:p>
            <a:r>
              <a:rPr lang="en-IN" dirty="0"/>
              <a:t>  LIBMONGOC_LIBDIR=/</a:t>
            </a:r>
            <a:r>
              <a:rPr lang="en-IN" dirty="0" err="1"/>
              <a:t>usr</a:t>
            </a:r>
            <a:r>
              <a:rPr lang="en-IN" dirty="0"/>
              <a:t>/local/lib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C68843-0C46-78DA-5255-F9789261B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</a:t>
            </a:r>
            <a:r>
              <a:rPr lang="en-IN" dirty="0" err="1"/>
              <a:t>Mongodb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0988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FC84E-6302-400D-9311-AAFDCB255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CF8698-EE13-4A9D-E438-77683B661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</a:t>
            </a:r>
            <a:r>
              <a:rPr lang="en-IN" dirty="0" err="1"/>
              <a:t>Mongodb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796712-167A-698D-269C-C751B89D0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14300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99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BBE028-3342-D9AE-F447-E9DF1D08A40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5095875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# Import MongoDB GPG key</a:t>
            </a:r>
          </a:p>
          <a:p>
            <a:r>
              <a:rPr lang="en-IN" dirty="0"/>
              <a:t>curl -</a:t>
            </a:r>
            <a:r>
              <a:rPr lang="en-IN" dirty="0" err="1"/>
              <a:t>fsSL</a:t>
            </a:r>
            <a:r>
              <a:rPr lang="en-IN" dirty="0"/>
              <a:t> https://pgp.mongodb.com/server-7.0.asc | \</a:t>
            </a:r>
          </a:p>
          <a:p>
            <a:r>
              <a:rPr lang="en-IN" dirty="0"/>
              <a:t>  sudo </a:t>
            </a:r>
            <a:r>
              <a:rPr lang="en-IN" dirty="0" err="1"/>
              <a:t>gpg</a:t>
            </a:r>
            <a:r>
              <a:rPr lang="en-IN" dirty="0"/>
              <a:t> -o /</a:t>
            </a:r>
            <a:r>
              <a:rPr lang="en-IN" dirty="0" err="1"/>
              <a:t>usr</a:t>
            </a:r>
            <a:r>
              <a:rPr lang="en-IN" dirty="0"/>
              <a:t>/share/keyrings/mongodb-server-7.0.gpg --</a:t>
            </a:r>
            <a:r>
              <a:rPr lang="en-IN" dirty="0" err="1"/>
              <a:t>dearmor</a:t>
            </a:r>
            <a:endParaRPr lang="en-IN" dirty="0"/>
          </a:p>
          <a:p>
            <a:r>
              <a:rPr lang="en-IN" dirty="0"/>
              <a:t># Add MongoDB repository (for Ubuntu 20.04/22.04/24.04)</a:t>
            </a:r>
          </a:p>
          <a:p>
            <a:r>
              <a:rPr lang="en-IN" dirty="0"/>
              <a:t>echo "deb [ signed-by=/</a:t>
            </a:r>
            <a:r>
              <a:rPr lang="en-IN" dirty="0" err="1"/>
              <a:t>usr</a:t>
            </a:r>
            <a:r>
              <a:rPr lang="en-IN" dirty="0"/>
              <a:t>/share/keyrings/mongodb-server-7.0.gpg ] https://repo.mongodb.org/apt/ubuntu $(</a:t>
            </a:r>
            <a:r>
              <a:rPr lang="en-IN" dirty="0" err="1"/>
              <a:t>lsb_release</a:t>
            </a:r>
            <a:r>
              <a:rPr lang="en-IN" dirty="0"/>
              <a:t> -</a:t>
            </a:r>
            <a:r>
              <a:rPr lang="en-IN" dirty="0" err="1"/>
              <a:t>sc</a:t>
            </a:r>
            <a:r>
              <a:rPr lang="en-IN" dirty="0"/>
              <a:t>)/</a:t>
            </a:r>
            <a:r>
              <a:rPr lang="en-IN" dirty="0" err="1"/>
              <a:t>mongodb</a:t>
            </a:r>
            <a:r>
              <a:rPr lang="en-IN" dirty="0"/>
              <a:t>-org/7.0 multiverse" | \</a:t>
            </a:r>
          </a:p>
          <a:p>
            <a:r>
              <a:rPr lang="en-IN" dirty="0"/>
              <a:t>  sudo tee /etc/apt/</a:t>
            </a:r>
            <a:r>
              <a:rPr lang="en-IN" dirty="0" err="1"/>
              <a:t>sources.list.d</a:t>
            </a:r>
            <a:r>
              <a:rPr lang="en-IN" dirty="0"/>
              <a:t>/mongodb-org-7.0.list</a:t>
            </a:r>
          </a:p>
          <a:p>
            <a:r>
              <a:rPr lang="en-IN" dirty="0"/>
              <a:t># Update package list</a:t>
            </a:r>
          </a:p>
          <a:p>
            <a:r>
              <a:rPr lang="en-IN" dirty="0"/>
              <a:t>sudo apt update</a:t>
            </a:r>
          </a:p>
          <a:p>
            <a:r>
              <a:rPr lang="en-IN" dirty="0"/>
              <a:t># Install MongoDB server, shell, tools</a:t>
            </a:r>
          </a:p>
          <a:p>
            <a:r>
              <a:rPr lang="en-IN" dirty="0"/>
              <a:t>sudo apt install -y </a:t>
            </a:r>
            <a:r>
              <a:rPr lang="en-IN" dirty="0" err="1"/>
              <a:t>mongodb</a:t>
            </a:r>
            <a:r>
              <a:rPr lang="en-IN" dirty="0"/>
              <a:t>-org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3CEAE6-F254-002A-16E4-55B553A91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 </a:t>
            </a:r>
            <a:r>
              <a:rPr lang="en-IN" dirty="0" err="1"/>
              <a:t>mongodb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1094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41D08-73E4-A317-D4CE-40FE6EABB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B25759-EB05-861E-03FB-805A9A4D6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1743075"/>
          </a:xfrm>
        </p:spPr>
        <p:txBody>
          <a:bodyPr>
            <a:normAutofit/>
          </a:bodyPr>
          <a:lstStyle/>
          <a:p>
            <a:r>
              <a:rPr lang="en-IN" dirty="0"/>
              <a:t>sudo </a:t>
            </a:r>
            <a:r>
              <a:rPr lang="en-IN" dirty="0" err="1"/>
              <a:t>systemctl</a:t>
            </a:r>
            <a:r>
              <a:rPr lang="en-IN" dirty="0"/>
              <a:t> start </a:t>
            </a:r>
            <a:r>
              <a:rPr lang="en-IN" dirty="0" err="1"/>
              <a:t>mongod</a:t>
            </a:r>
            <a:endParaRPr lang="en-IN" dirty="0"/>
          </a:p>
          <a:p>
            <a:r>
              <a:rPr lang="en-IN" dirty="0"/>
              <a:t>sudo </a:t>
            </a:r>
            <a:r>
              <a:rPr lang="en-IN" dirty="0" err="1"/>
              <a:t>systemctl</a:t>
            </a:r>
            <a:r>
              <a:rPr lang="en-IN" dirty="0"/>
              <a:t> status </a:t>
            </a:r>
            <a:r>
              <a:rPr lang="en-IN" dirty="0" err="1"/>
              <a:t>mongod</a:t>
            </a:r>
            <a:endParaRPr lang="en-IN" dirty="0"/>
          </a:p>
          <a:p>
            <a:r>
              <a:rPr lang="en-IN" dirty="0" err="1"/>
              <a:t>Mongosh</a:t>
            </a:r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5E10F4-0CE6-F6F2-2709-A62D5BE0F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 </a:t>
            </a:r>
            <a:r>
              <a:rPr lang="en-IN" dirty="0" err="1"/>
              <a:t>mongodb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A2C44F-936F-D0C5-DB18-1B103576C7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33" b="52533"/>
          <a:stretch>
            <a:fillRect/>
          </a:stretch>
        </p:blipFill>
        <p:spPr>
          <a:xfrm>
            <a:off x="76200" y="3352800"/>
            <a:ext cx="9067800" cy="271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7562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CF0514-C669-4C54-3FFD-4D193B97E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mongo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910B89-793B-85C7-8E71-C447E3C3F3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48" r="59043" b="12685"/>
          <a:stretch>
            <a:fillRect/>
          </a:stretch>
        </p:blipFill>
        <p:spPr>
          <a:xfrm>
            <a:off x="838200" y="1295400"/>
            <a:ext cx="7315200" cy="539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91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C79A7E-9076-C4CB-AA86-4087A992E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Inmation</a:t>
            </a:r>
            <a:r>
              <a:rPr lang="en-IN" dirty="0"/>
              <a:t> System Architecture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B81EA9F-D5A6-B19E-C195-72B006F738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6757" r="10000" b="9460"/>
          <a:stretch>
            <a:fillRect/>
          </a:stretch>
        </p:blipFill>
        <p:spPr bwMode="auto">
          <a:xfrm>
            <a:off x="2044565" y="1600200"/>
            <a:ext cx="3834581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34303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14F7A-4B02-0816-9E93-5F78BA0CA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895382-FFF2-D5A2-0ADC-B670546F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Inmation</a:t>
            </a:r>
            <a:r>
              <a:rPr lang="en-IN" dirty="0"/>
              <a:t> Architecture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C82B7C8-A861-4FB7-C446-E234AAD023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0847429"/>
              </p:ext>
            </p:extLst>
          </p:nvPr>
        </p:nvGraphicFramePr>
        <p:xfrm>
          <a:off x="461035" y="1295400"/>
          <a:ext cx="8378165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9134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86B61E-B007-9673-008A-8380B155BF8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The main runtime service.</a:t>
            </a:r>
          </a:p>
          <a:p>
            <a:r>
              <a:rPr lang="en-US" dirty="0"/>
              <a:t>Manages data flows, user access, logging, and scripting (Lua).</a:t>
            </a:r>
          </a:p>
          <a:p>
            <a:r>
              <a:rPr lang="en-US" dirty="0"/>
              <a:t>Provides REST and WebSocket interfaces.</a:t>
            </a:r>
          </a:p>
          <a:p>
            <a:r>
              <a:rPr lang="en-US" dirty="0"/>
              <a:t>Stores configuration and runtime state.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14DC6B-DFE9-9CFE-1064-4F8FEEBB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Core (System CORE)</a:t>
            </a:r>
          </a:p>
        </p:txBody>
      </p:sp>
    </p:spTree>
    <p:extLst>
      <p:ext uri="{BB962C8B-B14F-4D97-AF65-F5344CB8AC3E}">
        <p14:creationId xmlns:p14="http://schemas.microsoft.com/office/powerpoint/2010/main" val="21737792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C70B46-FBA7-7705-500C-5215261F7E4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Interfaces to industrial protocols:</a:t>
            </a:r>
          </a:p>
          <a:p>
            <a:pPr lvl="1"/>
            <a:r>
              <a:rPr lang="en-IN" dirty="0"/>
              <a:t>OPC DA / OPC UA</a:t>
            </a:r>
          </a:p>
          <a:p>
            <a:pPr lvl="1"/>
            <a:r>
              <a:rPr lang="en-IN" dirty="0"/>
              <a:t>MQTT</a:t>
            </a:r>
          </a:p>
          <a:p>
            <a:pPr lvl="1"/>
            <a:r>
              <a:rPr lang="en-IN" dirty="0"/>
              <a:t>Modbus</a:t>
            </a:r>
          </a:p>
          <a:p>
            <a:pPr lvl="1"/>
            <a:r>
              <a:rPr lang="en-IN" dirty="0"/>
              <a:t>DNP3, BACnet, etc.</a:t>
            </a:r>
          </a:p>
          <a:p>
            <a:r>
              <a:rPr lang="en-IN" dirty="0"/>
              <a:t>Pushes raw data to Core.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CBA894-AA8A-16AD-8B11-5280508AD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Connector (System CONNECT)</a:t>
            </a:r>
          </a:p>
        </p:txBody>
      </p:sp>
    </p:spTree>
    <p:extLst>
      <p:ext uri="{BB962C8B-B14F-4D97-AF65-F5344CB8AC3E}">
        <p14:creationId xmlns:p14="http://schemas.microsoft.com/office/powerpoint/2010/main" val="24662844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A7A6FF-D615-C88D-D378-EB3EE9942FD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 err="1"/>
              <a:t>DataStudio</a:t>
            </a:r>
            <a:r>
              <a:rPr lang="en-IN" dirty="0"/>
              <a:t> – configuration, scripting (Lua), system health.</a:t>
            </a:r>
          </a:p>
          <a:p>
            <a:r>
              <a:rPr lang="en-IN" dirty="0" err="1"/>
              <a:t>WebStudio</a:t>
            </a:r>
            <a:r>
              <a:rPr lang="en-IN" dirty="0"/>
              <a:t> – dashboards and data visualization.</a:t>
            </a:r>
          </a:p>
          <a:p>
            <a:r>
              <a:rPr lang="en-IN" dirty="0"/>
              <a:t>Excel Add-in – access real-time &amp; historical data.</a:t>
            </a:r>
          </a:p>
          <a:p>
            <a:r>
              <a:rPr lang="en-IN" dirty="0"/>
              <a:t>Python API / REST API – integration and automation.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9BEBD2-E1BC-35C7-681B-5A0338970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Frontend Tools</a:t>
            </a:r>
          </a:p>
        </p:txBody>
      </p:sp>
    </p:spTree>
    <p:extLst>
      <p:ext uri="{BB962C8B-B14F-4D97-AF65-F5344CB8AC3E}">
        <p14:creationId xmlns:p14="http://schemas.microsoft.com/office/powerpoint/2010/main" val="36300944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978DEB-FB33-1672-226F-5FC8C11D607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Real-time and time-series data storage.</a:t>
            </a:r>
          </a:p>
          <a:p>
            <a:r>
              <a:rPr lang="en-US" dirty="0"/>
              <a:t>Long-term compression and archiving.</a:t>
            </a:r>
          </a:p>
          <a:p>
            <a:r>
              <a:rPr lang="en-US" dirty="0"/>
              <a:t>SQL queries via Lua or Python APIs.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9FBDC2-661B-1FA0-CC52-B93B5CF33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Historian &amp; Storage</a:t>
            </a:r>
          </a:p>
        </p:txBody>
      </p:sp>
    </p:spTree>
    <p:extLst>
      <p:ext uri="{BB962C8B-B14F-4D97-AF65-F5344CB8AC3E}">
        <p14:creationId xmlns:p14="http://schemas.microsoft.com/office/powerpoint/2010/main" val="11584276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79962A-09E3-6CB4-B24E-E238B67E198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User/group authentication (RBAC).</a:t>
            </a:r>
          </a:p>
          <a:p>
            <a:r>
              <a:rPr lang="en-US" dirty="0"/>
              <a:t>Audit logging.</a:t>
            </a:r>
          </a:p>
          <a:p>
            <a:r>
              <a:rPr lang="en-US" dirty="0"/>
              <a:t>TLS/SSL for APIs and frontend.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9C596A-60D5-28BF-A0D1-3AA24FD02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Layers</a:t>
            </a:r>
          </a:p>
        </p:txBody>
      </p:sp>
    </p:spTree>
    <p:extLst>
      <p:ext uri="{BB962C8B-B14F-4D97-AF65-F5344CB8AC3E}">
        <p14:creationId xmlns:p14="http://schemas.microsoft.com/office/powerpoint/2010/main" val="22689121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963DCD-B607-403B-A349-E1E82BF4816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OPC UA/DA</a:t>
            </a:r>
          </a:p>
          <a:p>
            <a:r>
              <a:rPr lang="en-IN" dirty="0"/>
              <a:t>MQTT (with Sparkplug B support)</a:t>
            </a:r>
          </a:p>
          <a:p>
            <a:r>
              <a:rPr lang="en-IN" dirty="0"/>
              <a:t>REST, SQL, CSV</a:t>
            </a:r>
          </a:p>
          <a:p>
            <a:r>
              <a:rPr lang="en-IN" dirty="0"/>
              <a:t>File Watchers (for CSV/XML ingest)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F8F926-1249-9A4B-9848-DDEB4C91B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Protocol Support</a:t>
            </a:r>
          </a:p>
        </p:txBody>
      </p:sp>
    </p:spTree>
    <p:extLst>
      <p:ext uri="{BB962C8B-B14F-4D97-AF65-F5344CB8AC3E}">
        <p14:creationId xmlns:p14="http://schemas.microsoft.com/office/powerpoint/2010/main" val="40089502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D3ED86-072F-9C49-58DA-6C901E458E5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dirty="0"/>
              <a:t>Lua scripting</a:t>
            </a:r>
            <a:r>
              <a:rPr lang="en-US" dirty="0"/>
              <a:t> is built-in for:</a:t>
            </a:r>
          </a:p>
          <a:p>
            <a:pPr lvl="1"/>
            <a:r>
              <a:rPr lang="en-US" dirty="0"/>
              <a:t>Custom calculations</a:t>
            </a:r>
          </a:p>
          <a:p>
            <a:pPr lvl="1"/>
            <a:r>
              <a:rPr lang="en-US" dirty="0"/>
              <a:t>Alarm/condition handling</a:t>
            </a:r>
          </a:p>
          <a:p>
            <a:pPr lvl="1"/>
            <a:r>
              <a:rPr lang="en-US" dirty="0"/>
              <a:t>Data routing</a:t>
            </a:r>
          </a:p>
          <a:p>
            <a:pPr lvl="1"/>
            <a:r>
              <a:rPr lang="en-US" dirty="0"/>
              <a:t>Scheduled jobs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5A34D8-C495-40A3-52D8-B12525FBC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🧠 Scripting &amp; Automation</a:t>
            </a:r>
          </a:p>
        </p:txBody>
      </p:sp>
    </p:spTree>
    <p:extLst>
      <p:ext uri="{BB962C8B-B14F-4D97-AF65-F5344CB8AC3E}">
        <p14:creationId xmlns:p14="http://schemas.microsoft.com/office/powerpoint/2010/main" val="28719555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2D0C6E-D479-CA6D-9E06-3ACB8F4F7C2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Supports publish/subscribe model.</a:t>
            </a:r>
          </a:p>
          <a:p>
            <a:r>
              <a:rPr lang="en-US" dirty="0"/>
              <a:t>Pushes updates in milliseconds to subscribers.</a:t>
            </a:r>
          </a:p>
          <a:p>
            <a:r>
              <a:rPr lang="en-US" dirty="0"/>
              <a:t>Event and alarm management built-in.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8A9543-0BD4-70D2-F5A3-AEDAF2EDC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Real-Time Processing</a:t>
            </a:r>
          </a:p>
        </p:txBody>
      </p:sp>
    </p:spTree>
    <p:extLst>
      <p:ext uri="{BB962C8B-B14F-4D97-AF65-F5344CB8AC3E}">
        <p14:creationId xmlns:p14="http://schemas.microsoft.com/office/powerpoint/2010/main" val="33728070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384234-F432-6481-2356-767C4BE50CA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Compatible with:</a:t>
            </a:r>
          </a:p>
          <a:p>
            <a:pPr lvl="1"/>
            <a:r>
              <a:rPr lang="en-IN" b="1" dirty="0"/>
              <a:t>Azure IoT Hub</a:t>
            </a:r>
            <a:endParaRPr lang="en-IN" dirty="0"/>
          </a:p>
          <a:p>
            <a:pPr lvl="1"/>
            <a:r>
              <a:rPr lang="en-IN" b="1" dirty="0"/>
              <a:t>AWS IoT Core</a:t>
            </a:r>
            <a:endParaRPr lang="en-IN" dirty="0"/>
          </a:p>
          <a:p>
            <a:pPr lvl="1"/>
            <a:r>
              <a:rPr lang="en-IN" b="1" dirty="0"/>
              <a:t>SAP</a:t>
            </a:r>
            <a:endParaRPr lang="en-IN" dirty="0"/>
          </a:p>
          <a:p>
            <a:pPr lvl="1"/>
            <a:r>
              <a:rPr lang="en-IN" b="1" dirty="0"/>
              <a:t>Ignition SCADA</a:t>
            </a:r>
            <a:endParaRPr lang="en-IN" dirty="0"/>
          </a:p>
          <a:p>
            <a:pPr lvl="1"/>
            <a:r>
              <a:rPr lang="en-IN" dirty="0"/>
              <a:t>MES/ERP systems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DBC3F9-2DD5-DBB1-39BC-92B6E8232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Integration</a:t>
            </a:r>
          </a:p>
        </p:txBody>
      </p:sp>
    </p:spTree>
    <p:extLst>
      <p:ext uri="{BB962C8B-B14F-4D97-AF65-F5344CB8AC3E}">
        <p14:creationId xmlns:p14="http://schemas.microsoft.com/office/powerpoint/2010/main" val="40247110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A2A94E-6546-B25B-567B-2BD3C3EE76C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Pharma 21 CFR Part 11 compliance (audit trail, versioning)</a:t>
            </a:r>
          </a:p>
          <a:p>
            <a:r>
              <a:rPr lang="en-US" dirty="0"/>
              <a:t>Predictive maintenance</a:t>
            </a:r>
          </a:p>
          <a:p>
            <a:r>
              <a:rPr lang="en-US" dirty="0"/>
              <a:t>Real-time production monitoring</a:t>
            </a:r>
          </a:p>
          <a:p>
            <a:r>
              <a:rPr lang="en-US" dirty="0"/>
              <a:t>Digital twin for process optimization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177CAE-3C22-2D32-0819-3FBC4239F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Cases</a:t>
            </a:r>
          </a:p>
        </p:txBody>
      </p:sp>
    </p:spTree>
    <p:extLst>
      <p:ext uri="{BB962C8B-B14F-4D97-AF65-F5344CB8AC3E}">
        <p14:creationId xmlns:p14="http://schemas.microsoft.com/office/powerpoint/2010/main" val="39480740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4AF2F1-DF26-B68E-E87C-6752B18828E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dirty="0"/>
              <a:t>On-Premise:</a:t>
            </a:r>
          </a:p>
          <a:p>
            <a:pPr lvl="1"/>
            <a:r>
              <a:rPr lang="en-US" dirty="0"/>
              <a:t>Core + Connectors + Studio run on Windows Servers.</a:t>
            </a:r>
          </a:p>
          <a:p>
            <a:pPr lvl="1"/>
            <a:r>
              <a:rPr lang="en-US" dirty="0"/>
              <a:t>Uses secure internal network.</a:t>
            </a:r>
          </a:p>
          <a:p>
            <a:r>
              <a:rPr lang="en-US" b="1" dirty="0"/>
              <a:t>Hybrid/Cloud:</a:t>
            </a:r>
          </a:p>
          <a:p>
            <a:pPr lvl="1"/>
            <a:r>
              <a:rPr lang="en-US" dirty="0"/>
              <a:t>Push data to cloud via MQTT or REST.</a:t>
            </a:r>
          </a:p>
          <a:p>
            <a:pPr lvl="1"/>
            <a:r>
              <a:rPr lang="en-US" dirty="0"/>
              <a:t>Data lake integration with Azure/AWS/GCP.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412E9A-E57E-9287-0F7B-EF9AF6C46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Typical Deployment Model</a:t>
            </a:r>
          </a:p>
        </p:txBody>
      </p:sp>
    </p:spTree>
    <p:extLst>
      <p:ext uri="{BB962C8B-B14F-4D97-AF65-F5344CB8AC3E}">
        <p14:creationId xmlns:p14="http://schemas.microsoft.com/office/powerpoint/2010/main" val="7241518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8D1ED5-CC8D-77F5-D2A4-4EABE2052FE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517207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-- Tags like: SensorGrid.Row1.Col1, Row1.Col2, ..., Row4.Col4</a:t>
            </a:r>
          </a:p>
          <a:p>
            <a:r>
              <a:rPr lang="en-US" dirty="0"/>
              <a:t>local rows, cols = 4, 4</a:t>
            </a:r>
          </a:p>
          <a:p>
            <a:r>
              <a:rPr lang="en-US" dirty="0"/>
              <a:t>local matrix = {}</a:t>
            </a:r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= 1, rows do</a:t>
            </a:r>
          </a:p>
          <a:p>
            <a:r>
              <a:rPr lang="en-US" dirty="0"/>
              <a:t>    matrix[</a:t>
            </a:r>
            <a:r>
              <a:rPr lang="en-US" dirty="0" err="1"/>
              <a:t>i</a:t>
            </a:r>
            <a:r>
              <a:rPr lang="en-US" dirty="0"/>
              <a:t>] = {}</a:t>
            </a:r>
          </a:p>
          <a:p>
            <a:r>
              <a:rPr lang="en-US" dirty="0"/>
              <a:t>    for j = 1, cols do</a:t>
            </a:r>
          </a:p>
          <a:p>
            <a:r>
              <a:rPr lang="en-US" dirty="0"/>
              <a:t>        local </a:t>
            </a:r>
            <a:r>
              <a:rPr lang="en-US" dirty="0" err="1"/>
              <a:t>tag_path</a:t>
            </a:r>
            <a:r>
              <a:rPr lang="en-US" dirty="0"/>
              <a:t> = </a:t>
            </a:r>
            <a:r>
              <a:rPr lang="en-US" dirty="0" err="1"/>
              <a:t>string.format</a:t>
            </a:r>
            <a:r>
              <a:rPr lang="en-US" dirty="0"/>
              <a:t>("EnterpriseModel.Plant1.SensorGrid.Row%d.Col%d", </a:t>
            </a:r>
            <a:r>
              <a:rPr lang="en-US" dirty="0" err="1"/>
              <a:t>i</a:t>
            </a:r>
            <a:r>
              <a:rPr lang="en-US" dirty="0"/>
              <a:t>, j)</a:t>
            </a:r>
          </a:p>
          <a:p>
            <a:r>
              <a:rPr lang="en-US" dirty="0"/>
              <a:t>        local tag = </a:t>
            </a:r>
            <a:r>
              <a:rPr lang="en-US" dirty="0" err="1"/>
              <a:t>syslib.getobjectbyname</a:t>
            </a:r>
            <a:r>
              <a:rPr lang="en-US" dirty="0"/>
              <a:t>(</a:t>
            </a:r>
            <a:r>
              <a:rPr lang="en-US" dirty="0" err="1"/>
              <a:t>tag_path</a:t>
            </a:r>
            <a:r>
              <a:rPr lang="en-US" dirty="0"/>
              <a:t>)</a:t>
            </a:r>
          </a:p>
          <a:p>
            <a:r>
              <a:rPr lang="en-US" dirty="0"/>
              <a:t>        matrix[</a:t>
            </a:r>
            <a:r>
              <a:rPr lang="en-US" dirty="0" err="1"/>
              <a:t>i</a:t>
            </a:r>
            <a:r>
              <a:rPr lang="en-US" dirty="0"/>
              <a:t>][j] = tag and </a:t>
            </a:r>
            <a:r>
              <a:rPr lang="en-US" dirty="0" err="1"/>
              <a:t>tag.value</a:t>
            </a:r>
            <a:r>
              <a:rPr lang="en-US" dirty="0"/>
              <a:t> or 0</a:t>
            </a:r>
          </a:p>
          <a:p>
            <a:r>
              <a:rPr lang="en-US" dirty="0"/>
              <a:t>    end</a:t>
            </a:r>
          </a:p>
          <a:p>
            <a:r>
              <a:rPr lang="en-US" dirty="0"/>
              <a:t>end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D792F0-BE51-2A32-4DD1-DF4CECABD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Matrices and Multi </a:t>
            </a:r>
            <a:r>
              <a:rPr lang="en-IN" dirty="0" err="1"/>
              <a:t>Dimesional</a:t>
            </a:r>
            <a:r>
              <a:rPr lang="en-IN" dirty="0"/>
              <a:t> Arrays</a:t>
            </a:r>
          </a:p>
        </p:txBody>
      </p:sp>
    </p:spTree>
    <p:extLst>
      <p:ext uri="{BB962C8B-B14F-4D97-AF65-F5344CB8AC3E}">
        <p14:creationId xmlns:p14="http://schemas.microsoft.com/office/powerpoint/2010/main" val="3984178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3A964-322D-C75D-A1F6-258FC87B0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35BDD9-3D31-099F-44ED-A6ACCC916B7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-- Check and log values</a:t>
            </a:r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= 1, rows do</a:t>
            </a:r>
          </a:p>
          <a:p>
            <a:r>
              <a:rPr lang="en-US" dirty="0"/>
              <a:t>    for j = 1, cols do</a:t>
            </a:r>
          </a:p>
          <a:p>
            <a:r>
              <a:rPr lang="en-US" dirty="0"/>
              <a:t>        server.log(</a:t>
            </a:r>
            <a:r>
              <a:rPr lang="en-US" dirty="0" err="1"/>
              <a:t>string.format</a:t>
            </a:r>
            <a:r>
              <a:rPr lang="en-US" dirty="0"/>
              <a:t>("Sensor [%</a:t>
            </a:r>
            <a:r>
              <a:rPr lang="en-US" dirty="0" err="1"/>
              <a:t>d,%d</a:t>
            </a:r>
            <a:r>
              <a:rPr lang="en-US" dirty="0"/>
              <a:t>]: %.2f", </a:t>
            </a:r>
            <a:r>
              <a:rPr lang="en-US" dirty="0" err="1"/>
              <a:t>i</a:t>
            </a:r>
            <a:r>
              <a:rPr lang="en-US" dirty="0"/>
              <a:t>, j, matrix[</a:t>
            </a:r>
            <a:r>
              <a:rPr lang="en-US" dirty="0" err="1"/>
              <a:t>i</a:t>
            </a:r>
            <a:r>
              <a:rPr lang="en-US" dirty="0"/>
              <a:t>][j]), 1)</a:t>
            </a:r>
          </a:p>
          <a:p>
            <a:r>
              <a:rPr lang="en-US" dirty="0"/>
              <a:t>    end</a:t>
            </a:r>
          </a:p>
          <a:p>
            <a:r>
              <a:rPr lang="en-US" dirty="0"/>
              <a:t>end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A86F55-9EB0-D84A-7581-C66DA5989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Matrices and Multi </a:t>
            </a:r>
            <a:r>
              <a:rPr lang="en-IN" dirty="0" err="1"/>
              <a:t>Dimesional</a:t>
            </a:r>
            <a:r>
              <a:rPr lang="en-IN" dirty="0"/>
              <a:t> Arrays</a:t>
            </a:r>
          </a:p>
        </p:txBody>
      </p:sp>
    </p:spTree>
    <p:extLst>
      <p:ext uri="{BB962C8B-B14F-4D97-AF65-F5344CB8AC3E}">
        <p14:creationId xmlns:p14="http://schemas.microsoft.com/office/powerpoint/2010/main" val="11983161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4CF142-C2DF-E21B-1221-54B46828DB8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Maintain a FIFO task queue</a:t>
            </a:r>
          </a:p>
          <a:p>
            <a:r>
              <a:rPr lang="en-US" dirty="0"/>
              <a:t>Each task has:</a:t>
            </a:r>
          </a:p>
          <a:p>
            <a:pPr lvl="1"/>
            <a:r>
              <a:rPr lang="en-US" dirty="0"/>
              <a:t>id</a:t>
            </a:r>
          </a:p>
          <a:p>
            <a:pPr lvl="1"/>
            <a:r>
              <a:rPr lang="en-US" dirty="0"/>
              <a:t>name</a:t>
            </a:r>
          </a:p>
          <a:p>
            <a:pPr lvl="1"/>
            <a:r>
              <a:rPr lang="en-US" dirty="0" err="1"/>
              <a:t>scheduled_time</a:t>
            </a:r>
            <a:endParaRPr lang="en-US" dirty="0"/>
          </a:p>
          <a:p>
            <a:pPr lvl="1"/>
            <a:r>
              <a:rPr lang="en-US" dirty="0"/>
              <a:t>status (pending, running, done)</a:t>
            </a:r>
          </a:p>
          <a:p>
            <a:r>
              <a:rPr lang="en-US" dirty="0"/>
              <a:t>Execute tasks at or after scheduled time</a:t>
            </a:r>
          </a:p>
          <a:p>
            <a:r>
              <a:rPr lang="en-US" dirty="0"/>
              <a:t>Log task execution in </a:t>
            </a:r>
            <a:r>
              <a:rPr lang="en-US" dirty="0" err="1"/>
              <a:t>Inmation</a:t>
            </a:r>
            <a:r>
              <a:rPr lang="en-US" dirty="0"/>
              <a:t> logs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739D76-AC13-BB91-21AE-C81CB8FB7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Queues for Task Scheduling</a:t>
            </a:r>
          </a:p>
        </p:txBody>
      </p:sp>
    </p:spTree>
    <p:extLst>
      <p:ext uri="{BB962C8B-B14F-4D97-AF65-F5344CB8AC3E}">
        <p14:creationId xmlns:p14="http://schemas.microsoft.com/office/powerpoint/2010/main" val="35639592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2A69AE-23FA-B254-216D-2A4F6B2776A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2428875"/>
          </a:xfrm>
        </p:spPr>
        <p:txBody>
          <a:bodyPr/>
          <a:lstStyle/>
          <a:p>
            <a:r>
              <a:rPr lang="en-US" dirty="0"/>
              <a:t>A deque allows you to:</a:t>
            </a:r>
          </a:p>
          <a:p>
            <a:pPr lvl="1"/>
            <a:r>
              <a:rPr lang="en-US" dirty="0" err="1"/>
              <a:t>push_front</a:t>
            </a:r>
            <a:r>
              <a:rPr lang="en-US" dirty="0"/>
              <a:t>(value) → insert at the beginning</a:t>
            </a:r>
          </a:p>
          <a:p>
            <a:pPr lvl="1"/>
            <a:r>
              <a:rPr lang="en-US" dirty="0" err="1"/>
              <a:t>push_back</a:t>
            </a:r>
            <a:r>
              <a:rPr lang="en-US" dirty="0"/>
              <a:t>(value) → insert at the end</a:t>
            </a:r>
          </a:p>
          <a:p>
            <a:pPr lvl="1"/>
            <a:r>
              <a:rPr lang="en-US" dirty="0" err="1"/>
              <a:t>pop_front</a:t>
            </a:r>
            <a:r>
              <a:rPr lang="en-US" dirty="0"/>
              <a:t>() → remove from the beginning</a:t>
            </a:r>
          </a:p>
          <a:p>
            <a:pPr lvl="1"/>
            <a:r>
              <a:rPr lang="en-US" dirty="0" err="1"/>
              <a:t>pop_back</a:t>
            </a:r>
            <a:r>
              <a:rPr lang="en-US" dirty="0"/>
              <a:t>() → remove from the end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D67F05-4C43-1E8A-A4F9-4A7C70BFA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Double Ended Queue</a:t>
            </a:r>
          </a:p>
        </p:txBody>
      </p:sp>
      <p:pic>
        <p:nvPicPr>
          <p:cNvPr id="5" name="Picture 3" descr="Double Ended Queue (Deque) in Data ...">
            <a:extLst>
              <a:ext uri="{FF2B5EF4-FFF2-40B4-BE49-F238E27FC236}">
                <a16:creationId xmlns:a16="http://schemas.microsoft.com/office/drawing/2014/main" id="{00FD32BE-D00C-2C50-728E-2C7B04C75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962400"/>
            <a:ext cx="5517747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94281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278E9E-DFA6-9074-22B0-7BF26A67FFE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function </a:t>
            </a:r>
            <a:r>
              <a:rPr lang="en-IN" dirty="0" err="1"/>
              <a:t>reverse_list</a:t>
            </a:r>
            <a:r>
              <a:rPr lang="en-IN" dirty="0"/>
              <a:t>(t)</a:t>
            </a:r>
          </a:p>
          <a:p>
            <a:r>
              <a:rPr lang="en-IN" dirty="0"/>
              <a:t>    local reversed = {}</a:t>
            </a:r>
          </a:p>
          <a:p>
            <a:r>
              <a:rPr lang="en-IN" dirty="0"/>
              <a:t>    for </a:t>
            </a:r>
            <a:r>
              <a:rPr lang="en-IN" dirty="0" err="1"/>
              <a:t>i</a:t>
            </a:r>
            <a:r>
              <a:rPr lang="en-IN" dirty="0"/>
              <a:t> = #t, 1, -1 do</a:t>
            </a:r>
          </a:p>
          <a:p>
            <a:r>
              <a:rPr lang="en-IN" dirty="0"/>
              <a:t>        </a:t>
            </a:r>
            <a:r>
              <a:rPr lang="en-IN" dirty="0" err="1"/>
              <a:t>table.insert</a:t>
            </a:r>
            <a:r>
              <a:rPr lang="en-IN" dirty="0"/>
              <a:t>(reversed, t[</a:t>
            </a:r>
            <a:r>
              <a:rPr lang="en-IN" dirty="0" err="1"/>
              <a:t>i</a:t>
            </a:r>
            <a:r>
              <a:rPr lang="en-IN" dirty="0"/>
              <a:t>])</a:t>
            </a:r>
          </a:p>
          <a:p>
            <a:r>
              <a:rPr lang="en-IN" dirty="0"/>
              <a:t>    end</a:t>
            </a:r>
          </a:p>
          <a:p>
            <a:r>
              <a:rPr lang="en-IN" dirty="0"/>
              <a:t>    return reversed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  <a:p>
            <a:r>
              <a:rPr lang="en-IN" dirty="0"/>
              <a:t>-- Example</a:t>
            </a:r>
          </a:p>
          <a:p>
            <a:r>
              <a:rPr lang="en-IN" dirty="0"/>
              <a:t>local t = { "one", "two", "three" }</a:t>
            </a:r>
          </a:p>
          <a:p>
            <a:r>
              <a:rPr lang="en-IN" dirty="0"/>
              <a:t>local r = </a:t>
            </a:r>
            <a:r>
              <a:rPr lang="en-IN" dirty="0" err="1"/>
              <a:t>reverse_list</a:t>
            </a:r>
            <a:r>
              <a:rPr lang="en-IN" dirty="0"/>
              <a:t>(t)</a:t>
            </a:r>
          </a:p>
          <a:p>
            <a:endParaRPr lang="en-IN" dirty="0"/>
          </a:p>
          <a:p>
            <a:r>
              <a:rPr lang="en-IN" dirty="0"/>
              <a:t>for _, v in </a:t>
            </a:r>
            <a:r>
              <a:rPr lang="en-IN" dirty="0" err="1"/>
              <a:t>ipairs</a:t>
            </a:r>
            <a:r>
              <a:rPr lang="en-IN" dirty="0"/>
              <a:t>(r) do print(v) end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369273-6476-CBB1-A4E4-CB7E9C6A3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Reverse table</a:t>
            </a:r>
          </a:p>
        </p:txBody>
      </p:sp>
    </p:spTree>
    <p:extLst>
      <p:ext uri="{BB962C8B-B14F-4D97-AF65-F5344CB8AC3E}">
        <p14:creationId xmlns:p14="http://schemas.microsoft.com/office/powerpoint/2010/main" val="26279763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3C3A77-77C6-14F9-C030-1836FCA845B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Extract keys</a:t>
            </a:r>
          </a:p>
          <a:p>
            <a:r>
              <a:rPr lang="en-US" dirty="0"/>
              <a:t>Sort them</a:t>
            </a:r>
          </a:p>
          <a:p>
            <a:r>
              <a:rPr lang="en-US" dirty="0"/>
              <a:t>Reverse that list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A58AD3-72F4-6882-D91D-533542F2C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Reverse Set</a:t>
            </a:r>
          </a:p>
        </p:txBody>
      </p:sp>
    </p:spTree>
    <p:extLst>
      <p:ext uri="{BB962C8B-B14F-4D97-AF65-F5344CB8AC3E}">
        <p14:creationId xmlns:p14="http://schemas.microsoft.com/office/powerpoint/2010/main" val="19395349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FC53E7-56E7-DB99-752C-6286DFF8D75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local buffer = {}</a:t>
            </a:r>
          </a:p>
          <a:p>
            <a:endParaRPr lang="en-IN" dirty="0"/>
          </a:p>
          <a:p>
            <a:r>
              <a:rPr lang="en-IN" dirty="0"/>
              <a:t>function </a:t>
            </a:r>
            <a:r>
              <a:rPr lang="en-IN" dirty="0" err="1"/>
              <a:t>buffer_append</a:t>
            </a:r>
            <a:r>
              <a:rPr lang="en-IN" dirty="0"/>
              <a:t>(</a:t>
            </a:r>
            <a:r>
              <a:rPr lang="en-IN" dirty="0" err="1"/>
              <a:t>buf</a:t>
            </a:r>
            <a:r>
              <a:rPr lang="en-IN" dirty="0"/>
              <a:t>, str)</a:t>
            </a:r>
          </a:p>
          <a:p>
            <a:r>
              <a:rPr lang="en-IN" dirty="0"/>
              <a:t>    </a:t>
            </a:r>
            <a:r>
              <a:rPr lang="en-IN" dirty="0" err="1"/>
              <a:t>table.insert</a:t>
            </a:r>
            <a:r>
              <a:rPr lang="en-IN" dirty="0"/>
              <a:t>(</a:t>
            </a:r>
            <a:r>
              <a:rPr lang="en-IN" dirty="0" err="1"/>
              <a:t>buf</a:t>
            </a:r>
            <a:r>
              <a:rPr lang="en-IN" dirty="0"/>
              <a:t>, str)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  <a:p>
            <a:r>
              <a:rPr lang="en-IN" dirty="0"/>
              <a:t>function </a:t>
            </a:r>
            <a:r>
              <a:rPr lang="en-IN" dirty="0" err="1"/>
              <a:t>buffer_to_string</a:t>
            </a:r>
            <a:r>
              <a:rPr lang="en-IN" dirty="0"/>
              <a:t>(</a:t>
            </a:r>
            <a:r>
              <a:rPr lang="en-IN" dirty="0" err="1"/>
              <a:t>buf</a:t>
            </a:r>
            <a:r>
              <a:rPr lang="en-IN" dirty="0"/>
              <a:t>, separator)</a:t>
            </a:r>
          </a:p>
          <a:p>
            <a:r>
              <a:rPr lang="en-IN" dirty="0"/>
              <a:t>    return </a:t>
            </a:r>
            <a:r>
              <a:rPr lang="en-IN" dirty="0" err="1"/>
              <a:t>table.concat</a:t>
            </a:r>
            <a:r>
              <a:rPr lang="en-IN" dirty="0"/>
              <a:t>(</a:t>
            </a:r>
            <a:r>
              <a:rPr lang="en-IN" dirty="0" err="1"/>
              <a:t>buf</a:t>
            </a:r>
            <a:r>
              <a:rPr lang="en-IN" dirty="0"/>
              <a:t>, separator or "")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7F3F30-F166-1988-924C-7137F8FCF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Buffer graph</a:t>
            </a:r>
          </a:p>
        </p:txBody>
      </p:sp>
    </p:spTree>
    <p:extLst>
      <p:ext uri="{BB962C8B-B14F-4D97-AF65-F5344CB8AC3E}">
        <p14:creationId xmlns:p14="http://schemas.microsoft.com/office/powerpoint/2010/main" val="1200118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18AC5-1036-AE39-1603-8F40DB243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22F517-D61A-4B56-6660-F941BD5D0B9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local </a:t>
            </a:r>
            <a:r>
              <a:rPr lang="en-US" dirty="0" err="1"/>
              <a:t>buf</a:t>
            </a:r>
            <a:r>
              <a:rPr lang="en-US" dirty="0"/>
              <a:t> = {}</a:t>
            </a:r>
          </a:p>
          <a:p>
            <a:endParaRPr lang="en-US" dirty="0"/>
          </a:p>
          <a:p>
            <a:r>
              <a:rPr lang="en-US" dirty="0" err="1"/>
              <a:t>buffer_append</a:t>
            </a:r>
            <a:r>
              <a:rPr lang="en-US" dirty="0"/>
              <a:t>(</a:t>
            </a:r>
            <a:r>
              <a:rPr lang="en-US" dirty="0" err="1"/>
              <a:t>buf</a:t>
            </a:r>
            <a:r>
              <a:rPr lang="en-US" dirty="0"/>
              <a:t>, "Line 1")</a:t>
            </a:r>
          </a:p>
          <a:p>
            <a:r>
              <a:rPr lang="en-US" dirty="0" err="1"/>
              <a:t>buffer_append</a:t>
            </a:r>
            <a:r>
              <a:rPr lang="en-US" dirty="0"/>
              <a:t>(</a:t>
            </a:r>
            <a:r>
              <a:rPr lang="en-US" dirty="0" err="1"/>
              <a:t>buf</a:t>
            </a:r>
            <a:r>
              <a:rPr lang="en-US" dirty="0"/>
              <a:t>, "Line 2")</a:t>
            </a:r>
          </a:p>
          <a:p>
            <a:r>
              <a:rPr lang="en-US" dirty="0" err="1"/>
              <a:t>buffer_append</a:t>
            </a:r>
            <a:r>
              <a:rPr lang="en-US" dirty="0"/>
              <a:t>(</a:t>
            </a:r>
            <a:r>
              <a:rPr lang="en-US" dirty="0" err="1"/>
              <a:t>buf</a:t>
            </a:r>
            <a:r>
              <a:rPr lang="en-US" dirty="0"/>
              <a:t>, "Line 3")</a:t>
            </a:r>
          </a:p>
          <a:p>
            <a:endParaRPr lang="en-US" dirty="0"/>
          </a:p>
          <a:p>
            <a:r>
              <a:rPr lang="en-US" dirty="0"/>
              <a:t>local output = </a:t>
            </a:r>
            <a:r>
              <a:rPr lang="en-US" dirty="0" err="1"/>
              <a:t>buffer_to_string</a:t>
            </a:r>
            <a:r>
              <a:rPr lang="en-US" dirty="0"/>
              <a:t>(</a:t>
            </a:r>
            <a:r>
              <a:rPr lang="en-US" dirty="0" err="1"/>
              <a:t>buf</a:t>
            </a:r>
            <a:r>
              <a:rPr lang="en-US" dirty="0"/>
              <a:t>, "\n")</a:t>
            </a:r>
          </a:p>
          <a:p>
            <a:r>
              <a:rPr lang="en-US" dirty="0"/>
              <a:t>print(output)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24BFC5-02DF-1D02-AF49-56C0B01CD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Buffer graph</a:t>
            </a:r>
          </a:p>
        </p:txBody>
      </p:sp>
    </p:spTree>
    <p:extLst>
      <p:ext uri="{BB962C8B-B14F-4D97-AF65-F5344CB8AC3E}">
        <p14:creationId xmlns:p14="http://schemas.microsoft.com/office/powerpoint/2010/main" val="15094163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E76D6A-E34A-EC4D-975E-5C00E5420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Packing and Unpacking Binary Data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DD8709-BAFE-E770-7AEF-5E65ECA5C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602263"/>
              </p:ext>
            </p:extLst>
          </p:nvPr>
        </p:nvGraphicFramePr>
        <p:xfrm>
          <a:off x="1040997" y="1381125"/>
          <a:ext cx="7060422" cy="482441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691689">
                  <a:extLst>
                    <a:ext uri="{9D8B030D-6E8A-4147-A177-3AD203B41FA5}">
                      <a16:colId xmlns:a16="http://schemas.microsoft.com/office/drawing/2014/main" val="3103122754"/>
                    </a:ext>
                  </a:extLst>
                </a:gridCol>
                <a:gridCol w="3656363">
                  <a:extLst>
                    <a:ext uri="{9D8B030D-6E8A-4147-A177-3AD203B41FA5}">
                      <a16:colId xmlns:a16="http://schemas.microsoft.com/office/drawing/2014/main" val="2014971345"/>
                    </a:ext>
                  </a:extLst>
                </a:gridCol>
                <a:gridCol w="1712370">
                  <a:extLst>
                    <a:ext uri="{9D8B030D-6E8A-4147-A177-3AD203B41FA5}">
                      <a16:colId xmlns:a16="http://schemas.microsoft.com/office/drawing/2014/main" val="4150605445"/>
                    </a:ext>
                  </a:extLst>
                </a:gridCol>
              </a:tblGrid>
              <a:tr h="655168">
                <a:tc>
                  <a:txBody>
                    <a:bodyPr/>
                    <a:lstStyle/>
                    <a:p>
                      <a:r>
                        <a:rPr lang="en-IN" sz="2900"/>
                        <a:t>Format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Meaning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Size</a:t>
                      </a:r>
                    </a:p>
                  </a:txBody>
                  <a:tcPr marL="148902" marR="148902" marT="74451" marB="74451" anchor="ctr"/>
                </a:tc>
                <a:extLst>
                  <a:ext uri="{0D108BD9-81ED-4DB2-BD59-A6C34878D82A}">
                    <a16:rowId xmlns:a16="http://schemas.microsoft.com/office/drawing/2014/main" val="397641771"/>
                  </a:ext>
                </a:extLst>
              </a:tr>
              <a:tr h="655168">
                <a:tc>
                  <a:txBody>
                    <a:bodyPr/>
                    <a:lstStyle/>
                    <a:p>
                      <a:r>
                        <a:rPr lang="en-IN" sz="2900"/>
                        <a:t>i1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signed 1-byte int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1 byte</a:t>
                      </a:r>
                    </a:p>
                  </a:txBody>
                  <a:tcPr marL="148902" marR="148902" marT="74451" marB="74451" anchor="ctr"/>
                </a:tc>
                <a:extLst>
                  <a:ext uri="{0D108BD9-81ED-4DB2-BD59-A6C34878D82A}">
                    <a16:rowId xmlns:a16="http://schemas.microsoft.com/office/drawing/2014/main" val="1395434494"/>
                  </a:ext>
                </a:extLst>
              </a:tr>
              <a:tr h="655168">
                <a:tc>
                  <a:txBody>
                    <a:bodyPr/>
                    <a:lstStyle/>
                    <a:p>
                      <a:r>
                        <a:rPr lang="en-IN" sz="2900"/>
                        <a:t>i2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signed 2-byte int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2 bytes</a:t>
                      </a:r>
                    </a:p>
                  </a:txBody>
                  <a:tcPr marL="148902" marR="148902" marT="74451" marB="74451" anchor="ctr"/>
                </a:tc>
                <a:extLst>
                  <a:ext uri="{0D108BD9-81ED-4DB2-BD59-A6C34878D82A}">
                    <a16:rowId xmlns:a16="http://schemas.microsoft.com/office/drawing/2014/main" val="3946652851"/>
                  </a:ext>
                </a:extLst>
              </a:tr>
              <a:tr h="1101873">
                <a:tc>
                  <a:txBody>
                    <a:bodyPr/>
                    <a:lstStyle/>
                    <a:p>
                      <a:r>
                        <a:rPr lang="en-IN" sz="2900"/>
                        <a:t>i4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signed 4-byte int (int32)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4 bytes</a:t>
                      </a:r>
                    </a:p>
                  </a:txBody>
                  <a:tcPr marL="148902" marR="148902" marT="74451" marB="74451" anchor="ctr"/>
                </a:tc>
                <a:extLst>
                  <a:ext uri="{0D108BD9-81ED-4DB2-BD59-A6C34878D82A}">
                    <a16:rowId xmlns:a16="http://schemas.microsoft.com/office/drawing/2014/main" val="4100245413"/>
                  </a:ext>
                </a:extLst>
              </a:tr>
              <a:tr h="1101873">
                <a:tc>
                  <a:txBody>
                    <a:bodyPr/>
                    <a:lstStyle/>
                    <a:p>
                      <a:r>
                        <a:rPr lang="en-IN" sz="2900"/>
                        <a:t>i8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signed 8-byte int (int64)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8 bytes</a:t>
                      </a:r>
                    </a:p>
                  </a:txBody>
                  <a:tcPr marL="148902" marR="148902" marT="74451" marB="74451" anchor="ctr"/>
                </a:tc>
                <a:extLst>
                  <a:ext uri="{0D108BD9-81ED-4DB2-BD59-A6C34878D82A}">
                    <a16:rowId xmlns:a16="http://schemas.microsoft.com/office/drawing/2014/main" val="4223018817"/>
                  </a:ext>
                </a:extLst>
              </a:tr>
              <a:tr h="655168">
                <a:tc>
                  <a:txBody>
                    <a:bodyPr/>
                    <a:lstStyle/>
                    <a:p>
                      <a:r>
                        <a:rPr lang="en-IN" sz="2900"/>
                        <a:t>I4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unsigned 4-byte int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4 bytes</a:t>
                      </a:r>
                    </a:p>
                  </a:txBody>
                  <a:tcPr marL="148902" marR="148902" marT="74451" marB="74451" anchor="ctr"/>
                </a:tc>
                <a:extLst>
                  <a:ext uri="{0D108BD9-81ED-4DB2-BD59-A6C34878D82A}">
                    <a16:rowId xmlns:a16="http://schemas.microsoft.com/office/drawing/2014/main" val="1633151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4479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9A674-7CED-B935-6AC4-9E8A42FD1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5D779B-244A-109F-2225-4415AAF989D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local data = </a:t>
            </a:r>
            <a:r>
              <a:rPr lang="en-IN" dirty="0" err="1"/>
              <a:t>string.pack</a:t>
            </a:r>
            <a:r>
              <a:rPr lang="en-IN" dirty="0"/>
              <a:t>("i4i4i4", 10, 20, 30)</a:t>
            </a:r>
          </a:p>
          <a:p>
            <a:endParaRPr lang="en-IN" dirty="0"/>
          </a:p>
          <a:p>
            <a:r>
              <a:rPr lang="en-IN" dirty="0"/>
              <a:t>local offset = 1</a:t>
            </a:r>
          </a:p>
          <a:p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= 1, 3 do</a:t>
            </a:r>
          </a:p>
          <a:p>
            <a:r>
              <a:rPr lang="en-IN" dirty="0"/>
              <a:t>    local </a:t>
            </a:r>
            <a:r>
              <a:rPr lang="en-IN" dirty="0" err="1"/>
              <a:t>val</a:t>
            </a:r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val</a:t>
            </a:r>
            <a:r>
              <a:rPr lang="en-IN" dirty="0"/>
              <a:t>, offset = </a:t>
            </a:r>
            <a:r>
              <a:rPr lang="en-IN" dirty="0" err="1"/>
              <a:t>string.unpack</a:t>
            </a:r>
            <a:r>
              <a:rPr lang="en-IN" dirty="0"/>
              <a:t>("i4", data, offset)</a:t>
            </a:r>
          </a:p>
          <a:p>
            <a:r>
              <a:rPr lang="en-IN" dirty="0"/>
              <a:t>    print("Unpacked:", </a:t>
            </a:r>
            <a:r>
              <a:rPr lang="en-IN" dirty="0" err="1"/>
              <a:t>val</a:t>
            </a:r>
            <a:r>
              <a:rPr lang="en-IN" dirty="0"/>
              <a:t>)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5626D5-9F75-7E2B-B199-63D3A9174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Packing and Unpacking Binary Data</a:t>
            </a:r>
          </a:p>
        </p:txBody>
      </p:sp>
    </p:spTree>
    <p:extLst>
      <p:ext uri="{BB962C8B-B14F-4D97-AF65-F5344CB8AC3E}">
        <p14:creationId xmlns:p14="http://schemas.microsoft.com/office/powerpoint/2010/main" val="9910937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Lua Getting Started</a:t>
            </a:r>
          </a:p>
          <a:p>
            <a:r>
              <a:rPr lang="en-IN" dirty="0"/>
              <a:t>Numbers</a:t>
            </a:r>
          </a:p>
          <a:p>
            <a:r>
              <a:rPr lang="en-IN" dirty="0"/>
              <a:t>Strings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Summary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1"/>
</p:tagLst>
</file>

<file path=ppt/theme/theme1.xml><?xml version="1.0" encoding="utf-8"?>
<a:theme xmlns:a="http://schemas.openxmlformats.org/drawingml/2006/main" name="Pencils_02_2012">
  <a:themeElements>
    <a:clrScheme name="SWF Template">
      <a:dk1>
        <a:srgbClr val="000000"/>
      </a:dk1>
      <a:lt1>
        <a:sysClr val="window" lastClr="FFFFFF"/>
      </a:lt1>
      <a:dk2>
        <a:srgbClr val="002266"/>
      </a:dk2>
      <a:lt2>
        <a:srgbClr val="BBBB00"/>
      </a:lt2>
      <a:accent1>
        <a:srgbClr val="00BBEE"/>
      </a:accent1>
      <a:accent2>
        <a:srgbClr val="FF9900"/>
      </a:accent2>
      <a:accent3>
        <a:srgbClr val="BBBB00"/>
      </a:accent3>
      <a:accent4>
        <a:srgbClr val="002266"/>
      </a:accent4>
      <a:accent5>
        <a:srgbClr val="DD4411"/>
      </a:accent5>
      <a:accent6>
        <a:srgbClr val="E1DD00"/>
      </a:accent6>
      <a:hlink>
        <a:srgbClr val="FF9900"/>
      </a:hlink>
      <a:folHlink>
        <a:srgbClr val="002266"/>
      </a:folHlink>
    </a:clrScheme>
    <a:fontScheme name="Accentur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04DE32136F4D4F8B91DE44C434FF89" ma:contentTypeVersion="0" ma:contentTypeDescription="Create a new document." ma:contentTypeScope="" ma:versionID="51781ce6f9edcc76a54a87506d8d885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69A6220E-5020-4ACE-A33D-0A412E4F47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1C72F5-E8DF-4294-BFF4-1725915F86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514F291-B47C-48A1-B199-EBD0A7B4E780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Pencils_02_2012</Template>
  <TotalTime>9601</TotalTime>
  <Words>1581</Words>
  <Application>Microsoft Office PowerPoint</Application>
  <PresentationFormat>On-screen Show (4:3)</PresentationFormat>
  <Paragraphs>292</Paragraphs>
  <Slides>44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Pencils_02_2012</vt:lpstr>
      <vt:lpstr>Scheduled Job</vt:lpstr>
      <vt:lpstr>Summary</vt:lpstr>
      <vt:lpstr>Lua Socket</vt:lpstr>
      <vt:lpstr>Lua Socket</vt:lpstr>
      <vt:lpstr>Lua Socket</vt:lpstr>
      <vt:lpstr>Luasec for ssl</vt:lpstr>
      <vt:lpstr>Luasec for ssl</vt:lpstr>
      <vt:lpstr>Luasec for ssl</vt:lpstr>
      <vt:lpstr>Common Lua Database Connections</vt:lpstr>
      <vt:lpstr>Mysql Connection</vt:lpstr>
      <vt:lpstr>Mysql Connection</vt:lpstr>
      <vt:lpstr>Lua mysql</vt:lpstr>
      <vt:lpstr>Lua mysql</vt:lpstr>
      <vt:lpstr>Lua Mongodb</vt:lpstr>
      <vt:lpstr>Lua Mongodb</vt:lpstr>
      <vt:lpstr>Lua Mongodb</vt:lpstr>
      <vt:lpstr>Install mongodb</vt:lpstr>
      <vt:lpstr>Install mongodb</vt:lpstr>
      <vt:lpstr>Lua mongo</vt:lpstr>
      <vt:lpstr>Inmation System Architecture</vt:lpstr>
      <vt:lpstr>Inmation Architecture</vt:lpstr>
      <vt:lpstr>1. Core (System CORE)</vt:lpstr>
      <vt:lpstr> Connector (System CONNECT)</vt:lpstr>
      <vt:lpstr>Frontend Tools</vt:lpstr>
      <vt:lpstr> Historian &amp; Storage</vt:lpstr>
      <vt:lpstr>Security Layers</vt:lpstr>
      <vt:lpstr>Protocol Support</vt:lpstr>
      <vt:lpstr>🧠 Scripting &amp; Automation</vt:lpstr>
      <vt:lpstr>Real-Time Processing</vt:lpstr>
      <vt:lpstr> Integration</vt:lpstr>
      <vt:lpstr>Use Cases</vt:lpstr>
      <vt:lpstr>Typical Deployment Model</vt:lpstr>
      <vt:lpstr>Matrices and Multi Dimesional Arrays</vt:lpstr>
      <vt:lpstr>Matrices and Multi Dimesional Arrays</vt:lpstr>
      <vt:lpstr>Queues for Task Scheduling</vt:lpstr>
      <vt:lpstr>Double Ended Queue</vt:lpstr>
      <vt:lpstr>Reverse table</vt:lpstr>
      <vt:lpstr>Reverse Set</vt:lpstr>
      <vt:lpstr>String Buffer graph</vt:lpstr>
      <vt:lpstr>String Buffer graph</vt:lpstr>
      <vt:lpstr>Packing and Unpacking Binary Data</vt:lpstr>
      <vt:lpstr>Packing and Unpacking Binary Data</vt:lpstr>
      <vt:lpstr>PowerPoint Presentation</vt:lpstr>
      <vt:lpstr>Module Summary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erica.l.moeser</dc:creator>
  <dc:description/>
  <cp:lastModifiedBy>Parameswari Ettiappan</cp:lastModifiedBy>
  <cp:revision>1348</cp:revision>
  <dcterms:created xsi:type="dcterms:W3CDTF">2012-03-13T15:47:14Z</dcterms:created>
  <dcterms:modified xsi:type="dcterms:W3CDTF">2025-06-30T15:28:09Z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UseProject">
    <vt:lpwstr>1</vt:lpwstr>
  </property>
  <property fmtid="{D5CDD505-2E9C-101B-9397-08002B2CF9AE}" pid="3" name="ArticulatePath">
    <vt:lpwstr>DH_PPT_012012_LEO</vt:lpwstr>
  </property>
  <property fmtid="{D5CDD505-2E9C-101B-9397-08002B2CF9AE}" pid="4" name="ArticulateGUID">
    <vt:lpwstr>AAA9661D-BB09-40B4-9621-E5DD34F7073B</vt:lpwstr>
  </property>
  <property fmtid="{D5CDD505-2E9C-101B-9397-08002B2CF9AE}" pid="5" name="ArticulateProjectFull">
    <vt:lpwstr>F:\PROJECTS\JohnsonBeesley\Accenture\Accenture_PPT_020412_LEO.ppta</vt:lpwstr>
  </property>
  <property fmtid="{D5CDD505-2E9C-101B-9397-08002B2CF9AE}" pid="6" name="ContentTypeId">
    <vt:lpwstr>0x0101003104DE32136F4D4F8B91DE44C434FF89</vt:lpwstr>
  </property>
</Properties>
</file>